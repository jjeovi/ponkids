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5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D14D3E-B345-4A5E-AC6A-FE41ED93B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B981E3-B4A3-4D3C-B068-5AD82DE64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192CE2-9700-4AAE-85D4-007B131DC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5251-6ECC-4541-9F73-A8B3653F0F10}" type="datetimeFigureOut">
              <a:rPr lang="ko-KR" altLang="en-US" smtClean="0"/>
              <a:t>2023-10-22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5BA310-372F-4186-A9FA-430156A22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BCDBD6-77C8-4B55-A968-AFB420BDC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881-134B-4911-A8F9-D58A9D1FC0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40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1356E-25DF-4C8C-84E0-3EF76D1A1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4B09F8-27A4-409B-A57D-4B278BB29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A2FF20-EAA8-4BBE-8D15-1E974536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5251-6ECC-4541-9F73-A8B3653F0F10}" type="datetimeFigureOut">
              <a:rPr lang="ko-KR" altLang="en-US" smtClean="0"/>
              <a:t>2023-10-22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623880-FBEC-484C-A4BF-C23C82BF8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241B1F-565F-4052-8543-45557885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881-134B-4911-A8F9-D58A9D1FC0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238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2A71F-0927-408A-8DAC-718AAD5B2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7CF3ED-FB9B-4C72-9B73-8467DA04F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A16585-35A0-4A8C-80AE-176438E2C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5251-6ECC-4541-9F73-A8B3653F0F10}" type="datetimeFigureOut">
              <a:rPr lang="ko-KR" altLang="en-US" smtClean="0"/>
              <a:t>2023-10-22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5BD157-84B1-4525-B66D-75D9ABC5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28F848-71FB-4720-A29C-FC1B34C5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881-134B-4911-A8F9-D58A9D1FC0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611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FA920-4132-4CEF-BE06-DE6751A4A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520838-855B-4FCE-A701-818DFAFCD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BF74C6-070B-4C37-9C26-249493ECB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EC42F4-5711-4359-868D-B391A80BF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5251-6ECC-4541-9F73-A8B3653F0F10}" type="datetimeFigureOut">
              <a:rPr lang="ko-KR" altLang="en-US" smtClean="0"/>
              <a:t>2023-10-22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A36851-6469-49AA-B0F5-BEB71B6AA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15A9BB-0CFE-41E8-ADC4-43E0A7C7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881-134B-4911-A8F9-D58A9D1FC0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11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5199E-21CE-4BF5-9427-B46447584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2C9BC9-98C5-4F46-B9B2-AAF5423A0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EA48BD-0797-4517-8B4C-1AB0CBA5B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694068-A00D-42C2-8B59-C6E31316E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C93EDA-1CEE-48E4-B2B7-E0DDE8FF3C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0E976C-0310-4E7B-B02C-B3C5E2EE6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5251-6ECC-4541-9F73-A8B3653F0F10}" type="datetimeFigureOut">
              <a:rPr lang="ko-KR" altLang="en-US" smtClean="0"/>
              <a:t>2023-10-22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EA67A7B-2E36-4409-86F0-6D7AD5FFA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78A6C7-96DA-47CD-B90D-977A77D7B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881-134B-4911-A8F9-D58A9D1FC0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2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E2F92-2AB6-42FA-8855-FE3FD05F3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3F8EB52-6540-4078-9C22-D1495FA5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5251-6ECC-4541-9F73-A8B3653F0F10}" type="datetimeFigureOut">
              <a:rPr lang="ko-KR" altLang="en-US" smtClean="0"/>
              <a:t>2023-10-22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33513C-8112-48CC-B74E-BB17FF6F2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C94B7DA-88D6-49F2-9764-1DF665B5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881-134B-4911-A8F9-D58A9D1FC0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3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E339CF-6391-46E9-8121-3D043B55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5251-6ECC-4541-9F73-A8B3653F0F10}" type="datetimeFigureOut">
              <a:rPr lang="ko-KR" altLang="en-US" smtClean="0"/>
              <a:t>2023-10-22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40D3B1-1C0E-421D-AB9D-CDB4EEE9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3F2EB5-175C-4B27-B3C6-F973319A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881-134B-4911-A8F9-D58A9D1FC0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393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05520-6102-4AC4-92A3-4A16C026A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4EB40-8198-41B7-B505-2E8BA0144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80041C-91A7-47F1-8950-4BEC5CFBC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BD3A2A-A3A3-48DB-98EC-D5860714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5251-6ECC-4541-9F73-A8B3653F0F10}" type="datetimeFigureOut">
              <a:rPr lang="ko-KR" altLang="en-US" smtClean="0"/>
              <a:t>2023-10-22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96599F-80C3-4206-BB52-E63CC8D38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96FD70-7226-40B0-B3E6-DC111E7F5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881-134B-4911-A8F9-D58A9D1FC0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363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8E2D5-C1D8-42A0-B4D8-25EA75143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F87F9E-7BB7-46E1-A290-BEA9BFAC51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FCFAF6-4059-4138-83C2-F9A31AC71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16EAB3-3B0C-4A6D-8345-5240CB084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5251-6ECC-4541-9F73-A8B3653F0F10}" type="datetimeFigureOut">
              <a:rPr lang="ko-KR" altLang="en-US" smtClean="0"/>
              <a:t>2023-10-22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72C5EF-BC53-4131-AA5B-9A2AD771B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E9A07-A993-4151-AD63-33BB2E00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881-134B-4911-A8F9-D58A9D1FC0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81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9787B-C778-4B37-9ADB-8566643FE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A5B192-B3B2-417E-A122-8D6AB60C3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A6A2BE-6700-4A72-81E3-C96CB3F9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5251-6ECC-4541-9F73-A8B3653F0F10}" type="datetimeFigureOut">
              <a:rPr lang="ko-KR" altLang="en-US" smtClean="0"/>
              <a:t>2023-10-22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8C21D8-E2B9-43E8-ABD9-590453666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51032-54B3-4EF0-9C85-7B428914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881-134B-4911-A8F9-D58A9D1FC0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24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E68B25-C488-4C11-BE82-0A7CE0540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842B0F-2DCF-40DD-9444-3DA1EB9C1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A33E16-DBB6-4268-9BFE-8ED8BC47D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5251-6ECC-4541-9F73-A8B3653F0F10}" type="datetimeFigureOut">
              <a:rPr lang="ko-KR" altLang="en-US" smtClean="0"/>
              <a:t>2023-10-22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DB65AB-E662-413C-9FAD-7D142FE5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212700-261A-4547-B480-C68C4320F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881-134B-4911-A8F9-D58A9D1FC0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226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37D0E7C-BDA1-4591-A025-976FBD40D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08BBD1-10F4-4D32-9086-B0D60312E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EDB9A6-A8F1-47B1-85C4-398126C31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15251-6ECC-4541-9F73-A8B3653F0F10}" type="datetimeFigureOut">
              <a:rPr lang="ko-KR" altLang="en-US" smtClean="0"/>
              <a:t>2023-10-22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B27453-9952-4FCD-B78D-F00701997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45C9D9-BE98-4D0C-AE11-9F9A2664F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B0881-134B-4911-A8F9-D58A9D1FC0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74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70BB8-59B9-41C7-A565-76277A46A5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PONKIDS-</a:t>
            </a:r>
            <a:r>
              <a:rPr lang="ko-KR" altLang="en-US" dirty="0"/>
              <a:t>메뉴구조도</a:t>
            </a:r>
          </a:p>
        </p:txBody>
      </p:sp>
    </p:spTree>
    <p:extLst>
      <p:ext uri="{BB962C8B-B14F-4D97-AF65-F5344CB8AC3E}">
        <p14:creationId xmlns:p14="http://schemas.microsoft.com/office/powerpoint/2010/main" val="567708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121770B3-ECE5-46A5-9BC0-34B0FDDE9541}"/>
              </a:ext>
            </a:extLst>
          </p:cNvPr>
          <p:cNvSpPr/>
          <p:nvPr/>
        </p:nvSpPr>
        <p:spPr>
          <a:xfrm>
            <a:off x="342900" y="2122360"/>
            <a:ext cx="11181837" cy="4361462"/>
          </a:xfrm>
          <a:prstGeom prst="roundRect">
            <a:avLst>
              <a:gd name="adj" fmla="val 4306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A546A61-940C-4BA9-BE2C-D71493BDD208}"/>
              </a:ext>
            </a:extLst>
          </p:cNvPr>
          <p:cNvCxnSpPr>
            <a:cxnSpLocks/>
          </p:cNvCxnSpPr>
          <p:nvPr/>
        </p:nvCxnSpPr>
        <p:spPr>
          <a:xfrm>
            <a:off x="222422" y="370704"/>
            <a:ext cx="116730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904D888-17B1-4B29-8CF2-37705A362029}"/>
              </a:ext>
            </a:extLst>
          </p:cNvPr>
          <p:cNvSpPr txBox="1"/>
          <p:nvPr/>
        </p:nvSpPr>
        <p:spPr>
          <a:xfrm>
            <a:off x="214184" y="92165"/>
            <a:ext cx="4003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피오니키즈</a:t>
            </a:r>
            <a:r>
              <a:rPr lang="ko-KR" altLang="en-US" sz="1200" dirty="0"/>
              <a:t> 서비스 구성도 </a:t>
            </a:r>
            <a:r>
              <a:rPr lang="en-US" altLang="ko-KR" sz="1200" dirty="0"/>
              <a:t>(</a:t>
            </a:r>
            <a:r>
              <a:rPr lang="ko-KR" altLang="en-US" sz="1200" dirty="0"/>
              <a:t>관리자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EC9D3E7-FBE1-47A3-B486-AD6E57B3E974}"/>
              </a:ext>
            </a:extLst>
          </p:cNvPr>
          <p:cNvSpPr/>
          <p:nvPr/>
        </p:nvSpPr>
        <p:spPr>
          <a:xfrm>
            <a:off x="6944499" y="603208"/>
            <a:ext cx="4613191" cy="62417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B94940F-AE11-4567-9FCD-A8F5B82E6070}"/>
              </a:ext>
            </a:extLst>
          </p:cNvPr>
          <p:cNvSpPr/>
          <p:nvPr/>
        </p:nvSpPr>
        <p:spPr>
          <a:xfrm>
            <a:off x="469557" y="1028416"/>
            <a:ext cx="1499287" cy="347514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관리자 페이지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0FBAA57-18BA-49C1-A7B6-F17A952C06DE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 flipH="1">
            <a:off x="1219200" y="1375930"/>
            <a:ext cx="1" cy="1112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837087B-A134-45E8-974F-3F8AE3AA55C9}"/>
              </a:ext>
            </a:extLst>
          </p:cNvPr>
          <p:cNvSpPr/>
          <p:nvPr/>
        </p:nvSpPr>
        <p:spPr>
          <a:xfrm>
            <a:off x="469556" y="2488104"/>
            <a:ext cx="1499287" cy="347514"/>
          </a:xfrm>
          <a:prstGeom prst="roundRect">
            <a:avLst/>
          </a:prstGeom>
          <a:solidFill>
            <a:srgbClr val="915EEE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사용자 화면 관리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A3FDF6C-B9F2-4564-8397-C2B9DEB3543E}"/>
              </a:ext>
            </a:extLst>
          </p:cNvPr>
          <p:cNvSpPr/>
          <p:nvPr/>
        </p:nvSpPr>
        <p:spPr>
          <a:xfrm>
            <a:off x="2281881" y="2488104"/>
            <a:ext cx="1499287" cy="347514"/>
          </a:xfrm>
          <a:prstGeom prst="roundRect">
            <a:avLst/>
          </a:prstGeom>
          <a:solidFill>
            <a:srgbClr val="915EEE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회원 관리</a:t>
            </a:r>
            <a:endParaRPr lang="ko-KR" altLang="en-US" sz="1200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63D6338-77EA-457E-9B22-2960DF9ADCDA}"/>
              </a:ext>
            </a:extLst>
          </p:cNvPr>
          <p:cNvSpPr/>
          <p:nvPr/>
        </p:nvSpPr>
        <p:spPr>
          <a:xfrm>
            <a:off x="4094206" y="2488104"/>
            <a:ext cx="1499287" cy="347514"/>
          </a:xfrm>
          <a:prstGeom prst="roundRect">
            <a:avLst/>
          </a:prstGeom>
          <a:solidFill>
            <a:srgbClr val="915EEE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클래스 관리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4DB6E2F-3771-403E-8CDB-EBE3827EAF24}"/>
              </a:ext>
            </a:extLst>
          </p:cNvPr>
          <p:cNvSpPr/>
          <p:nvPr/>
        </p:nvSpPr>
        <p:spPr>
          <a:xfrm>
            <a:off x="5906531" y="2488104"/>
            <a:ext cx="1499287" cy="347514"/>
          </a:xfrm>
          <a:prstGeom prst="roundRect">
            <a:avLst/>
          </a:prstGeom>
          <a:solidFill>
            <a:srgbClr val="915EEE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게시물 관리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18986CE-744D-46C7-B15B-99BE52C1D589}"/>
              </a:ext>
            </a:extLst>
          </p:cNvPr>
          <p:cNvSpPr/>
          <p:nvPr/>
        </p:nvSpPr>
        <p:spPr>
          <a:xfrm>
            <a:off x="7718856" y="2488104"/>
            <a:ext cx="1499287" cy="347514"/>
          </a:xfrm>
          <a:prstGeom prst="roundRect">
            <a:avLst/>
          </a:prstGeom>
          <a:solidFill>
            <a:srgbClr val="915EEE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팝업 관리</a:t>
            </a:r>
            <a:endParaRPr lang="ko-KR" altLang="en-US" sz="1200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D7F5C15-DEB4-4DD7-9A37-64889F728C21}"/>
              </a:ext>
            </a:extLst>
          </p:cNvPr>
          <p:cNvSpPr/>
          <p:nvPr/>
        </p:nvSpPr>
        <p:spPr>
          <a:xfrm>
            <a:off x="9531181" y="2488104"/>
            <a:ext cx="1499287" cy="347514"/>
          </a:xfrm>
          <a:prstGeom prst="roundRect">
            <a:avLst/>
          </a:prstGeom>
          <a:solidFill>
            <a:srgbClr val="915EEE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시스템 관리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DC1124B-23D7-46D4-9EB8-540F98C92710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219199" y="770607"/>
            <a:ext cx="2" cy="257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F1DC602-7958-4DB2-80D7-4A6F6F14B4DA}"/>
              </a:ext>
            </a:extLst>
          </p:cNvPr>
          <p:cNvCxnSpPr>
            <a:cxnSpLocks/>
            <a:stCxn id="82" idx="1"/>
            <a:endCxn id="15" idx="3"/>
          </p:cNvCxnSpPr>
          <p:nvPr/>
        </p:nvCxnSpPr>
        <p:spPr>
          <a:xfrm flipH="1">
            <a:off x="1968844" y="1192265"/>
            <a:ext cx="746471" cy="99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C5E95EA-8158-4494-9EFA-9628E9D1794D}"/>
              </a:ext>
            </a:extLst>
          </p:cNvPr>
          <p:cNvSpPr/>
          <p:nvPr/>
        </p:nvSpPr>
        <p:spPr>
          <a:xfrm>
            <a:off x="2715315" y="1583685"/>
            <a:ext cx="1178011" cy="27323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마이페이지</a:t>
            </a:r>
          </a:p>
        </p:txBody>
      </p: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62CA5D82-46DE-4C02-A49A-CCDFA4FF9DBA}"/>
              </a:ext>
            </a:extLst>
          </p:cNvPr>
          <p:cNvCxnSpPr>
            <a:cxnSpLocks/>
            <a:stCxn id="41" idx="1"/>
          </p:cNvCxnSpPr>
          <p:nvPr/>
        </p:nvCxnSpPr>
        <p:spPr>
          <a:xfrm rot="10800000">
            <a:off x="2342081" y="1192265"/>
            <a:ext cx="373234" cy="52803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B6354E7-53DE-4CCF-A6BF-FAB5E7DAF126}"/>
              </a:ext>
            </a:extLst>
          </p:cNvPr>
          <p:cNvSpPr/>
          <p:nvPr/>
        </p:nvSpPr>
        <p:spPr>
          <a:xfrm>
            <a:off x="4291913" y="2861785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클래스 등록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A9F6BBA-371F-42EF-BA13-6B5C7CB5B4C6}"/>
              </a:ext>
            </a:extLst>
          </p:cNvPr>
          <p:cNvSpPr/>
          <p:nvPr/>
        </p:nvSpPr>
        <p:spPr>
          <a:xfrm>
            <a:off x="4291913" y="3140101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클래스 조회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B3AC4C4-ED8D-4AB7-B859-1E8D5E65A3CC}"/>
              </a:ext>
            </a:extLst>
          </p:cNvPr>
          <p:cNvSpPr/>
          <p:nvPr/>
        </p:nvSpPr>
        <p:spPr>
          <a:xfrm>
            <a:off x="4159793" y="3410797"/>
            <a:ext cx="1326607" cy="2383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수업 관리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31B716E-4841-427A-AA1A-4015B773AEC0}"/>
              </a:ext>
            </a:extLst>
          </p:cNvPr>
          <p:cNvSpPr/>
          <p:nvPr/>
        </p:nvSpPr>
        <p:spPr>
          <a:xfrm>
            <a:off x="4299533" y="3681817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수업 등록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081057A-5856-4379-B54B-F7F13A1E2896}"/>
              </a:ext>
            </a:extLst>
          </p:cNvPr>
          <p:cNvSpPr/>
          <p:nvPr/>
        </p:nvSpPr>
        <p:spPr>
          <a:xfrm>
            <a:off x="4288206" y="3964754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수업 조회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1EB6795-ACEF-4472-A87D-FFB59E215D76}"/>
              </a:ext>
            </a:extLst>
          </p:cNvPr>
          <p:cNvSpPr/>
          <p:nvPr/>
        </p:nvSpPr>
        <p:spPr>
          <a:xfrm>
            <a:off x="2479588" y="2861785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회원 등록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C738062-F108-41E3-9F72-60D41DEABA0E}"/>
              </a:ext>
            </a:extLst>
          </p:cNvPr>
          <p:cNvSpPr/>
          <p:nvPr/>
        </p:nvSpPr>
        <p:spPr>
          <a:xfrm>
            <a:off x="2479588" y="3140101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회원 조회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6085102-7CE5-4DB3-A49F-351EC1E0DDEA}"/>
              </a:ext>
            </a:extLst>
          </p:cNvPr>
          <p:cNvSpPr/>
          <p:nvPr/>
        </p:nvSpPr>
        <p:spPr>
          <a:xfrm>
            <a:off x="667263" y="2861785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배너 등록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0F7E36A-E4E8-4CC1-A846-AE35A98F9254}"/>
              </a:ext>
            </a:extLst>
          </p:cNvPr>
          <p:cNvSpPr/>
          <p:nvPr/>
        </p:nvSpPr>
        <p:spPr>
          <a:xfrm>
            <a:off x="667263" y="3140101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베너</a:t>
            </a:r>
            <a:r>
              <a:rPr lang="ko-KR" altLang="en-US" sz="900" dirty="0">
                <a:solidFill>
                  <a:schemeClr val="tx1"/>
                </a:solidFill>
              </a:rPr>
              <a:t> 조회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E2D34C3-89F2-4308-87CB-06242F4FFA84}"/>
              </a:ext>
            </a:extLst>
          </p:cNvPr>
          <p:cNvSpPr/>
          <p:nvPr/>
        </p:nvSpPr>
        <p:spPr>
          <a:xfrm>
            <a:off x="6103826" y="2861785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게시물 등록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8D08D71-B59A-4E74-9C5A-EDAA9A011750}"/>
              </a:ext>
            </a:extLst>
          </p:cNvPr>
          <p:cNvSpPr/>
          <p:nvPr/>
        </p:nvSpPr>
        <p:spPr>
          <a:xfrm>
            <a:off x="6103826" y="3140101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게시물 조회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D4E6B6F-4C9D-4E3D-B3E4-8A68A51BBB8F}"/>
              </a:ext>
            </a:extLst>
          </p:cNvPr>
          <p:cNvSpPr/>
          <p:nvPr/>
        </p:nvSpPr>
        <p:spPr>
          <a:xfrm>
            <a:off x="6111446" y="3684338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게시판 등록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BC0A13D-FAEB-4AEA-A3CD-90359929CF91}"/>
              </a:ext>
            </a:extLst>
          </p:cNvPr>
          <p:cNvSpPr/>
          <p:nvPr/>
        </p:nvSpPr>
        <p:spPr>
          <a:xfrm>
            <a:off x="6111446" y="3947414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게시판 조회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AC60EBA-4506-495F-8F70-E10C7794FE1B}"/>
              </a:ext>
            </a:extLst>
          </p:cNvPr>
          <p:cNvSpPr/>
          <p:nvPr/>
        </p:nvSpPr>
        <p:spPr>
          <a:xfrm>
            <a:off x="7912444" y="2861785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팝업 등록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BE510CE3-0FB6-48BC-A77A-13822ED22B6A}"/>
              </a:ext>
            </a:extLst>
          </p:cNvPr>
          <p:cNvSpPr/>
          <p:nvPr/>
        </p:nvSpPr>
        <p:spPr>
          <a:xfrm>
            <a:off x="7912444" y="3140101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팝업 </a:t>
            </a:r>
            <a:r>
              <a:rPr lang="ko-KR" altLang="en-US" sz="900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FF4C3BDB-5A93-4D96-81F9-CD6812848C77}"/>
              </a:ext>
            </a:extLst>
          </p:cNvPr>
          <p:cNvSpPr/>
          <p:nvPr/>
        </p:nvSpPr>
        <p:spPr>
          <a:xfrm>
            <a:off x="2715315" y="1055647"/>
            <a:ext cx="1178011" cy="27323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로그아웃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139F4A56-B8FD-4A03-9EB1-BA31FA3DF6F1}"/>
              </a:ext>
            </a:extLst>
          </p:cNvPr>
          <p:cNvSpPr/>
          <p:nvPr/>
        </p:nvSpPr>
        <p:spPr>
          <a:xfrm>
            <a:off x="634310" y="526431"/>
            <a:ext cx="1178011" cy="27323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로그인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DB35DB7-A5BD-41A8-B6F5-2DF13EA7AC69}"/>
              </a:ext>
            </a:extLst>
          </p:cNvPr>
          <p:cNvSpPr/>
          <p:nvPr/>
        </p:nvSpPr>
        <p:spPr>
          <a:xfrm>
            <a:off x="6004198" y="3413318"/>
            <a:ext cx="1326607" cy="2383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게시판 관리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DBCE42F-750D-46EA-85BF-1652F7EDE927}"/>
              </a:ext>
            </a:extLst>
          </p:cNvPr>
          <p:cNvSpPr/>
          <p:nvPr/>
        </p:nvSpPr>
        <p:spPr>
          <a:xfrm>
            <a:off x="9713442" y="3109893"/>
            <a:ext cx="1103871" cy="1969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권한 등록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97C6A27B-CB3F-4155-8CE1-248FBF0E82B0}"/>
              </a:ext>
            </a:extLst>
          </p:cNvPr>
          <p:cNvSpPr/>
          <p:nvPr/>
        </p:nvSpPr>
        <p:spPr>
          <a:xfrm>
            <a:off x="9713442" y="3338781"/>
            <a:ext cx="1103871" cy="1969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권한 조회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7FAA9A23-5261-424F-B491-9DB1F1E413DF}"/>
              </a:ext>
            </a:extLst>
          </p:cNvPr>
          <p:cNvSpPr/>
          <p:nvPr/>
        </p:nvSpPr>
        <p:spPr>
          <a:xfrm>
            <a:off x="9606194" y="3559820"/>
            <a:ext cx="1326607" cy="196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게시판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그룹 권한 관리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7B8AE6D-BF12-470C-8445-1F0006E740FA}"/>
              </a:ext>
            </a:extLst>
          </p:cNvPr>
          <p:cNvSpPr/>
          <p:nvPr/>
        </p:nvSpPr>
        <p:spPr>
          <a:xfrm>
            <a:off x="9606194" y="2885570"/>
            <a:ext cx="1326607" cy="196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회원</a:t>
            </a:r>
            <a:r>
              <a:rPr lang="en-US" altLang="ko-KR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>
                <a:solidFill>
                  <a:schemeClr val="tx1"/>
                </a:solidFill>
              </a:rPr>
              <a:t>그룹 권한 관리</a:t>
            </a: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CD8A56EA-FEE7-43D6-8D72-8E9916892498}"/>
              </a:ext>
            </a:extLst>
          </p:cNvPr>
          <p:cNvSpPr/>
          <p:nvPr/>
        </p:nvSpPr>
        <p:spPr>
          <a:xfrm>
            <a:off x="7117496" y="683182"/>
            <a:ext cx="1499287" cy="238364"/>
          </a:xfrm>
          <a:prstGeom prst="roundRect">
            <a:avLst/>
          </a:prstGeom>
          <a:solidFill>
            <a:srgbClr val="915EEE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 DEPTH</a:t>
            </a:r>
            <a:endParaRPr lang="ko-KR" altLang="en-US" sz="1200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06E92E39-4CC1-4C35-9241-760BCFF89638}"/>
              </a:ext>
            </a:extLst>
          </p:cNvPr>
          <p:cNvSpPr/>
          <p:nvPr/>
        </p:nvSpPr>
        <p:spPr>
          <a:xfrm>
            <a:off x="8816293" y="683183"/>
            <a:ext cx="1326607" cy="2383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2 DEPTH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0B67DECD-4CA4-4FD3-9B9F-E7672517098B}"/>
              </a:ext>
            </a:extLst>
          </p:cNvPr>
          <p:cNvSpPr/>
          <p:nvPr/>
        </p:nvSpPr>
        <p:spPr>
          <a:xfrm>
            <a:off x="10297872" y="674341"/>
            <a:ext cx="1103871" cy="2472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3 DEPTH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86219C4-D9D6-41AC-9D47-CAFD01370675}"/>
              </a:ext>
            </a:extLst>
          </p:cNvPr>
          <p:cNvSpPr txBox="1"/>
          <p:nvPr/>
        </p:nvSpPr>
        <p:spPr>
          <a:xfrm>
            <a:off x="7430404" y="965771"/>
            <a:ext cx="87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/>
              <a:t>아코디언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DAE5E50-7355-4D1E-985C-3C9EB576CEA8}"/>
              </a:ext>
            </a:extLst>
          </p:cNvPr>
          <p:cNvSpPr txBox="1"/>
          <p:nvPr/>
        </p:nvSpPr>
        <p:spPr>
          <a:xfrm>
            <a:off x="9040902" y="965771"/>
            <a:ext cx="87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/>
              <a:t>아코디언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C325C37-BCFE-4A39-AF45-B0C4CE370097}"/>
              </a:ext>
            </a:extLst>
          </p:cNvPr>
          <p:cNvSpPr txBox="1"/>
          <p:nvPr/>
        </p:nvSpPr>
        <p:spPr>
          <a:xfrm>
            <a:off x="10413072" y="949295"/>
            <a:ext cx="87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실제메뉴</a:t>
            </a: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251452CB-0CAD-47AF-9A04-F0EB4E5A0CBD}"/>
              </a:ext>
            </a:extLst>
          </p:cNvPr>
          <p:cNvCxnSpPr>
            <a:cxnSpLocks/>
          </p:cNvCxnSpPr>
          <p:nvPr/>
        </p:nvCxnSpPr>
        <p:spPr>
          <a:xfrm flipV="1">
            <a:off x="1219199" y="2324640"/>
            <a:ext cx="9061626" cy="63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76BBA3A3-E834-4953-98EB-8445F0A7E815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0280825" y="2324640"/>
            <a:ext cx="0" cy="163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4FC90B67-4448-44C5-B43D-6EA478B57B8A}"/>
              </a:ext>
            </a:extLst>
          </p:cNvPr>
          <p:cNvCxnSpPr>
            <a:cxnSpLocks/>
          </p:cNvCxnSpPr>
          <p:nvPr/>
        </p:nvCxnSpPr>
        <p:spPr>
          <a:xfrm>
            <a:off x="8467265" y="2324640"/>
            <a:ext cx="0" cy="163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9C51C3BD-B730-4F7C-ADA6-9BC8D176F3B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6656174" y="2324640"/>
            <a:ext cx="1" cy="163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F0517E95-D50D-4E60-B963-6C55C235E3BD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4843850" y="2331039"/>
            <a:ext cx="0" cy="157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D520A98B-D52D-4D92-A2BF-59A3590C7BB2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3031525" y="2331039"/>
            <a:ext cx="0" cy="157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25981771-7194-44EE-B4DC-EB81A5E136F3}"/>
              </a:ext>
            </a:extLst>
          </p:cNvPr>
          <p:cNvSpPr/>
          <p:nvPr/>
        </p:nvSpPr>
        <p:spPr>
          <a:xfrm>
            <a:off x="630192" y="1613501"/>
            <a:ext cx="1178011" cy="27323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대시보드 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통계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43F1517C-4566-4CFF-8F7E-88C18B0B28C6}"/>
              </a:ext>
            </a:extLst>
          </p:cNvPr>
          <p:cNvSpPr/>
          <p:nvPr/>
        </p:nvSpPr>
        <p:spPr>
          <a:xfrm>
            <a:off x="1765338" y="1679581"/>
            <a:ext cx="407010" cy="15646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미정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B6971B4D-D4B6-4E53-A32B-16A48A68A441}"/>
              </a:ext>
            </a:extLst>
          </p:cNvPr>
          <p:cNvSpPr/>
          <p:nvPr/>
        </p:nvSpPr>
        <p:spPr>
          <a:xfrm>
            <a:off x="9606194" y="4229782"/>
            <a:ext cx="1326607" cy="196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사용자 메뉴 관리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3F03634C-4830-42FF-A252-78EF664DE6A1}"/>
              </a:ext>
            </a:extLst>
          </p:cNvPr>
          <p:cNvSpPr/>
          <p:nvPr/>
        </p:nvSpPr>
        <p:spPr>
          <a:xfrm>
            <a:off x="9606194" y="4899744"/>
            <a:ext cx="1326607" cy="196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관리자 메뉴 관리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33BE65E4-CB4F-475A-9A4F-CC0F3119C77F}"/>
              </a:ext>
            </a:extLst>
          </p:cNvPr>
          <p:cNvSpPr/>
          <p:nvPr/>
        </p:nvSpPr>
        <p:spPr>
          <a:xfrm>
            <a:off x="9606194" y="5571524"/>
            <a:ext cx="1326607" cy="196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공통코드 관리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4E031A1F-2514-4C10-9271-F89336C10D5D}"/>
              </a:ext>
            </a:extLst>
          </p:cNvPr>
          <p:cNvSpPr/>
          <p:nvPr/>
        </p:nvSpPr>
        <p:spPr>
          <a:xfrm>
            <a:off x="9713442" y="3778870"/>
            <a:ext cx="1103871" cy="1969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권한 등록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7327D4D-C2AB-4ED5-8B8F-90C85CE4D409}"/>
              </a:ext>
            </a:extLst>
          </p:cNvPr>
          <p:cNvSpPr/>
          <p:nvPr/>
        </p:nvSpPr>
        <p:spPr>
          <a:xfrm>
            <a:off x="9713442" y="4007758"/>
            <a:ext cx="1103871" cy="1969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권한 조회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F817B56C-EA82-4D49-8CCA-A2E0ACA952F8}"/>
              </a:ext>
            </a:extLst>
          </p:cNvPr>
          <p:cNvSpPr/>
          <p:nvPr/>
        </p:nvSpPr>
        <p:spPr>
          <a:xfrm>
            <a:off x="9713442" y="4459224"/>
            <a:ext cx="1103871" cy="1969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메뉴 등록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4EB0C79C-376F-41F1-A2B5-73A0192B116D}"/>
              </a:ext>
            </a:extLst>
          </p:cNvPr>
          <p:cNvSpPr/>
          <p:nvPr/>
        </p:nvSpPr>
        <p:spPr>
          <a:xfrm>
            <a:off x="9713442" y="4688112"/>
            <a:ext cx="1103871" cy="1969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메뉴 조회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CB20B337-CF7E-45B6-8019-E908CE6AACB9}"/>
              </a:ext>
            </a:extLst>
          </p:cNvPr>
          <p:cNvSpPr/>
          <p:nvPr/>
        </p:nvSpPr>
        <p:spPr>
          <a:xfrm>
            <a:off x="9713442" y="5119770"/>
            <a:ext cx="1103871" cy="1969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메뉴 등록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C3425751-0EAB-4E6F-BC81-CD31AE7139D3}"/>
              </a:ext>
            </a:extLst>
          </p:cNvPr>
          <p:cNvSpPr/>
          <p:nvPr/>
        </p:nvSpPr>
        <p:spPr>
          <a:xfrm>
            <a:off x="9713442" y="5348658"/>
            <a:ext cx="1103871" cy="1969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메뉴 조회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AB16D3CA-B51E-413C-AEA4-E762CD346686}"/>
              </a:ext>
            </a:extLst>
          </p:cNvPr>
          <p:cNvSpPr/>
          <p:nvPr/>
        </p:nvSpPr>
        <p:spPr>
          <a:xfrm>
            <a:off x="9713442" y="5795275"/>
            <a:ext cx="1103871" cy="1969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공통콛</a:t>
            </a:r>
            <a:r>
              <a:rPr lang="ko-KR" altLang="en-US" sz="900" dirty="0">
                <a:solidFill>
                  <a:schemeClr val="tx1"/>
                </a:solidFill>
              </a:rPr>
              <a:t> 등록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35C0ED99-6DE0-4A01-9120-DA7BBD4C85DD}"/>
              </a:ext>
            </a:extLst>
          </p:cNvPr>
          <p:cNvSpPr/>
          <p:nvPr/>
        </p:nvSpPr>
        <p:spPr>
          <a:xfrm>
            <a:off x="9713442" y="6024163"/>
            <a:ext cx="1103871" cy="1969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공통코드 조회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98F4D1AF-C334-4519-8850-3CE254DA1705}"/>
              </a:ext>
            </a:extLst>
          </p:cNvPr>
          <p:cNvSpPr/>
          <p:nvPr/>
        </p:nvSpPr>
        <p:spPr>
          <a:xfrm>
            <a:off x="4826187" y="1066389"/>
            <a:ext cx="1178011" cy="27323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ID </a:t>
            </a:r>
            <a:r>
              <a:rPr lang="ko-KR" altLang="en-US" sz="1100" dirty="0">
                <a:solidFill>
                  <a:schemeClr val="tx1"/>
                </a:solidFill>
              </a:rPr>
              <a:t>찾기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C3EAC0C2-95C8-4B74-9E68-E2C86900E6FD}"/>
              </a:ext>
            </a:extLst>
          </p:cNvPr>
          <p:cNvSpPr/>
          <p:nvPr/>
        </p:nvSpPr>
        <p:spPr>
          <a:xfrm>
            <a:off x="4818567" y="526431"/>
            <a:ext cx="1178011" cy="27323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회원가입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5A9BA7A3-B796-4969-94DC-50F77509D88A}"/>
              </a:ext>
            </a:extLst>
          </p:cNvPr>
          <p:cNvSpPr/>
          <p:nvPr/>
        </p:nvSpPr>
        <p:spPr>
          <a:xfrm>
            <a:off x="4826187" y="1582402"/>
            <a:ext cx="1178011" cy="27323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PW</a:t>
            </a:r>
            <a:r>
              <a:rPr lang="ko-KR" altLang="en-US" sz="1100" dirty="0">
                <a:solidFill>
                  <a:schemeClr val="tx1"/>
                </a:solidFill>
              </a:rPr>
              <a:t> 찾기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43EDF495-0348-40CC-B124-9F7DC9630055}"/>
              </a:ext>
            </a:extLst>
          </p:cNvPr>
          <p:cNvCxnSpPr>
            <a:cxnSpLocks/>
            <a:stCxn id="80" idx="1"/>
            <a:endCxn id="83" idx="3"/>
          </p:cNvCxnSpPr>
          <p:nvPr/>
        </p:nvCxnSpPr>
        <p:spPr>
          <a:xfrm flipH="1">
            <a:off x="1812321" y="663049"/>
            <a:ext cx="30062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206614F8-ED20-47C7-9E6D-19B0E52A7D35}"/>
              </a:ext>
            </a:extLst>
          </p:cNvPr>
          <p:cNvCxnSpPr>
            <a:cxnSpLocks/>
            <a:stCxn id="81" idx="1"/>
          </p:cNvCxnSpPr>
          <p:nvPr/>
        </p:nvCxnSpPr>
        <p:spPr>
          <a:xfrm rot="10800000">
            <a:off x="4476003" y="662996"/>
            <a:ext cx="350184" cy="105602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70C9049-593F-4222-BD01-97C5530321FE}"/>
              </a:ext>
            </a:extLst>
          </p:cNvPr>
          <p:cNvCxnSpPr>
            <a:cxnSpLocks/>
            <a:stCxn id="72" idx="1"/>
          </p:cNvCxnSpPr>
          <p:nvPr/>
        </p:nvCxnSpPr>
        <p:spPr>
          <a:xfrm flipH="1">
            <a:off x="4476002" y="1203007"/>
            <a:ext cx="3501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0AB69FA3-92CF-47FC-B6EB-E6177594FC41}"/>
              </a:ext>
            </a:extLst>
          </p:cNvPr>
          <p:cNvCxnSpPr>
            <a:cxnSpLocks/>
          </p:cNvCxnSpPr>
          <p:nvPr/>
        </p:nvCxnSpPr>
        <p:spPr>
          <a:xfrm>
            <a:off x="7547431" y="2331039"/>
            <a:ext cx="285932" cy="15778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715E244E-0150-44D5-8AD9-E63B60D304CE}"/>
              </a:ext>
            </a:extLst>
          </p:cNvPr>
          <p:cNvSpPr/>
          <p:nvPr/>
        </p:nvSpPr>
        <p:spPr>
          <a:xfrm>
            <a:off x="7430404" y="3908937"/>
            <a:ext cx="1499287" cy="347514"/>
          </a:xfrm>
          <a:prstGeom prst="roundRect">
            <a:avLst/>
          </a:prstGeom>
          <a:solidFill>
            <a:srgbClr val="915EEE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설문조사 관리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E83BA31-4225-47CA-A092-B20D1DA7A0AB}"/>
              </a:ext>
            </a:extLst>
          </p:cNvPr>
          <p:cNvSpPr/>
          <p:nvPr/>
        </p:nvSpPr>
        <p:spPr>
          <a:xfrm>
            <a:off x="7627699" y="4282618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설문조사 등록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376D9CC0-D2FC-4868-BDC8-3C977AF56376}"/>
              </a:ext>
            </a:extLst>
          </p:cNvPr>
          <p:cNvSpPr/>
          <p:nvPr/>
        </p:nvSpPr>
        <p:spPr>
          <a:xfrm>
            <a:off x="7627699" y="4560934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설문조사 조회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003F33AA-B38E-407F-97BD-615839A1C09E}"/>
              </a:ext>
            </a:extLst>
          </p:cNvPr>
          <p:cNvSpPr/>
          <p:nvPr/>
        </p:nvSpPr>
        <p:spPr>
          <a:xfrm>
            <a:off x="4159793" y="4495895"/>
            <a:ext cx="1326607" cy="2383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후기 관리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309F008-F7E4-4EBF-A5A4-A90AB2285BBA}"/>
              </a:ext>
            </a:extLst>
          </p:cNvPr>
          <p:cNvSpPr/>
          <p:nvPr/>
        </p:nvSpPr>
        <p:spPr>
          <a:xfrm>
            <a:off x="4288206" y="4758231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후기 조회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EA3B50FD-3CB8-4EE6-995D-2FAE0B39915F}"/>
              </a:ext>
            </a:extLst>
          </p:cNvPr>
          <p:cNvSpPr/>
          <p:nvPr/>
        </p:nvSpPr>
        <p:spPr>
          <a:xfrm>
            <a:off x="4288206" y="4230193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신청현황 조회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F59DA6B-ECB0-45EB-AD21-52DE760DBDC2}"/>
              </a:ext>
            </a:extLst>
          </p:cNvPr>
          <p:cNvSpPr/>
          <p:nvPr/>
        </p:nvSpPr>
        <p:spPr>
          <a:xfrm>
            <a:off x="4159793" y="5020568"/>
            <a:ext cx="1326607" cy="2383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문의 관리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9E573C32-EDD0-4D09-B04F-80BA61470ED1}"/>
              </a:ext>
            </a:extLst>
          </p:cNvPr>
          <p:cNvSpPr/>
          <p:nvPr/>
        </p:nvSpPr>
        <p:spPr>
          <a:xfrm>
            <a:off x="4288206" y="5282904"/>
            <a:ext cx="1103871" cy="238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문의 조회</a:t>
            </a:r>
          </a:p>
        </p:txBody>
      </p:sp>
    </p:spTree>
    <p:extLst>
      <p:ext uri="{BB962C8B-B14F-4D97-AF65-F5344CB8AC3E}">
        <p14:creationId xmlns:p14="http://schemas.microsoft.com/office/powerpoint/2010/main" val="4200055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129</Words>
  <Application>Microsoft Office PowerPoint</Application>
  <PresentationFormat>와이드스크린</PresentationFormat>
  <Paragraphs>62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PONKIDS-메뉴구조도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PONKIDS-메뉴구조도</dc:title>
  <dc:creator>안성기</dc:creator>
  <cp:lastModifiedBy>안성기</cp:lastModifiedBy>
  <cp:revision>17</cp:revision>
  <dcterms:created xsi:type="dcterms:W3CDTF">2023-09-23T09:37:18Z</dcterms:created>
  <dcterms:modified xsi:type="dcterms:W3CDTF">2023-10-22T12:20:20Z</dcterms:modified>
</cp:coreProperties>
</file>