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heme/theme2.xml" ContentType="application/vnd.openxmlformats-officedocument.theme+xml"/>
  <Override PartName="/ppt/tags/tag32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8"/>
  </p:notesMasterIdLst>
  <p:sldIdLst>
    <p:sldId id="259" r:id="rId2"/>
    <p:sldId id="256" r:id="rId3"/>
    <p:sldId id="262" r:id="rId4"/>
    <p:sldId id="263" r:id="rId5"/>
    <p:sldId id="264" r:id="rId6"/>
    <p:sldId id="265" r:id="rId7"/>
    <p:sldId id="266" r:id="rId8"/>
    <p:sldId id="267" r:id="rId9"/>
    <p:sldId id="271" r:id="rId10"/>
    <p:sldId id="280" r:id="rId11"/>
    <p:sldId id="278" r:id="rId12"/>
    <p:sldId id="283" r:id="rId13"/>
    <p:sldId id="284" r:id="rId14"/>
    <p:sldId id="279" r:id="rId15"/>
    <p:sldId id="285" r:id="rId16"/>
    <p:sldId id="286" r:id="rId17"/>
    <p:sldId id="293" r:id="rId18"/>
    <p:sldId id="295" r:id="rId19"/>
    <p:sldId id="294" r:id="rId20"/>
    <p:sldId id="296" r:id="rId21"/>
    <p:sldId id="300" r:id="rId22"/>
    <p:sldId id="290" r:id="rId23"/>
    <p:sldId id="289" r:id="rId24"/>
    <p:sldId id="288" r:id="rId25"/>
    <p:sldId id="297" r:id="rId26"/>
    <p:sldId id="302" r:id="rId27"/>
    <p:sldId id="298" r:id="rId28"/>
    <p:sldId id="309" r:id="rId29"/>
    <p:sldId id="308" r:id="rId30"/>
    <p:sldId id="301" r:id="rId31"/>
    <p:sldId id="304" r:id="rId32"/>
    <p:sldId id="305" r:id="rId33"/>
    <p:sldId id="306" r:id="rId34"/>
    <p:sldId id="307" r:id="rId35"/>
    <p:sldId id="310" r:id="rId36"/>
    <p:sldId id="311" r:id="rId37"/>
    <p:sldId id="322" r:id="rId38"/>
    <p:sldId id="323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268" r:id="rId50"/>
    <p:sldId id="260" r:id="rId51"/>
    <p:sldId id="276" r:id="rId52"/>
    <p:sldId id="277" r:id="rId53"/>
    <p:sldId id="269" r:id="rId54"/>
    <p:sldId id="274" r:id="rId55"/>
    <p:sldId id="270" r:id="rId56"/>
    <p:sldId id="261" r:id="rId5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57F380"/>
    <a:srgbClr val="FFF911"/>
    <a:srgbClr val="E6E100"/>
    <a:srgbClr val="D5D000"/>
    <a:srgbClr val="A792DC"/>
    <a:srgbClr val="E6E6E6"/>
    <a:srgbClr val="F2F2F2"/>
    <a:srgbClr val="BA8AE3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6970" autoAdjust="0"/>
  </p:normalViewPr>
  <p:slideViewPr>
    <p:cSldViewPr snapToGrid="0">
      <p:cViewPr varScale="1">
        <p:scale>
          <a:sx n="131" d="100"/>
          <a:sy n="131" d="100"/>
        </p:scale>
        <p:origin x="1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4" d="100"/>
          <a:sy n="104" d="100"/>
        </p:scale>
        <p:origin x="3480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514443-DB38-4FE0-9488-D951E8B3E1A1}" type="datetimeFigureOut">
              <a:rPr lang="ko-KR" altLang="en-US" smtClean="0"/>
              <a:t>2023-11-10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5DCFD-CFAE-440D-B1CA-E339C10EA9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8141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5425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28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1995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5098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0292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15154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3052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2350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128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70155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026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4207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7244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29396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9961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1607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7094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286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811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356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7767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87448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1522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845970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8169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6640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24160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43161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92290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42125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5183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3770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879190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2171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56572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5063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71252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636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12510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95352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92901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4742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72246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049336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192157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74091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031459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053888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5DCFD-CFAE-440D-B1CA-E339C10EA962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9702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12" Type="http://schemas.openxmlformats.org/officeDocument/2006/relationships/image" Target="NUL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10" Type="http://schemas.openxmlformats.org/officeDocument/2006/relationships/tags" Target="../tags/tag20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28.xml"/><Relationship Id="rId3" Type="http://schemas.openxmlformats.org/officeDocument/2006/relationships/tags" Target="../tags/tag23.xml"/><Relationship Id="rId7" Type="http://schemas.openxmlformats.org/officeDocument/2006/relationships/tags" Target="../tags/tag27.xml"/><Relationship Id="rId12" Type="http://schemas.openxmlformats.org/officeDocument/2006/relationships/image" Target="NUL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tags" Target="../tags/tag2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5.xml"/><Relationship Id="rId10" Type="http://schemas.openxmlformats.org/officeDocument/2006/relationships/tags" Target="../tags/tag30.xml"/><Relationship Id="rId4" Type="http://schemas.openxmlformats.org/officeDocument/2006/relationships/tags" Target="../tags/tag24.xml"/><Relationship Id="rId9" Type="http://schemas.openxmlformats.org/officeDocument/2006/relationships/tags" Target="../tags/tag29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8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12" Type="http://schemas.openxmlformats.org/officeDocument/2006/relationships/image" Target="NUL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5.xml"/><Relationship Id="rId10" Type="http://schemas.openxmlformats.org/officeDocument/2006/relationships/tags" Target="../tags/tag40.xml"/><Relationship Id="rId4" Type="http://schemas.openxmlformats.org/officeDocument/2006/relationships/tags" Target="../tags/tag34.xml"/><Relationship Id="rId9" Type="http://schemas.openxmlformats.org/officeDocument/2006/relationships/tags" Target="../tags/tag39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3" Type="http://schemas.openxmlformats.org/officeDocument/2006/relationships/tags" Target="../tags/tag43.xml"/><Relationship Id="rId7" Type="http://schemas.openxmlformats.org/officeDocument/2006/relationships/tags" Target="../tags/tag47.xml"/><Relationship Id="rId12" Type="http://schemas.openxmlformats.org/officeDocument/2006/relationships/image" Target="NUL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tags" Target="../tags/tag4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45.xml"/><Relationship Id="rId10" Type="http://schemas.openxmlformats.org/officeDocument/2006/relationships/tags" Target="../tags/tag50.xml"/><Relationship Id="rId4" Type="http://schemas.openxmlformats.org/officeDocument/2006/relationships/tags" Target="../tags/tag44.xml"/><Relationship Id="rId9" Type="http://schemas.openxmlformats.org/officeDocument/2006/relationships/tags" Target="../tags/tag49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58.xml"/><Relationship Id="rId3" Type="http://schemas.openxmlformats.org/officeDocument/2006/relationships/tags" Target="../tags/tag53.xml"/><Relationship Id="rId7" Type="http://schemas.openxmlformats.org/officeDocument/2006/relationships/tags" Target="../tags/tag57.xml"/><Relationship Id="rId12" Type="http://schemas.openxmlformats.org/officeDocument/2006/relationships/image" Target="NUL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6" Type="http://schemas.openxmlformats.org/officeDocument/2006/relationships/tags" Target="../tags/tag5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55.xml"/><Relationship Id="rId10" Type="http://schemas.openxmlformats.org/officeDocument/2006/relationships/tags" Target="../tags/tag60.xml"/><Relationship Id="rId4" Type="http://schemas.openxmlformats.org/officeDocument/2006/relationships/tags" Target="../tags/tag54.xml"/><Relationship Id="rId9" Type="http://schemas.openxmlformats.org/officeDocument/2006/relationships/tags" Target="../tags/tag59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7" Type="http://schemas.openxmlformats.org/officeDocument/2006/relationships/tags" Target="../tags/tag67.xml"/><Relationship Id="rId12" Type="http://schemas.openxmlformats.org/officeDocument/2006/relationships/image" Target="NUL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65.xml"/><Relationship Id="rId10" Type="http://schemas.openxmlformats.org/officeDocument/2006/relationships/tags" Target="../tags/tag70.xml"/><Relationship Id="rId4" Type="http://schemas.openxmlformats.org/officeDocument/2006/relationships/tags" Target="../tags/tag64.xml"/><Relationship Id="rId9" Type="http://schemas.openxmlformats.org/officeDocument/2006/relationships/tags" Target="../tags/tag69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NULL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75.xml"/><Relationship Id="rId10" Type="http://schemas.openxmlformats.org/officeDocument/2006/relationships/tags" Target="../tags/tag80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image" Target="NUL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85.xml"/><Relationship Id="rId10" Type="http://schemas.openxmlformats.org/officeDocument/2006/relationships/tags" Target="../tags/tag90.xml"/><Relationship Id="rId4" Type="http://schemas.openxmlformats.org/officeDocument/2006/relationships/tags" Target="../tags/tag84.xml"/><Relationship Id="rId9" Type="http://schemas.openxmlformats.org/officeDocument/2006/relationships/tags" Target="../tags/tag89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12" Type="http://schemas.openxmlformats.org/officeDocument/2006/relationships/image" Target="NUL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95.xml"/><Relationship Id="rId10" Type="http://schemas.openxmlformats.org/officeDocument/2006/relationships/tags" Target="../tags/tag100.xml"/><Relationship Id="rId4" Type="http://schemas.openxmlformats.org/officeDocument/2006/relationships/tags" Target="../tags/tag94.xml"/><Relationship Id="rId9" Type="http://schemas.openxmlformats.org/officeDocument/2006/relationships/tags" Target="../tags/tag99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08.xml"/><Relationship Id="rId3" Type="http://schemas.openxmlformats.org/officeDocument/2006/relationships/tags" Target="../tags/tag103.xml"/><Relationship Id="rId7" Type="http://schemas.openxmlformats.org/officeDocument/2006/relationships/tags" Target="../tags/tag107.xml"/><Relationship Id="rId12" Type="http://schemas.openxmlformats.org/officeDocument/2006/relationships/image" Target="NUL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tags" Target="../tags/tag10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05.xml"/><Relationship Id="rId10" Type="http://schemas.openxmlformats.org/officeDocument/2006/relationships/tags" Target="../tags/tag110.xml"/><Relationship Id="rId4" Type="http://schemas.openxmlformats.org/officeDocument/2006/relationships/tags" Target="../tags/tag104.xml"/><Relationship Id="rId9" Type="http://schemas.openxmlformats.org/officeDocument/2006/relationships/tags" Target="../tags/tag109.xml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image" Target="NULL"/><Relationship Id="rId2" Type="http://schemas.openxmlformats.org/officeDocument/2006/relationships/tags" Target="../tags/tag112.xml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15.xml"/><Relationship Id="rId10" Type="http://schemas.openxmlformats.org/officeDocument/2006/relationships/tags" Target="../tags/tag120.xml"/><Relationship Id="rId4" Type="http://schemas.openxmlformats.org/officeDocument/2006/relationships/tags" Target="../tags/tag114.xml"/><Relationship Id="rId9" Type="http://schemas.openxmlformats.org/officeDocument/2006/relationships/tags" Target="../tags/tag119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28.xml"/><Relationship Id="rId3" Type="http://schemas.openxmlformats.org/officeDocument/2006/relationships/tags" Target="../tags/tag123.xml"/><Relationship Id="rId7" Type="http://schemas.openxmlformats.org/officeDocument/2006/relationships/tags" Target="../tags/tag127.xml"/><Relationship Id="rId12" Type="http://schemas.openxmlformats.org/officeDocument/2006/relationships/image" Target="NUL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tags" Target="../tags/tag12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5.xml"/><Relationship Id="rId10" Type="http://schemas.openxmlformats.org/officeDocument/2006/relationships/tags" Target="../tags/tag130.xml"/><Relationship Id="rId4" Type="http://schemas.openxmlformats.org/officeDocument/2006/relationships/tags" Target="../tags/tag124.xml"/><Relationship Id="rId9" Type="http://schemas.openxmlformats.org/officeDocument/2006/relationships/tags" Target="../tags/tag129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3" Type="http://schemas.openxmlformats.org/officeDocument/2006/relationships/tags" Target="../tags/tag133.xml"/><Relationship Id="rId7" Type="http://schemas.openxmlformats.org/officeDocument/2006/relationships/tags" Target="../tags/tag137.xml"/><Relationship Id="rId12" Type="http://schemas.openxmlformats.org/officeDocument/2006/relationships/image" Target="NULL"/><Relationship Id="rId2" Type="http://schemas.openxmlformats.org/officeDocument/2006/relationships/tags" Target="../tags/tag132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35.xml"/><Relationship Id="rId10" Type="http://schemas.openxmlformats.org/officeDocument/2006/relationships/tags" Target="../tags/tag140.xml"/><Relationship Id="rId4" Type="http://schemas.openxmlformats.org/officeDocument/2006/relationships/tags" Target="../tags/tag134.xml"/><Relationship Id="rId9" Type="http://schemas.openxmlformats.org/officeDocument/2006/relationships/tags" Target="../tags/tag139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48.xml"/><Relationship Id="rId3" Type="http://schemas.openxmlformats.org/officeDocument/2006/relationships/tags" Target="../tags/tag143.xml"/><Relationship Id="rId7" Type="http://schemas.openxmlformats.org/officeDocument/2006/relationships/tags" Target="../tags/tag147.xml"/><Relationship Id="rId12" Type="http://schemas.openxmlformats.org/officeDocument/2006/relationships/image" Target="NULL"/><Relationship Id="rId2" Type="http://schemas.openxmlformats.org/officeDocument/2006/relationships/tags" Target="../tags/tag142.xml"/><Relationship Id="rId1" Type="http://schemas.openxmlformats.org/officeDocument/2006/relationships/tags" Target="../tags/tag141.xml"/><Relationship Id="rId6" Type="http://schemas.openxmlformats.org/officeDocument/2006/relationships/tags" Target="../tags/tag14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45.xml"/><Relationship Id="rId10" Type="http://schemas.openxmlformats.org/officeDocument/2006/relationships/tags" Target="../tags/tag150.xml"/><Relationship Id="rId4" Type="http://schemas.openxmlformats.org/officeDocument/2006/relationships/tags" Target="../tags/tag144.xml"/><Relationship Id="rId9" Type="http://schemas.openxmlformats.org/officeDocument/2006/relationships/tags" Target="../tags/tag149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58.xml"/><Relationship Id="rId3" Type="http://schemas.openxmlformats.org/officeDocument/2006/relationships/tags" Target="../tags/tag153.xml"/><Relationship Id="rId7" Type="http://schemas.openxmlformats.org/officeDocument/2006/relationships/tags" Target="../tags/tag157.xml"/><Relationship Id="rId12" Type="http://schemas.openxmlformats.org/officeDocument/2006/relationships/image" Target="NULL"/><Relationship Id="rId2" Type="http://schemas.openxmlformats.org/officeDocument/2006/relationships/tags" Target="../tags/tag152.xml"/><Relationship Id="rId1" Type="http://schemas.openxmlformats.org/officeDocument/2006/relationships/tags" Target="../tags/tag151.xml"/><Relationship Id="rId6" Type="http://schemas.openxmlformats.org/officeDocument/2006/relationships/tags" Target="../tags/tag15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55.xml"/><Relationship Id="rId10" Type="http://schemas.openxmlformats.org/officeDocument/2006/relationships/tags" Target="../tags/tag160.xml"/><Relationship Id="rId4" Type="http://schemas.openxmlformats.org/officeDocument/2006/relationships/tags" Target="../tags/tag154.xml"/><Relationship Id="rId9" Type="http://schemas.openxmlformats.org/officeDocument/2006/relationships/tags" Target="../tags/tag159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68.xml"/><Relationship Id="rId3" Type="http://schemas.openxmlformats.org/officeDocument/2006/relationships/tags" Target="../tags/tag163.xml"/><Relationship Id="rId7" Type="http://schemas.openxmlformats.org/officeDocument/2006/relationships/tags" Target="../tags/tag167.xml"/><Relationship Id="rId12" Type="http://schemas.openxmlformats.org/officeDocument/2006/relationships/image" Target="NUL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6" Type="http://schemas.openxmlformats.org/officeDocument/2006/relationships/tags" Target="../tags/tag16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65.xml"/><Relationship Id="rId10" Type="http://schemas.openxmlformats.org/officeDocument/2006/relationships/tags" Target="../tags/tag170.xml"/><Relationship Id="rId4" Type="http://schemas.openxmlformats.org/officeDocument/2006/relationships/tags" Target="../tags/tag164.xml"/><Relationship Id="rId9" Type="http://schemas.openxmlformats.org/officeDocument/2006/relationships/tags" Target="../tags/tag169.xml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tags" Target="../tags/tag178.xml"/><Relationship Id="rId3" Type="http://schemas.openxmlformats.org/officeDocument/2006/relationships/tags" Target="../tags/tag173.xml"/><Relationship Id="rId7" Type="http://schemas.openxmlformats.org/officeDocument/2006/relationships/tags" Target="../tags/tag177.xml"/><Relationship Id="rId12" Type="http://schemas.openxmlformats.org/officeDocument/2006/relationships/image" Target="NULL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tags" Target="../tags/tag17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75.xml"/><Relationship Id="rId10" Type="http://schemas.openxmlformats.org/officeDocument/2006/relationships/tags" Target="../tags/tag180.xml"/><Relationship Id="rId4" Type="http://schemas.openxmlformats.org/officeDocument/2006/relationships/tags" Target="../tags/tag174.xml"/><Relationship Id="rId9" Type="http://schemas.openxmlformats.org/officeDocument/2006/relationships/tags" Target="../tags/tag179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188.xml"/><Relationship Id="rId3" Type="http://schemas.openxmlformats.org/officeDocument/2006/relationships/tags" Target="../tags/tag183.xml"/><Relationship Id="rId7" Type="http://schemas.openxmlformats.org/officeDocument/2006/relationships/tags" Target="../tags/tag187.xml"/><Relationship Id="rId12" Type="http://schemas.openxmlformats.org/officeDocument/2006/relationships/image" Target="NULL"/><Relationship Id="rId2" Type="http://schemas.openxmlformats.org/officeDocument/2006/relationships/tags" Target="../tags/tag182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85.xml"/><Relationship Id="rId10" Type="http://schemas.openxmlformats.org/officeDocument/2006/relationships/tags" Target="../tags/tag190.xml"/><Relationship Id="rId4" Type="http://schemas.openxmlformats.org/officeDocument/2006/relationships/tags" Target="../tags/tag184.xml"/><Relationship Id="rId9" Type="http://schemas.openxmlformats.org/officeDocument/2006/relationships/tags" Target="../tags/tag189.xml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tags" Target="../tags/tag198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12" Type="http://schemas.openxmlformats.org/officeDocument/2006/relationships/image" Target="NULL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95.xml"/><Relationship Id="rId10" Type="http://schemas.openxmlformats.org/officeDocument/2006/relationships/tags" Target="../tags/tag200.xml"/><Relationship Id="rId4" Type="http://schemas.openxmlformats.org/officeDocument/2006/relationships/tags" Target="../tags/tag194.xml"/><Relationship Id="rId9" Type="http://schemas.openxmlformats.org/officeDocument/2006/relationships/tags" Target="../tags/tag199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image" Target="NUL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05.xml"/><Relationship Id="rId10" Type="http://schemas.openxmlformats.org/officeDocument/2006/relationships/tags" Target="../tags/tag210.xml"/><Relationship Id="rId4" Type="http://schemas.openxmlformats.org/officeDocument/2006/relationships/tags" Target="../tags/tag204.xml"/><Relationship Id="rId9" Type="http://schemas.openxmlformats.org/officeDocument/2006/relationships/tags" Target="../tags/tag209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218.xml"/><Relationship Id="rId3" Type="http://schemas.openxmlformats.org/officeDocument/2006/relationships/tags" Target="../tags/tag213.xml"/><Relationship Id="rId7" Type="http://schemas.openxmlformats.org/officeDocument/2006/relationships/tags" Target="../tags/tag217.xml"/><Relationship Id="rId12" Type="http://schemas.openxmlformats.org/officeDocument/2006/relationships/image" Target="NULL"/><Relationship Id="rId2" Type="http://schemas.openxmlformats.org/officeDocument/2006/relationships/tags" Target="../tags/tag212.xml"/><Relationship Id="rId1" Type="http://schemas.openxmlformats.org/officeDocument/2006/relationships/tags" Target="../tags/tag211.xml"/><Relationship Id="rId6" Type="http://schemas.openxmlformats.org/officeDocument/2006/relationships/tags" Target="../tags/tag21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15.xml"/><Relationship Id="rId10" Type="http://schemas.openxmlformats.org/officeDocument/2006/relationships/tags" Target="../tags/tag220.xml"/><Relationship Id="rId4" Type="http://schemas.openxmlformats.org/officeDocument/2006/relationships/tags" Target="../tags/tag214.xml"/><Relationship Id="rId9" Type="http://schemas.openxmlformats.org/officeDocument/2006/relationships/tags" Target="../tags/tag219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28.xml"/><Relationship Id="rId3" Type="http://schemas.openxmlformats.org/officeDocument/2006/relationships/tags" Target="../tags/tag223.xml"/><Relationship Id="rId7" Type="http://schemas.openxmlformats.org/officeDocument/2006/relationships/tags" Target="../tags/tag227.xml"/><Relationship Id="rId12" Type="http://schemas.openxmlformats.org/officeDocument/2006/relationships/image" Target="NULL"/><Relationship Id="rId2" Type="http://schemas.openxmlformats.org/officeDocument/2006/relationships/tags" Target="../tags/tag222.xml"/><Relationship Id="rId1" Type="http://schemas.openxmlformats.org/officeDocument/2006/relationships/tags" Target="../tags/tag221.xml"/><Relationship Id="rId6" Type="http://schemas.openxmlformats.org/officeDocument/2006/relationships/tags" Target="../tags/tag22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25.xml"/><Relationship Id="rId10" Type="http://schemas.openxmlformats.org/officeDocument/2006/relationships/tags" Target="../tags/tag230.xml"/><Relationship Id="rId4" Type="http://schemas.openxmlformats.org/officeDocument/2006/relationships/tags" Target="../tags/tag224.xml"/><Relationship Id="rId9" Type="http://schemas.openxmlformats.org/officeDocument/2006/relationships/tags" Target="../tags/tag229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38.xml"/><Relationship Id="rId3" Type="http://schemas.openxmlformats.org/officeDocument/2006/relationships/tags" Target="../tags/tag233.xml"/><Relationship Id="rId7" Type="http://schemas.openxmlformats.org/officeDocument/2006/relationships/tags" Target="../tags/tag237.xml"/><Relationship Id="rId12" Type="http://schemas.openxmlformats.org/officeDocument/2006/relationships/image" Target="NULL"/><Relationship Id="rId2" Type="http://schemas.openxmlformats.org/officeDocument/2006/relationships/tags" Target="../tags/tag232.xml"/><Relationship Id="rId1" Type="http://schemas.openxmlformats.org/officeDocument/2006/relationships/tags" Target="../tags/tag231.xml"/><Relationship Id="rId6" Type="http://schemas.openxmlformats.org/officeDocument/2006/relationships/tags" Target="../tags/tag23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35.xml"/><Relationship Id="rId10" Type="http://schemas.openxmlformats.org/officeDocument/2006/relationships/tags" Target="../tags/tag240.xml"/><Relationship Id="rId4" Type="http://schemas.openxmlformats.org/officeDocument/2006/relationships/tags" Target="../tags/tag234.xml"/><Relationship Id="rId9" Type="http://schemas.openxmlformats.org/officeDocument/2006/relationships/tags" Target="../tags/tag239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3" Type="http://schemas.openxmlformats.org/officeDocument/2006/relationships/tags" Target="../tags/tag243.xml"/><Relationship Id="rId7" Type="http://schemas.openxmlformats.org/officeDocument/2006/relationships/tags" Target="../tags/tag247.xml"/><Relationship Id="rId12" Type="http://schemas.openxmlformats.org/officeDocument/2006/relationships/image" Target="NULL"/><Relationship Id="rId2" Type="http://schemas.openxmlformats.org/officeDocument/2006/relationships/tags" Target="../tags/tag242.xml"/><Relationship Id="rId1" Type="http://schemas.openxmlformats.org/officeDocument/2006/relationships/tags" Target="../tags/tag241.xml"/><Relationship Id="rId6" Type="http://schemas.openxmlformats.org/officeDocument/2006/relationships/tags" Target="../tags/tag24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45.xml"/><Relationship Id="rId10" Type="http://schemas.openxmlformats.org/officeDocument/2006/relationships/tags" Target="../tags/tag250.xml"/><Relationship Id="rId4" Type="http://schemas.openxmlformats.org/officeDocument/2006/relationships/tags" Target="../tags/tag244.xml"/><Relationship Id="rId9" Type="http://schemas.openxmlformats.org/officeDocument/2006/relationships/tags" Target="../tags/tag249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58.xml"/><Relationship Id="rId3" Type="http://schemas.openxmlformats.org/officeDocument/2006/relationships/tags" Target="../tags/tag253.xml"/><Relationship Id="rId7" Type="http://schemas.openxmlformats.org/officeDocument/2006/relationships/tags" Target="../tags/tag257.xml"/><Relationship Id="rId12" Type="http://schemas.openxmlformats.org/officeDocument/2006/relationships/image" Target="NULL"/><Relationship Id="rId2" Type="http://schemas.openxmlformats.org/officeDocument/2006/relationships/tags" Target="../tags/tag252.xml"/><Relationship Id="rId1" Type="http://schemas.openxmlformats.org/officeDocument/2006/relationships/tags" Target="../tags/tag251.xml"/><Relationship Id="rId6" Type="http://schemas.openxmlformats.org/officeDocument/2006/relationships/tags" Target="../tags/tag25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55.xml"/><Relationship Id="rId10" Type="http://schemas.openxmlformats.org/officeDocument/2006/relationships/tags" Target="../tags/tag260.xml"/><Relationship Id="rId4" Type="http://schemas.openxmlformats.org/officeDocument/2006/relationships/tags" Target="../tags/tag254.xml"/><Relationship Id="rId9" Type="http://schemas.openxmlformats.org/officeDocument/2006/relationships/tags" Target="../tags/tag259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68.xml"/><Relationship Id="rId3" Type="http://schemas.openxmlformats.org/officeDocument/2006/relationships/tags" Target="../tags/tag263.xml"/><Relationship Id="rId7" Type="http://schemas.openxmlformats.org/officeDocument/2006/relationships/tags" Target="../tags/tag267.xml"/><Relationship Id="rId12" Type="http://schemas.openxmlformats.org/officeDocument/2006/relationships/image" Target="NULL"/><Relationship Id="rId2" Type="http://schemas.openxmlformats.org/officeDocument/2006/relationships/tags" Target="../tags/tag262.xml"/><Relationship Id="rId1" Type="http://schemas.openxmlformats.org/officeDocument/2006/relationships/tags" Target="../tags/tag261.xml"/><Relationship Id="rId6" Type="http://schemas.openxmlformats.org/officeDocument/2006/relationships/tags" Target="../tags/tag26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65.xml"/><Relationship Id="rId10" Type="http://schemas.openxmlformats.org/officeDocument/2006/relationships/tags" Target="../tags/tag270.xml"/><Relationship Id="rId4" Type="http://schemas.openxmlformats.org/officeDocument/2006/relationships/tags" Target="../tags/tag264.xml"/><Relationship Id="rId9" Type="http://schemas.openxmlformats.org/officeDocument/2006/relationships/tags" Target="../tags/tag269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78.xml"/><Relationship Id="rId3" Type="http://schemas.openxmlformats.org/officeDocument/2006/relationships/tags" Target="../tags/tag273.xml"/><Relationship Id="rId7" Type="http://schemas.openxmlformats.org/officeDocument/2006/relationships/tags" Target="../tags/tag277.xml"/><Relationship Id="rId12" Type="http://schemas.openxmlformats.org/officeDocument/2006/relationships/image" Target="NULL"/><Relationship Id="rId2" Type="http://schemas.openxmlformats.org/officeDocument/2006/relationships/tags" Target="../tags/tag272.xml"/><Relationship Id="rId1" Type="http://schemas.openxmlformats.org/officeDocument/2006/relationships/tags" Target="../tags/tag271.xml"/><Relationship Id="rId6" Type="http://schemas.openxmlformats.org/officeDocument/2006/relationships/tags" Target="../tags/tag27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75.xml"/><Relationship Id="rId10" Type="http://schemas.openxmlformats.org/officeDocument/2006/relationships/tags" Target="../tags/tag280.xml"/><Relationship Id="rId4" Type="http://schemas.openxmlformats.org/officeDocument/2006/relationships/tags" Target="../tags/tag274.xml"/><Relationship Id="rId9" Type="http://schemas.openxmlformats.org/officeDocument/2006/relationships/tags" Target="../tags/tag279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88.xml"/><Relationship Id="rId3" Type="http://schemas.openxmlformats.org/officeDocument/2006/relationships/tags" Target="../tags/tag283.xml"/><Relationship Id="rId7" Type="http://schemas.openxmlformats.org/officeDocument/2006/relationships/tags" Target="../tags/tag287.xml"/><Relationship Id="rId12" Type="http://schemas.openxmlformats.org/officeDocument/2006/relationships/image" Target="NULL"/><Relationship Id="rId2" Type="http://schemas.openxmlformats.org/officeDocument/2006/relationships/tags" Target="../tags/tag282.xml"/><Relationship Id="rId1" Type="http://schemas.openxmlformats.org/officeDocument/2006/relationships/tags" Target="../tags/tag281.xml"/><Relationship Id="rId6" Type="http://schemas.openxmlformats.org/officeDocument/2006/relationships/tags" Target="../tags/tag28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85.xml"/><Relationship Id="rId10" Type="http://schemas.openxmlformats.org/officeDocument/2006/relationships/tags" Target="../tags/tag290.xml"/><Relationship Id="rId4" Type="http://schemas.openxmlformats.org/officeDocument/2006/relationships/tags" Target="../tags/tag284.xml"/><Relationship Id="rId9" Type="http://schemas.openxmlformats.org/officeDocument/2006/relationships/tags" Target="../tags/tag289.xml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tags" Target="../tags/tag298.xml"/><Relationship Id="rId3" Type="http://schemas.openxmlformats.org/officeDocument/2006/relationships/tags" Target="../tags/tag293.xml"/><Relationship Id="rId7" Type="http://schemas.openxmlformats.org/officeDocument/2006/relationships/tags" Target="../tags/tag297.xml"/><Relationship Id="rId12" Type="http://schemas.openxmlformats.org/officeDocument/2006/relationships/image" Target="NULL"/><Relationship Id="rId2" Type="http://schemas.openxmlformats.org/officeDocument/2006/relationships/tags" Target="../tags/tag292.xml"/><Relationship Id="rId1" Type="http://schemas.openxmlformats.org/officeDocument/2006/relationships/tags" Target="../tags/tag291.xml"/><Relationship Id="rId6" Type="http://schemas.openxmlformats.org/officeDocument/2006/relationships/tags" Target="../tags/tag29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295.xml"/><Relationship Id="rId10" Type="http://schemas.openxmlformats.org/officeDocument/2006/relationships/tags" Target="../tags/tag300.xml"/><Relationship Id="rId4" Type="http://schemas.openxmlformats.org/officeDocument/2006/relationships/tags" Target="../tags/tag294.xml"/><Relationship Id="rId9" Type="http://schemas.openxmlformats.org/officeDocument/2006/relationships/tags" Target="../tags/tag299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308.xml"/><Relationship Id="rId3" Type="http://schemas.openxmlformats.org/officeDocument/2006/relationships/tags" Target="../tags/tag303.xml"/><Relationship Id="rId7" Type="http://schemas.openxmlformats.org/officeDocument/2006/relationships/tags" Target="../tags/tag307.xml"/><Relationship Id="rId12" Type="http://schemas.openxmlformats.org/officeDocument/2006/relationships/image" Target="NULL"/><Relationship Id="rId2" Type="http://schemas.openxmlformats.org/officeDocument/2006/relationships/tags" Target="../tags/tag302.xml"/><Relationship Id="rId1" Type="http://schemas.openxmlformats.org/officeDocument/2006/relationships/tags" Target="../tags/tag301.xml"/><Relationship Id="rId6" Type="http://schemas.openxmlformats.org/officeDocument/2006/relationships/tags" Target="../tags/tag30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05.xml"/><Relationship Id="rId10" Type="http://schemas.openxmlformats.org/officeDocument/2006/relationships/tags" Target="../tags/tag310.xml"/><Relationship Id="rId4" Type="http://schemas.openxmlformats.org/officeDocument/2006/relationships/tags" Target="../tags/tag304.xml"/><Relationship Id="rId9" Type="http://schemas.openxmlformats.org/officeDocument/2006/relationships/tags" Target="../tags/tag309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318.xml"/><Relationship Id="rId3" Type="http://schemas.openxmlformats.org/officeDocument/2006/relationships/tags" Target="../tags/tag313.xml"/><Relationship Id="rId7" Type="http://schemas.openxmlformats.org/officeDocument/2006/relationships/tags" Target="../tags/tag317.xml"/><Relationship Id="rId12" Type="http://schemas.openxmlformats.org/officeDocument/2006/relationships/image" Target="NULL"/><Relationship Id="rId2" Type="http://schemas.openxmlformats.org/officeDocument/2006/relationships/tags" Target="../tags/tag312.xml"/><Relationship Id="rId1" Type="http://schemas.openxmlformats.org/officeDocument/2006/relationships/tags" Target="../tags/tag311.xml"/><Relationship Id="rId6" Type="http://schemas.openxmlformats.org/officeDocument/2006/relationships/tags" Target="../tags/tag316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315.xml"/><Relationship Id="rId10" Type="http://schemas.openxmlformats.org/officeDocument/2006/relationships/tags" Target="../tags/tag320.xml"/><Relationship Id="rId4" Type="http://schemas.openxmlformats.org/officeDocument/2006/relationships/tags" Target="../tags/tag314.xml"/><Relationship Id="rId9" Type="http://schemas.openxmlformats.org/officeDocument/2006/relationships/tags" Target="../tags/tag31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10873148"/>
              </p:ext>
            </p:extLst>
          </p:nvPr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315797738"/>
              </p:ext>
            </p:extLst>
          </p:nvPr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41927F64-0AF8-4BAA-8421-20D61E72C3DA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 err="1"/>
              <a:t>피오니키즈</a:t>
            </a:r>
            <a:r>
              <a:rPr lang="ko-KR" altLang="en-US" sz="1000" dirty="0"/>
              <a:t> 관리자</a:t>
            </a:r>
          </a:p>
        </p:txBody>
      </p:sp>
    </p:spTree>
    <p:extLst>
      <p:ext uri="{BB962C8B-B14F-4D97-AF65-F5344CB8AC3E}">
        <p14:creationId xmlns:p14="http://schemas.microsoft.com/office/powerpoint/2010/main" val="3156909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pSp>
        <p:nvGrpSpPr>
          <p:cNvPr id="12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2E43702-B912-467D-AEC0-1CB6A0D3CD6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1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EAA739C-14C5-46C3-9A05-DA8C7DF1F3AB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F65A4B5-1DFD-4C30-8E3C-24E60B179FCD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86CA36-6058-44AD-88F9-B8D9C0BA30B1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DB8E28D-8706-4C59-B4AF-2678E3785347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0F5F444-7EBC-40F3-ADAA-B9E42AD113A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2795389-3146-46B8-AF1F-2D49EAD1475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9" name="Navigation Buttons">
              <a:extLst>
                <a:ext uri="{FF2B5EF4-FFF2-40B4-BE49-F238E27FC236}">
                  <a16:creationId xmlns:a16="http://schemas.microsoft.com/office/drawing/2014/main" id="{5544A8D4-C1DE-4A07-9217-8FCCBDC738F2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20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54F3070-4B8A-4C65-81BA-359FB4A9EC1F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098C70B-03AC-49F4-B17E-4CAFF6F82F3D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132BD65-9D41-4046-997B-395E60AD22C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61158C6-E8E5-41BF-BBCF-741EE9EE0FFE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887137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FFA6820C-C3B0-4962-87ED-A6BF3D465EB6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3955" y="457197"/>
            <a:ext cx="9383279" cy="6400798"/>
            <a:chOff x="595684" y="1261242"/>
            <a:chExt cx="6668462" cy="4352543"/>
          </a:xfrm>
        </p:grpSpPr>
        <p:sp>
          <p:nvSpPr>
            <p:cNvPr id="81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5DCB37B4-C2F4-427E-B165-FFC65257AFBF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2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654E537-5E43-4EEB-B7C1-221CB409EB7D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3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6678F14-6B54-4EFB-85A1-6D38E669FC51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5FE6337-CDC4-43CE-9AF4-F8BBC8A2CB1D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9EB7CD9-C945-4072-B48A-1B3AEF06AD0B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1788712-F81E-42DA-96BC-538B7FC285E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7" name="Navigation Buttons">
              <a:extLst>
                <a:ext uri="{FF2B5EF4-FFF2-40B4-BE49-F238E27FC236}">
                  <a16:creationId xmlns:a16="http://schemas.microsoft.com/office/drawing/2014/main" id="{E56F75D2-190F-4A39-A7D1-CA491D952A39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88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C1E66E7-78A5-4906-9E1C-4C7871D8891D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9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B2C04CB-27F6-4BE8-8536-1EE442A232E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0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6ED342F5-2A80-42E8-A11C-9C747FB4274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9530448A-BFB0-4623-8F70-80C82BCB7C33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89623971"/>
              </p:ext>
            </p:extLst>
          </p:nvPr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341381386"/>
              </p:ext>
            </p:extLst>
          </p:nvPr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476738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975823C-04BB-4C45-B64C-55EEF61527FF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9D7789-11B7-4823-BFD0-7E744AEEB219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03FC20-5753-480E-964C-4FA405736096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213FF36E-93AD-4632-9C01-1A16ADC244BB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89819379-81FF-4410-BF17-C86D64E5876A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730D0EB-F5ED-46D6-B2E4-D3B26E52DE42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3FBB9624-E2D4-4837-A3D3-DE7BF9FF7A79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A3FDA3A4-7B6A-4CFD-8239-3BE9394E4AB2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래픽 12" descr="카메라">
              <a:extLst>
                <a:ext uri="{FF2B5EF4-FFF2-40B4-BE49-F238E27FC236}">
                  <a16:creationId xmlns:a16="http://schemas.microsoft.com/office/drawing/2014/main" id="{72A8B31A-BDD0-48F6-A577-740DA28588A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66E5D24D-9455-45B3-8FE8-7419E53C65D5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E5BB6CBC-F847-4770-8754-2B76A9028AF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186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2F5308F0-0104-4F10-96CA-3222C6598EEC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5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4A94967-ADE6-41A9-9075-24E30FC0B2FD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575552F-1C1C-46C5-AB4C-ABC38212CB43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157FE29-80BE-4AB6-A8F5-1BD534F2D7DB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D95AEFE-565A-4602-974F-A4D2331E25D8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B9D34AF-1D23-432F-B377-2689DDA434B6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8CEAFC33-B71A-4539-AFD6-B0146555F28B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5" name="Navigation Buttons">
              <a:extLst>
                <a:ext uri="{FF2B5EF4-FFF2-40B4-BE49-F238E27FC236}">
                  <a16:creationId xmlns:a16="http://schemas.microsoft.com/office/drawing/2014/main" id="{71F9E7AC-BB71-437D-8453-098C78F86E9A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66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6D21EAA-F15B-4824-BD3F-1E66595C2E51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42D97D31-8561-44D4-8E2B-CEA0AB8AF3F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4DB2806C-A2FF-4538-AB9B-4F83D876092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66000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404352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442704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81057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194096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83484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421837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6018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98542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5368944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405541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443894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82246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20598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5589511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85FF48-BBA2-49A0-B3C7-0D14F8A9248F}"/>
              </a:ext>
            </a:extLst>
          </p:cNvPr>
          <p:cNvGrpSpPr/>
          <p:nvPr userDrawn="1"/>
        </p:nvGrpSpPr>
        <p:grpSpPr>
          <a:xfrm>
            <a:off x="-27382" y="3070334"/>
            <a:ext cx="1367481" cy="601558"/>
            <a:chOff x="-27382" y="3070334"/>
            <a:chExt cx="1367481" cy="601558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7AB751FC-E85F-4527-A22C-D6660FABF5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36893A94-16F7-468E-88B8-C2EE982C0833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C8358A5-6599-43CE-8FEC-6C56E51AE0E9}"/>
                </a:ext>
              </a:extLst>
            </p:cNvPr>
            <p:cNvSpPr/>
            <p:nvPr userDrawn="1"/>
          </p:nvSpPr>
          <p:spPr>
            <a:xfrm>
              <a:off x="0" y="3070335"/>
              <a:ext cx="1340099" cy="589666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7483192-76DA-45EA-9B34-726A9D36B4BB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57F380"/>
                  </a:solidFill>
                </a:rPr>
                <a:t> </a:t>
              </a:r>
              <a:r>
                <a:rPr lang="ko-KR" altLang="en-US" sz="800" b="1" dirty="0">
                  <a:solidFill>
                    <a:srgbClr val="57F380"/>
                  </a:solidFill>
                </a:rPr>
                <a:t>배너 등록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DAF35AB-872F-4783-817C-A9F51C746E88}"/>
                </a:ext>
              </a:extLst>
            </p:cNvPr>
            <p:cNvSpPr/>
            <p:nvPr userDrawn="1"/>
          </p:nvSpPr>
          <p:spPr>
            <a:xfrm>
              <a:off x="-27382" y="337744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DCDCDC"/>
                  </a:solidFill>
                </a:rPr>
                <a:t> </a:t>
              </a:r>
              <a:r>
                <a:rPr lang="ko-KR" altLang="en-US" sz="800" b="1" dirty="0">
                  <a:solidFill>
                    <a:srgbClr val="DCDCDC"/>
                  </a:solidFill>
                </a:rPr>
                <a:t>배너 조회 </a:t>
              </a:r>
            </a:p>
          </p:txBody>
        </p:sp>
      </p:grpSp>
      <p:sp>
        <p:nvSpPr>
          <p:cNvPr id="52" name="L 도형 51">
            <a:extLst>
              <a:ext uri="{FF2B5EF4-FFF2-40B4-BE49-F238E27FC236}">
                <a16:creationId xmlns:a16="http://schemas.microsoft.com/office/drawing/2014/main" id="{F5DEF102-1A95-4554-A7C1-D0DFBCC6E05E}"/>
              </a:ext>
            </a:extLst>
          </p:cNvPr>
          <p:cNvSpPr/>
          <p:nvPr userDrawn="1"/>
        </p:nvSpPr>
        <p:spPr>
          <a:xfrm rot="8183059">
            <a:off x="1187944" y="286805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1D8A41E3-FB3B-4059-ACFD-1C824A6DBD2F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EE0B53-6AB4-4715-970B-A8D43F228A5C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2E68973-0C83-40D2-AE25-4E5C5A114247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C36CD748-9547-41E4-9ECC-0FBB185FD187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ABC54BC3-BE01-4496-B4AF-1AB84C41A17C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4B87EB69-B11F-4280-B9A8-3351563741E4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6870EF4D-30B2-48C2-A90A-6FF78678061C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9" name="타원 88">
            <a:extLst>
              <a:ext uri="{FF2B5EF4-FFF2-40B4-BE49-F238E27FC236}">
                <a16:creationId xmlns:a16="http://schemas.microsoft.com/office/drawing/2014/main" id="{062B0B7C-0FE1-4191-BF83-65767F5D022F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DD0A3427-A254-4341-ACB6-9D8BC379A7E7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08EFBD5B-60D9-41DB-9CAB-B658B314525E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2" name="그래픽 91" descr="카메라">
              <a:extLst>
                <a:ext uri="{FF2B5EF4-FFF2-40B4-BE49-F238E27FC236}">
                  <a16:creationId xmlns:a16="http://schemas.microsoft.com/office/drawing/2014/main" id="{B6499A56-A9BB-4196-9980-6F40B1D4F49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2873C1CC-6B06-4A12-B66F-D46CA34C1A3F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7E199BBE-C41E-4124-87AB-E3BBC3399C6E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L 도형 69">
            <a:extLst>
              <a:ext uri="{FF2B5EF4-FFF2-40B4-BE49-F238E27FC236}">
                <a16:creationId xmlns:a16="http://schemas.microsoft.com/office/drawing/2014/main" id="{AB49F8CC-3A41-4ED2-A3EC-D98C43DEE520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1DAC76AE-E897-4C63-8FAE-D52431859B1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646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15DAB951-F983-44D0-A73E-1A20EE3FBF9B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5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9812A0A4-7533-4DF2-8EAB-7F39BAD1B903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8EAB108-202E-4AED-98FD-8487ECD93649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7BF6AE0-E131-4D4C-8A1A-14DC74B72CC9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8CF36C-14C4-4CEE-8DB1-0257D3ABD740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DCA3C5A-7600-4707-895D-99496264A015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3CA55E6-ACAA-4CCA-8AD9-9F766AE91C6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4" name="Navigation Buttons">
              <a:extLst>
                <a:ext uri="{FF2B5EF4-FFF2-40B4-BE49-F238E27FC236}">
                  <a16:creationId xmlns:a16="http://schemas.microsoft.com/office/drawing/2014/main" id="{4CE8BC53-719F-4840-B1BC-CEE8A024CF83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65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DCC07DD-CEB6-4642-BCA0-CF578AA7D4D9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E143939-040D-4C0B-8586-4A34E28A5E6D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7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063F3121-FABD-4807-AD63-CB70E5B95F4F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66000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404352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442704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81057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194096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8183059">
            <a:off x="1187944" y="286805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83484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421837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6018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98542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5368944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405541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443894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82246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20598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5589511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8C27D68F-AEA0-499E-A7EA-0AEB05BEAC25}"/>
              </a:ext>
            </a:extLst>
          </p:cNvPr>
          <p:cNvGrpSpPr/>
          <p:nvPr userDrawn="1"/>
        </p:nvGrpSpPr>
        <p:grpSpPr>
          <a:xfrm>
            <a:off x="-27382" y="3070334"/>
            <a:ext cx="1367481" cy="601558"/>
            <a:chOff x="-27382" y="3070334"/>
            <a:chExt cx="1367481" cy="601558"/>
          </a:xfrm>
        </p:grpSpPr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7AB751FC-E85F-4527-A22C-D6660FABF5D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36893A94-16F7-468E-88B8-C2EE982C0833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C8358A5-6599-43CE-8FEC-6C56E51AE0E9}"/>
                </a:ext>
              </a:extLst>
            </p:cNvPr>
            <p:cNvSpPr/>
            <p:nvPr userDrawn="1"/>
          </p:nvSpPr>
          <p:spPr>
            <a:xfrm>
              <a:off x="0" y="3070335"/>
              <a:ext cx="1340099" cy="589666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7483192-76DA-45EA-9B34-726A9D36B4BB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DCDCDC"/>
                  </a:solidFill>
                </a:rPr>
                <a:t> </a:t>
              </a:r>
              <a:r>
                <a:rPr lang="ko-KR" altLang="en-US" sz="800" b="1" dirty="0">
                  <a:solidFill>
                    <a:srgbClr val="DCDCDC"/>
                  </a:solidFill>
                </a:rPr>
                <a:t>배너 등록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FDAF35AB-872F-4783-817C-A9F51C746E88}"/>
                </a:ext>
              </a:extLst>
            </p:cNvPr>
            <p:cNvSpPr/>
            <p:nvPr userDrawn="1"/>
          </p:nvSpPr>
          <p:spPr>
            <a:xfrm>
              <a:off x="-27382" y="337744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57F380"/>
                  </a:solidFill>
                </a:rPr>
                <a:t> </a:t>
              </a:r>
              <a:r>
                <a:rPr lang="ko-KR" altLang="en-US" sz="800" b="1" dirty="0">
                  <a:solidFill>
                    <a:srgbClr val="57F380"/>
                  </a:solidFill>
                </a:rPr>
                <a:t>배너 조회 </a:t>
              </a: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773FEA61-2D6C-43FD-93AB-3F363745B5C2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43C9E05-4E55-4AC4-98C0-634E58BA5CB2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B92E74-A42D-44AB-B036-CE9E888E8856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DD9C9F37-6AF1-40BA-8B9A-F80D743666E4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ED07F73-9152-41AA-9697-2D87ECA05DB7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3AD2C449-93E6-4206-84E9-BD9A41E23BA5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BCA281E5-6DBC-4C76-A78B-8589B796690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9" name="타원 78">
            <a:extLst>
              <a:ext uri="{FF2B5EF4-FFF2-40B4-BE49-F238E27FC236}">
                <a16:creationId xmlns:a16="http://schemas.microsoft.com/office/drawing/2014/main" id="{93DCBC16-CEFA-48B7-B8A5-18BAC5A4ECAF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A203C729-AD31-4463-9AA4-06FD460EEE47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D2F4174A-D02B-4D2A-8066-0F0E4098F964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" name="그래픽 81" descr="카메라">
              <a:extLst>
                <a:ext uri="{FF2B5EF4-FFF2-40B4-BE49-F238E27FC236}">
                  <a16:creationId xmlns:a16="http://schemas.microsoft.com/office/drawing/2014/main" id="{ACC7E345-2B23-4B4E-A0EB-F684C2FB47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88C146FF-83C3-4BCE-85CD-121F9B17E27A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DDA0E409-FEEA-45BD-AA68-DB6FD102D1E1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L 도형 75">
            <a:extLst>
              <a:ext uri="{FF2B5EF4-FFF2-40B4-BE49-F238E27FC236}">
                <a16:creationId xmlns:a16="http://schemas.microsoft.com/office/drawing/2014/main" id="{EFE85F22-3E37-4875-9B25-698A9BCAB73C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6999CF41-FCB8-4B90-B3F6-DD97E19A44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789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35A65A61-7DDE-4F39-8F4F-896461382552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5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42E6CE0-D131-438B-AA9A-C787A26FE3F8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32E6FC1-0E48-460D-AF7F-8C52B8375B03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0845048-A6C8-4A11-B800-DE8E6D91EA2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9A1C735-AF21-4A5C-934D-7AC39D164D0E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A820155-8DDF-4E50-B37F-F75359DD60C2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EC61F2E-4753-4856-A70F-83C83B814615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5" name="Navigation Buttons">
              <a:extLst>
                <a:ext uri="{FF2B5EF4-FFF2-40B4-BE49-F238E27FC236}">
                  <a16:creationId xmlns:a16="http://schemas.microsoft.com/office/drawing/2014/main" id="{5CEFE88D-D835-4632-A384-815E7A40550C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66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378E2B1-8CA4-4AFF-9277-33F7D959459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FB59B689-777F-4B03-9985-BB5F3D99C578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8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BFD09254-9AA5-4056-BE5C-5F1A4A684BCA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402364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440717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79069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17421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419849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58201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9655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534906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403553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441906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80258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18611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556963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F183604-A0AC-4340-9E7E-3CC978E8A42C}"/>
              </a:ext>
            </a:extLst>
          </p:cNvPr>
          <p:cNvGrpSpPr/>
          <p:nvPr userDrawn="1"/>
        </p:nvGrpSpPr>
        <p:grpSpPr>
          <a:xfrm>
            <a:off x="-27382" y="3458544"/>
            <a:ext cx="1367481" cy="601558"/>
            <a:chOff x="-27382" y="3070334"/>
            <a:chExt cx="1367481" cy="601558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281C0EF1-250A-4BE9-A89B-C814BD7956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0730259F-E189-4BAC-A2D7-1DEAE51D6A6B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AE4398D-2B19-4EE0-8E6E-A852AF4BEFE3}"/>
                </a:ext>
              </a:extLst>
            </p:cNvPr>
            <p:cNvSpPr/>
            <p:nvPr userDrawn="1"/>
          </p:nvSpPr>
          <p:spPr>
            <a:xfrm>
              <a:off x="0" y="3070335"/>
              <a:ext cx="1340099" cy="589666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5C4441F-FD44-42D5-BEC4-DD3CA99D96CB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57F380"/>
                  </a:solidFill>
                </a:rPr>
                <a:t> </a:t>
              </a:r>
              <a:r>
                <a:rPr lang="ko-KR" altLang="en-US" sz="800" b="1" dirty="0">
                  <a:solidFill>
                    <a:srgbClr val="57F380"/>
                  </a:solidFill>
                </a:rPr>
                <a:t>회원 등록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DCFA41C-D514-4AE5-9CEB-C844B2EB0E87}"/>
                </a:ext>
              </a:extLst>
            </p:cNvPr>
            <p:cNvSpPr/>
            <p:nvPr userDrawn="1"/>
          </p:nvSpPr>
          <p:spPr>
            <a:xfrm>
              <a:off x="-27382" y="337744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DCDCDC"/>
                  </a:solidFill>
                </a:rPr>
                <a:t> </a:t>
              </a:r>
              <a:r>
                <a:rPr lang="ko-KR" altLang="en-US" sz="800" b="1" dirty="0">
                  <a:solidFill>
                    <a:srgbClr val="DCDCDC"/>
                  </a:solidFill>
                </a:rPr>
                <a:t>회원 조회 </a:t>
              </a:r>
            </a:p>
          </p:txBody>
        </p:sp>
      </p:grpSp>
      <p:sp>
        <p:nvSpPr>
          <p:cNvPr id="52" name="L 도형 51">
            <a:extLst>
              <a:ext uri="{FF2B5EF4-FFF2-40B4-BE49-F238E27FC236}">
                <a16:creationId xmlns:a16="http://schemas.microsoft.com/office/drawing/2014/main" id="{BE3EAF38-A3EE-42DE-BE20-D7B1BB9B722A}"/>
              </a:ext>
            </a:extLst>
          </p:cNvPr>
          <p:cNvSpPr/>
          <p:nvPr userDrawn="1"/>
        </p:nvSpPr>
        <p:spPr>
          <a:xfrm rot="8202981">
            <a:off x="1187944" y="325948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CF0D19C-A0C2-40BB-B9F2-881C376EDD20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A8C4890-0383-45E2-8C9C-03FBDF6E1173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296348-F5FA-4A07-839F-F58761757038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C9004EBF-10D7-44F8-9F81-8FE9F84265A4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D9E3BBC4-1563-4C85-A847-05824AAACDD0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763D972-1CCA-42AE-A859-3FCCAD82F655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4C6AA787-5965-4042-A1D8-7AF3FBF1A33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9" name="타원 78">
            <a:extLst>
              <a:ext uri="{FF2B5EF4-FFF2-40B4-BE49-F238E27FC236}">
                <a16:creationId xmlns:a16="http://schemas.microsoft.com/office/drawing/2014/main" id="{0E43404B-4550-4664-803A-4A14C9CD4F52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778C3B53-3943-4A26-BCB5-8F2F88FE8899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8A96ACBE-8031-41EE-BD63-5AEF416FCC0F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" name="그래픽 81" descr="카메라">
              <a:extLst>
                <a:ext uri="{FF2B5EF4-FFF2-40B4-BE49-F238E27FC236}">
                  <a16:creationId xmlns:a16="http://schemas.microsoft.com/office/drawing/2014/main" id="{512FE47A-0657-42AA-B132-2B2630014D5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E54CBDAC-CE3E-43C0-B13A-5D186FED4410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0FBE10F4-01BC-4AE6-A891-A7941C1B6B67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L 도형 75">
            <a:extLst>
              <a:ext uri="{FF2B5EF4-FFF2-40B4-BE49-F238E27FC236}">
                <a16:creationId xmlns:a16="http://schemas.microsoft.com/office/drawing/2014/main" id="{A035094E-27A8-4728-83D0-10812BD86CF6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9243BEB4-9290-4200-A211-55F137B9EB9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3052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B79EE929-E356-4C80-959E-9DEFD05D2D4E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5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9FC3728-E84E-46FF-93FF-2BDED6F3765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E0628B6-9314-4B0F-BEF7-E1E2D90443DE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882EDB3-4CC1-4063-A77E-C9F7BD31411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DF24DF7-E900-451E-BCCE-A2E84FB32EDE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3357293-8977-4331-8FC9-98F2277CC719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3787361-68DB-4266-97DA-421AE5F934A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4" name="Navigation Buttons">
              <a:extLst>
                <a:ext uri="{FF2B5EF4-FFF2-40B4-BE49-F238E27FC236}">
                  <a16:creationId xmlns:a16="http://schemas.microsoft.com/office/drawing/2014/main" id="{F10E2F9A-9E20-422B-B39D-2B9CA263B997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65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99494BD6-E62C-4C2C-B5C2-C36EB2DE73E8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6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F651CE6-1DCA-4FDF-84A4-5F28BDCD52B9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7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130306DB-37C8-4FDC-9564-A21AD100D52F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402364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440717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79069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17421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8202981">
            <a:off x="1187944" y="325948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419849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58201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9655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534906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403553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441906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80258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18611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556963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F183604-A0AC-4340-9E7E-3CC978E8A42C}"/>
              </a:ext>
            </a:extLst>
          </p:cNvPr>
          <p:cNvGrpSpPr/>
          <p:nvPr userDrawn="1"/>
        </p:nvGrpSpPr>
        <p:grpSpPr>
          <a:xfrm>
            <a:off x="-27382" y="3458544"/>
            <a:ext cx="1367481" cy="601558"/>
            <a:chOff x="-27382" y="3070334"/>
            <a:chExt cx="1367481" cy="601558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281C0EF1-250A-4BE9-A89B-C814BD79563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0730259F-E189-4BAC-A2D7-1DEAE51D6A6B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5AE4398D-2B19-4EE0-8E6E-A852AF4BEFE3}"/>
                </a:ext>
              </a:extLst>
            </p:cNvPr>
            <p:cNvSpPr/>
            <p:nvPr userDrawn="1"/>
          </p:nvSpPr>
          <p:spPr>
            <a:xfrm>
              <a:off x="0" y="3070335"/>
              <a:ext cx="1340099" cy="589666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25C4441F-FD44-42D5-BEC4-DD3CA99D96CB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DCDCDC"/>
                  </a:solidFill>
                </a:rPr>
                <a:t> </a:t>
              </a:r>
              <a:r>
                <a:rPr lang="ko-KR" altLang="en-US" sz="800" b="1" dirty="0">
                  <a:solidFill>
                    <a:srgbClr val="DCDCDC"/>
                  </a:solidFill>
                </a:rPr>
                <a:t>회원 등록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DCFA41C-D514-4AE5-9CEB-C844B2EB0E87}"/>
                </a:ext>
              </a:extLst>
            </p:cNvPr>
            <p:cNvSpPr/>
            <p:nvPr userDrawn="1"/>
          </p:nvSpPr>
          <p:spPr>
            <a:xfrm>
              <a:off x="-27382" y="337744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57F380"/>
                  </a:solidFill>
                </a:rPr>
                <a:t> </a:t>
              </a:r>
              <a:r>
                <a:rPr lang="ko-KR" altLang="en-US" sz="800" b="1" dirty="0">
                  <a:solidFill>
                    <a:srgbClr val="57F380"/>
                  </a:solidFill>
                </a:rPr>
                <a:t>회원 조회 </a:t>
              </a: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D9EDA70-B65C-4788-BF71-2939F6767317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E27F12D-82D2-49F2-9220-320164A1D8CF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42EF71-4525-4F9C-BF00-A24E37BF99BA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0B032070-8A9B-4838-A8AF-16D7932C538B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BE9F0340-0105-4A83-80D2-24D97D3CA3B6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5718D62E-A60F-4773-9908-55CF875DA727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75" name="그림 74">
            <a:extLst>
              <a:ext uri="{FF2B5EF4-FFF2-40B4-BE49-F238E27FC236}">
                <a16:creationId xmlns:a16="http://schemas.microsoft.com/office/drawing/2014/main" id="{A7AA1C44-48F5-41A6-B4D7-B3DAE41F00E9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9" name="타원 78">
            <a:extLst>
              <a:ext uri="{FF2B5EF4-FFF2-40B4-BE49-F238E27FC236}">
                <a16:creationId xmlns:a16="http://schemas.microsoft.com/office/drawing/2014/main" id="{85D45D30-DF9B-487F-A9B0-31DEACA329DD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B08EFCD6-4585-4A53-945F-3CA99AA2470E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09E5B0FB-2C1D-41C8-9119-5DE962583C85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2" name="그래픽 81" descr="카메라">
              <a:extLst>
                <a:ext uri="{FF2B5EF4-FFF2-40B4-BE49-F238E27FC236}">
                  <a16:creationId xmlns:a16="http://schemas.microsoft.com/office/drawing/2014/main" id="{56405364-1F38-4104-9D63-EF605312D83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1D439B9D-6714-400B-9590-CE02A68BC6D8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429AF4C3-1E94-4E07-9806-872573E897C1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L 도형 75">
            <a:extLst>
              <a:ext uri="{FF2B5EF4-FFF2-40B4-BE49-F238E27FC236}">
                <a16:creationId xmlns:a16="http://schemas.microsoft.com/office/drawing/2014/main" id="{220915A8-A0E5-4AFC-A1F1-7632DA467262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7" name="그림 76">
            <a:extLst>
              <a:ext uri="{FF2B5EF4-FFF2-40B4-BE49-F238E27FC236}">
                <a16:creationId xmlns:a16="http://schemas.microsoft.com/office/drawing/2014/main" id="{AEF7136A-00F1-4917-965D-132F9159AD1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81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클래스 등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F79C6BE6-F579-4DAA-BB69-B7321ADF0256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7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AFFBC24-911B-4DF7-A4D0-730927F73439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C519B2D-8DD9-43BD-B31F-0FAD44EF8C14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7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BD23BE5-C762-4877-9F03-FC4114E4E4F1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AB7AEA1-AC72-4DF2-82F0-5A4ACA2B7335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39D55BF-8A59-424F-9D9D-FEDBFDA44985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C4DE296-3D29-4310-AD82-D07DC1595519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1" name="Navigation Buttons">
              <a:extLst>
                <a:ext uri="{FF2B5EF4-FFF2-40B4-BE49-F238E27FC236}">
                  <a16:creationId xmlns:a16="http://schemas.microsoft.com/office/drawing/2014/main" id="{E93EFF5C-50B6-4A66-8468-79B9A64B8199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82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71D8D935-2811-483F-A570-A206FD3FB24A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9BAD395-21A8-490C-B087-A35F799EA76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9C509C69-1388-4FCD-84BB-174BC62DAC1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511430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549782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881352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528915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567267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605620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512619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550972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89324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6276767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3CA4A97-851A-442B-81C3-F0914E42F8C7}"/>
              </a:ext>
            </a:extLst>
          </p:cNvPr>
          <p:cNvGrpSpPr/>
          <p:nvPr userDrawn="1"/>
        </p:nvGrpSpPr>
        <p:grpSpPr>
          <a:xfrm>
            <a:off x="-27382" y="3830911"/>
            <a:ext cx="1367481" cy="1272753"/>
            <a:chOff x="-27382" y="3070334"/>
            <a:chExt cx="1367481" cy="1272753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58EA3B8F-6430-43A1-A2FF-C44EBAB8C4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76E60279-00C1-481D-8C20-71599527AC14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45FDC93-DBEF-4A26-8D96-57463C6C7BCD}"/>
                </a:ext>
              </a:extLst>
            </p:cNvPr>
            <p:cNvSpPr/>
            <p:nvPr userDrawn="1"/>
          </p:nvSpPr>
          <p:spPr>
            <a:xfrm>
              <a:off x="0" y="3070334"/>
              <a:ext cx="1340099" cy="1272753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3DE0720-1D4A-4D3B-861E-9615D06BE318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57F380"/>
                  </a:solidFill>
                </a:rPr>
                <a:t> 클래스 등록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CA6C920-0CAE-4515-BE30-DB1DF51EC8E7}"/>
                </a:ext>
              </a:extLst>
            </p:cNvPr>
            <p:cNvSpPr/>
            <p:nvPr userDrawn="1"/>
          </p:nvSpPr>
          <p:spPr>
            <a:xfrm>
              <a:off x="-27382" y="3360775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E6E6E6"/>
                  </a:solidFill>
                </a:rPr>
                <a:t> 클래스 조회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388B234-6A4A-473A-A6B4-78E8C33691F6}"/>
              </a:ext>
            </a:extLst>
          </p:cNvPr>
          <p:cNvSpPr/>
          <p:nvPr userDrawn="1"/>
        </p:nvSpPr>
        <p:spPr>
          <a:xfrm>
            <a:off x="-22619" y="4349002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수업 관리</a:t>
            </a:r>
          </a:p>
        </p:txBody>
      </p:sp>
      <p:sp>
        <p:nvSpPr>
          <p:cNvPr id="72" name="L 도형 71">
            <a:extLst>
              <a:ext uri="{FF2B5EF4-FFF2-40B4-BE49-F238E27FC236}">
                <a16:creationId xmlns:a16="http://schemas.microsoft.com/office/drawing/2014/main" id="{6CFC63DC-A514-4373-8991-8F3A8F56D4F7}"/>
              </a:ext>
            </a:extLst>
          </p:cNvPr>
          <p:cNvSpPr/>
          <p:nvPr userDrawn="1"/>
        </p:nvSpPr>
        <p:spPr>
          <a:xfrm rot="18882919">
            <a:off x="1187945" y="4419592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L 도형 72">
            <a:extLst>
              <a:ext uri="{FF2B5EF4-FFF2-40B4-BE49-F238E27FC236}">
                <a16:creationId xmlns:a16="http://schemas.microsoft.com/office/drawing/2014/main" id="{C3AB09F1-6B4D-4F5E-947F-45F4107A6FC2}"/>
              </a:ext>
            </a:extLst>
          </p:cNvPr>
          <p:cNvSpPr/>
          <p:nvPr userDrawn="1"/>
        </p:nvSpPr>
        <p:spPr>
          <a:xfrm rot="8099661">
            <a:off x="1187944" y="36422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3327B68-D426-4628-BE6F-B69A2B11DF97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3F832E-5AF6-463F-B63E-1BE4F22D1270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07F10D-23EA-4612-8F75-84E72283E723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87076A5-0BD9-40F1-A177-A8B1A9484642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204A28D-A296-4C86-B5B1-D95C97FCE71C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14D0CA9-B008-480E-9B50-3B4D05B29824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AFA7AD09-53E5-4084-A2A1-BA3930BC527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0CAAB663-CF91-4E97-8194-8AABE1A4C1DC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7467D7F0-28B1-4F41-A0A0-4C7F316F28DC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0254FA0-8A58-4EE1-8986-A375E3855BC4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5" name="그래픽 84" descr="카메라">
              <a:extLst>
                <a:ext uri="{FF2B5EF4-FFF2-40B4-BE49-F238E27FC236}">
                  <a16:creationId xmlns:a16="http://schemas.microsoft.com/office/drawing/2014/main" id="{63F293D0-C705-44BB-AB08-C05BB482C3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F0CD698E-A6DF-4EBA-8D85-3D9F1A859561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7BC3FD8-6228-4499-A9F1-FF286E01760E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L 도형 65">
            <a:extLst>
              <a:ext uri="{FF2B5EF4-FFF2-40B4-BE49-F238E27FC236}">
                <a16:creationId xmlns:a16="http://schemas.microsoft.com/office/drawing/2014/main" id="{E38232AA-7869-49C6-AF4A-BD5C6611EAC7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A1B238E-6C2A-41C0-83C9-FFBCE913AFE5}"/>
              </a:ext>
            </a:extLst>
          </p:cNvPr>
          <p:cNvSpPr/>
          <p:nvPr userDrawn="1"/>
        </p:nvSpPr>
        <p:spPr>
          <a:xfrm>
            <a:off x="-22619" y="4592307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후기 관리</a:t>
            </a:r>
          </a:p>
        </p:txBody>
      </p:sp>
      <p:sp>
        <p:nvSpPr>
          <p:cNvPr id="68" name="L 도형 67">
            <a:extLst>
              <a:ext uri="{FF2B5EF4-FFF2-40B4-BE49-F238E27FC236}">
                <a16:creationId xmlns:a16="http://schemas.microsoft.com/office/drawing/2014/main" id="{670A14F6-9E18-497D-B139-C43AF0A2E459}"/>
              </a:ext>
            </a:extLst>
          </p:cNvPr>
          <p:cNvSpPr/>
          <p:nvPr userDrawn="1"/>
        </p:nvSpPr>
        <p:spPr>
          <a:xfrm rot="18882919">
            <a:off x="1187945" y="46628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220DD8B3-6BBC-4407-A9AF-1EB8FF94FD5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  <p:sp>
        <p:nvSpPr>
          <p:cNvPr id="88" name="직사각형 87">
            <a:extLst>
              <a:ext uri="{FF2B5EF4-FFF2-40B4-BE49-F238E27FC236}">
                <a16:creationId xmlns:a16="http://schemas.microsoft.com/office/drawing/2014/main" id="{AAA2E4B2-D0CA-4BDB-8C4F-007B2EA8BEDD}"/>
              </a:ext>
            </a:extLst>
          </p:cNvPr>
          <p:cNvSpPr/>
          <p:nvPr userDrawn="1"/>
        </p:nvSpPr>
        <p:spPr>
          <a:xfrm>
            <a:off x="-22619" y="4826748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문의 관리</a:t>
            </a:r>
          </a:p>
        </p:txBody>
      </p:sp>
      <p:sp>
        <p:nvSpPr>
          <p:cNvPr id="89" name="L 도형 88">
            <a:extLst>
              <a:ext uri="{FF2B5EF4-FFF2-40B4-BE49-F238E27FC236}">
                <a16:creationId xmlns:a16="http://schemas.microsoft.com/office/drawing/2014/main" id="{E8B78408-F210-4C19-928E-855CEC1EAC6F}"/>
              </a:ext>
            </a:extLst>
          </p:cNvPr>
          <p:cNvSpPr/>
          <p:nvPr userDrawn="1"/>
        </p:nvSpPr>
        <p:spPr>
          <a:xfrm rot="18882919">
            <a:off x="1187945" y="4897338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32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클래스 조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F79C6BE6-F579-4DAA-BB69-B7321ADF0256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75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AFFBC24-911B-4DF7-A4D0-730927F73439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6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C519B2D-8DD9-43BD-B31F-0FAD44EF8C14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7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7BD23BE5-C762-4877-9F03-FC4114E4E4F1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8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AB7AEA1-AC72-4DF2-82F0-5A4ACA2B7335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9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D39D55BF-8A59-424F-9D9D-FEDBFDA44985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0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C4DE296-3D29-4310-AD82-D07DC1595519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1" name="Navigation Buttons">
              <a:extLst>
                <a:ext uri="{FF2B5EF4-FFF2-40B4-BE49-F238E27FC236}">
                  <a16:creationId xmlns:a16="http://schemas.microsoft.com/office/drawing/2014/main" id="{E93EFF5C-50B6-4A66-8468-79B9A64B8199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82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71D8D935-2811-483F-A570-A206FD3FB24A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9BAD395-21A8-490C-B087-A35F799EA76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4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9C509C69-1388-4FCD-84BB-174BC62DAC1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C3CA4A97-851A-442B-81C3-F0914E42F8C7}"/>
              </a:ext>
            </a:extLst>
          </p:cNvPr>
          <p:cNvGrpSpPr/>
          <p:nvPr userDrawn="1"/>
        </p:nvGrpSpPr>
        <p:grpSpPr>
          <a:xfrm>
            <a:off x="-27382" y="3830911"/>
            <a:ext cx="1367481" cy="1256051"/>
            <a:chOff x="-27382" y="3070334"/>
            <a:chExt cx="1367481" cy="1256051"/>
          </a:xfrm>
        </p:grpSpPr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58EA3B8F-6430-43A1-A2FF-C44EBAB8C45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76E60279-00C1-481D-8C20-71599527AC14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745FDC93-DBEF-4A26-8D96-57463C6C7BCD}"/>
                </a:ext>
              </a:extLst>
            </p:cNvPr>
            <p:cNvSpPr/>
            <p:nvPr userDrawn="1"/>
          </p:nvSpPr>
          <p:spPr>
            <a:xfrm>
              <a:off x="0" y="3070334"/>
              <a:ext cx="1340099" cy="1256051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F3DE0720-1D4A-4D3B-861E-9615D06BE318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DCDCDC"/>
                  </a:solidFill>
                </a:rPr>
                <a:t> 클래스 등록</a:t>
              </a: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6CA6C920-0CAE-4515-BE30-DB1DF51EC8E7}"/>
                </a:ext>
              </a:extLst>
            </p:cNvPr>
            <p:cNvSpPr/>
            <p:nvPr userDrawn="1"/>
          </p:nvSpPr>
          <p:spPr>
            <a:xfrm>
              <a:off x="-27382" y="3360775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57F380"/>
                  </a:solidFill>
                </a:rPr>
                <a:t> 클래스 조회</a:t>
              </a:r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D388B234-6A4A-473A-A6B4-78E8C33691F6}"/>
              </a:ext>
            </a:extLst>
          </p:cNvPr>
          <p:cNvSpPr/>
          <p:nvPr userDrawn="1"/>
        </p:nvSpPr>
        <p:spPr>
          <a:xfrm>
            <a:off x="-22619" y="4349002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수업 관리</a:t>
            </a:r>
          </a:p>
        </p:txBody>
      </p:sp>
      <p:sp>
        <p:nvSpPr>
          <p:cNvPr id="72" name="L 도형 71">
            <a:extLst>
              <a:ext uri="{FF2B5EF4-FFF2-40B4-BE49-F238E27FC236}">
                <a16:creationId xmlns:a16="http://schemas.microsoft.com/office/drawing/2014/main" id="{6CFC63DC-A514-4373-8991-8F3A8F56D4F7}"/>
              </a:ext>
            </a:extLst>
          </p:cNvPr>
          <p:cNvSpPr/>
          <p:nvPr userDrawn="1"/>
        </p:nvSpPr>
        <p:spPr>
          <a:xfrm rot="18882919">
            <a:off x="1187945" y="4419592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L 도형 72">
            <a:extLst>
              <a:ext uri="{FF2B5EF4-FFF2-40B4-BE49-F238E27FC236}">
                <a16:creationId xmlns:a16="http://schemas.microsoft.com/office/drawing/2014/main" id="{C3AB09F1-6B4D-4F5E-947F-45F4107A6FC2}"/>
              </a:ext>
            </a:extLst>
          </p:cNvPr>
          <p:cNvSpPr/>
          <p:nvPr userDrawn="1"/>
        </p:nvSpPr>
        <p:spPr>
          <a:xfrm rot="8099661">
            <a:off x="1187944" y="36422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D3327B68-D426-4628-BE6F-B69A2B11DF97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3F832E-5AF6-463F-B63E-1BE4F22D1270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07F10D-23EA-4612-8F75-84E72283E723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A87076A5-0BD9-40F1-A177-A8B1A9484642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D204A28D-A296-4C86-B5B1-D95C97FCE71C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14D0CA9-B008-480E-9B50-3B4D05B29824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5" name="그림 64">
            <a:extLst>
              <a:ext uri="{FF2B5EF4-FFF2-40B4-BE49-F238E27FC236}">
                <a16:creationId xmlns:a16="http://schemas.microsoft.com/office/drawing/2014/main" id="{AFA7AD09-53E5-4084-A2A1-BA3930BC527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0CAAB663-CF91-4E97-8194-8AABE1A4C1DC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7467D7F0-28B1-4F41-A0A0-4C7F316F28DC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20254FA0-8A58-4EE1-8986-A375E3855BC4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5" name="그래픽 84" descr="카메라">
              <a:extLst>
                <a:ext uri="{FF2B5EF4-FFF2-40B4-BE49-F238E27FC236}">
                  <a16:creationId xmlns:a16="http://schemas.microsoft.com/office/drawing/2014/main" id="{63F293D0-C705-44BB-AB08-C05BB482C3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F0CD698E-A6DF-4EBA-8D85-3D9F1A859561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C7BC3FD8-6228-4499-A9F1-FF286E01760E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L 도형 65">
            <a:extLst>
              <a:ext uri="{FF2B5EF4-FFF2-40B4-BE49-F238E27FC236}">
                <a16:creationId xmlns:a16="http://schemas.microsoft.com/office/drawing/2014/main" id="{E38232AA-7869-49C6-AF4A-BD5C6611EAC7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DA1B238E-6C2A-41C0-83C9-FFBCE913AFE5}"/>
              </a:ext>
            </a:extLst>
          </p:cNvPr>
          <p:cNvSpPr/>
          <p:nvPr userDrawn="1"/>
        </p:nvSpPr>
        <p:spPr>
          <a:xfrm>
            <a:off x="-22619" y="4592307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후기 관리</a:t>
            </a:r>
          </a:p>
        </p:txBody>
      </p:sp>
      <p:sp>
        <p:nvSpPr>
          <p:cNvPr id="68" name="L 도형 67">
            <a:extLst>
              <a:ext uri="{FF2B5EF4-FFF2-40B4-BE49-F238E27FC236}">
                <a16:creationId xmlns:a16="http://schemas.microsoft.com/office/drawing/2014/main" id="{670A14F6-9E18-497D-B139-C43AF0A2E459}"/>
              </a:ext>
            </a:extLst>
          </p:cNvPr>
          <p:cNvSpPr/>
          <p:nvPr userDrawn="1"/>
        </p:nvSpPr>
        <p:spPr>
          <a:xfrm rot="18882919">
            <a:off x="1187945" y="46628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7" name="그림 86">
            <a:extLst>
              <a:ext uri="{FF2B5EF4-FFF2-40B4-BE49-F238E27FC236}">
                <a16:creationId xmlns:a16="http://schemas.microsoft.com/office/drawing/2014/main" id="{1E278695-D22C-49DF-951C-FAE73DE8A12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C5B90D7-C1F6-4A2D-B99A-B632E7A7DE06}"/>
              </a:ext>
            </a:extLst>
          </p:cNvPr>
          <p:cNvSpPr/>
          <p:nvPr userDrawn="1"/>
        </p:nvSpPr>
        <p:spPr>
          <a:xfrm>
            <a:off x="-27382" y="511430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1EAF8952-C528-4835-BFDE-35134880EAF8}"/>
              </a:ext>
            </a:extLst>
          </p:cNvPr>
          <p:cNvSpPr/>
          <p:nvPr userDrawn="1"/>
        </p:nvSpPr>
        <p:spPr>
          <a:xfrm>
            <a:off x="-27382" y="549782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812EB89A-3D85-40FA-9B5A-168A9D2DBFFB}"/>
              </a:ext>
            </a:extLst>
          </p:cNvPr>
          <p:cNvSpPr/>
          <p:nvPr userDrawn="1"/>
        </p:nvSpPr>
        <p:spPr>
          <a:xfrm>
            <a:off x="-27382" y="5881352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133" name="L 도형 132">
            <a:extLst>
              <a:ext uri="{FF2B5EF4-FFF2-40B4-BE49-F238E27FC236}">
                <a16:creationId xmlns:a16="http://schemas.microsoft.com/office/drawing/2014/main" id="{76874E91-811F-4AF2-97E6-16CDC92FB6AB}"/>
              </a:ext>
            </a:extLst>
          </p:cNvPr>
          <p:cNvSpPr/>
          <p:nvPr userDrawn="1"/>
        </p:nvSpPr>
        <p:spPr>
          <a:xfrm rot="18882919">
            <a:off x="1187944" y="528915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L 도형 133">
            <a:extLst>
              <a:ext uri="{FF2B5EF4-FFF2-40B4-BE49-F238E27FC236}">
                <a16:creationId xmlns:a16="http://schemas.microsoft.com/office/drawing/2014/main" id="{29309BB8-70C8-4818-A7FA-219F23BA9F9A}"/>
              </a:ext>
            </a:extLst>
          </p:cNvPr>
          <p:cNvSpPr/>
          <p:nvPr userDrawn="1"/>
        </p:nvSpPr>
        <p:spPr>
          <a:xfrm rot="18882919">
            <a:off x="1187944" y="567267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L 도형 134">
            <a:extLst>
              <a:ext uri="{FF2B5EF4-FFF2-40B4-BE49-F238E27FC236}">
                <a16:creationId xmlns:a16="http://schemas.microsoft.com/office/drawing/2014/main" id="{38AA260B-44FC-41F8-8557-955E2166DFA0}"/>
              </a:ext>
            </a:extLst>
          </p:cNvPr>
          <p:cNvSpPr/>
          <p:nvPr userDrawn="1"/>
        </p:nvSpPr>
        <p:spPr>
          <a:xfrm rot="18882919">
            <a:off x="1187944" y="605620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D78A8DC1-FE3B-48D9-A415-8029C6A59F1B}"/>
              </a:ext>
            </a:extLst>
          </p:cNvPr>
          <p:cNvCxnSpPr>
            <a:cxnSpLocks/>
          </p:cNvCxnSpPr>
          <p:nvPr userDrawn="1"/>
        </p:nvCxnSpPr>
        <p:spPr>
          <a:xfrm>
            <a:off x="68156" y="512619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077C7822-5DA0-4BE9-B660-603904DA0056}"/>
              </a:ext>
            </a:extLst>
          </p:cNvPr>
          <p:cNvCxnSpPr>
            <a:cxnSpLocks/>
          </p:cNvCxnSpPr>
          <p:nvPr userDrawn="1"/>
        </p:nvCxnSpPr>
        <p:spPr>
          <a:xfrm>
            <a:off x="68156" y="550972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486382D4-C112-4002-A09C-BC71FF269703}"/>
              </a:ext>
            </a:extLst>
          </p:cNvPr>
          <p:cNvCxnSpPr>
            <a:cxnSpLocks/>
          </p:cNvCxnSpPr>
          <p:nvPr userDrawn="1"/>
        </p:nvCxnSpPr>
        <p:spPr>
          <a:xfrm>
            <a:off x="68156" y="589324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2F8169A5-3D88-4EBF-BA8F-2D080BFF0132}"/>
              </a:ext>
            </a:extLst>
          </p:cNvPr>
          <p:cNvCxnSpPr>
            <a:cxnSpLocks/>
          </p:cNvCxnSpPr>
          <p:nvPr userDrawn="1"/>
        </p:nvCxnSpPr>
        <p:spPr>
          <a:xfrm>
            <a:off x="68156" y="6276767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B9103F0C-EBD3-489B-A968-BBC45A80F144}"/>
              </a:ext>
            </a:extLst>
          </p:cNvPr>
          <p:cNvSpPr/>
          <p:nvPr userDrawn="1"/>
        </p:nvSpPr>
        <p:spPr>
          <a:xfrm>
            <a:off x="-22619" y="4826748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문의 관리</a:t>
            </a:r>
          </a:p>
        </p:txBody>
      </p:sp>
      <p:sp>
        <p:nvSpPr>
          <p:cNvPr id="141" name="L 도형 140">
            <a:extLst>
              <a:ext uri="{FF2B5EF4-FFF2-40B4-BE49-F238E27FC236}">
                <a16:creationId xmlns:a16="http://schemas.microsoft.com/office/drawing/2014/main" id="{49B39B19-7764-4D53-AD99-4F332D35CE4B}"/>
              </a:ext>
            </a:extLst>
          </p:cNvPr>
          <p:cNvSpPr/>
          <p:nvPr userDrawn="1"/>
        </p:nvSpPr>
        <p:spPr>
          <a:xfrm rot="18882919">
            <a:off x="1187945" y="4897338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865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수업 등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4AC45276-1907-411E-9C50-5453A0FC2CB3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8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E673A49-90D6-4083-9114-50CE13AF06D2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37BEB22-A8F9-4D25-8C79-3FBA6F110D7C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5558776-522F-4D89-BC1E-25E60868F62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49C02E7-F3B8-4D68-B0E6-DF65387C282E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7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6F88658-C9CA-4BFD-9B5C-EC2812475581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8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3FDA354-A46C-4885-B05D-FE45263A3BDA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9" name="Navigation Buttons">
              <a:extLst>
                <a:ext uri="{FF2B5EF4-FFF2-40B4-BE49-F238E27FC236}">
                  <a16:creationId xmlns:a16="http://schemas.microsoft.com/office/drawing/2014/main" id="{148E325B-E056-429E-B625-D312A8836111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90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E5E00CB-E196-404E-AADB-1F8FAE688DD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1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9565F8A5-C813-4EBB-9B2D-43887094705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2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A46750C-E349-49D7-A26A-477D60C69238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5351FE-51E3-446C-97C9-769B6E8B09C8}"/>
              </a:ext>
            </a:extLst>
          </p:cNvPr>
          <p:cNvSpPr/>
          <p:nvPr userDrawn="1"/>
        </p:nvSpPr>
        <p:spPr>
          <a:xfrm>
            <a:off x="-27382" y="594486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게시물 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98A9B99-3C8D-46E3-8AB7-C6ECDD68C3EB}"/>
              </a:ext>
            </a:extLst>
          </p:cNvPr>
          <p:cNvSpPr/>
          <p:nvPr userDrawn="1"/>
        </p:nvSpPr>
        <p:spPr>
          <a:xfrm>
            <a:off x="-27382" y="632838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73" name="L 도형 72">
            <a:extLst>
              <a:ext uri="{FF2B5EF4-FFF2-40B4-BE49-F238E27FC236}">
                <a16:creationId xmlns:a16="http://schemas.microsoft.com/office/drawing/2014/main" id="{3152A5C7-A3FD-445D-94CC-2EC94A3AC873}"/>
              </a:ext>
            </a:extLst>
          </p:cNvPr>
          <p:cNvSpPr/>
          <p:nvPr userDrawn="1"/>
        </p:nvSpPr>
        <p:spPr>
          <a:xfrm rot="18882919">
            <a:off x="1187944" y="611971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L 도형 73">
            <a:extLst>
              <a:ext uri="{FF2B5EF4-FFF2-40B4-BE49-F238E27FC236}">
                <a16:creationId xmlns:a16="http://schemas.microsoft.com/office/drawing/2014/main" id="{A445EB79-D490-41C8-8896-29BCA3E69845}"/>
              </a:ext>
            </a:extLst>
          </p:cNvPr>
          <p:cNvSpPr/>
          <p:nvPr userDrawn="1"/>
        </p:nvSpPr>
        <p:spPr>
          <a:xfrm rot="18882919">
            <a:off x="1187944" y="650323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B66C847-375B-4A77-ACD3-765BB9BBAE37}"/>
              </a:ext>
            </a:extLst>
          </p:cNvPr>
          <p:cNvCxnSpPr>
            <a:cxnSpLocks/>
          </p:cNvCxnSpPr>
          <p:nvPr userDrawn="1"/>
        </p:nvCxnSpPr>
        <p:spPr>
          <a:xfrm>
            <a:off x="68156" y="634027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D3C26C30-8634-449C-941B-25F9A4FBE69F}"/>
              </a:ext>
            </a:extLst>
          </p:cNvPr>
          <p:cNvCxnSpPr>
            <a:cxnSpLocks/>
          </p:cNvCxnSpPr>
          <p:nvPr userDrawn="1"/>
        </p:nvCxnSpPr>
        <p:spPr>
          <a:xfrm>
            <a:off x="68156" y="672380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EF076303-4DC1-4542-AD9E-572EA8F66C0D}"/>
              </a:ext>
            </a:extLst>
          </p:cNvPr>
          <p:cNvGrpSpPr/>
          <p:nvPr userDrawn="1"/>
        </p:nvGrpSpPr>
        <p:grpSpPr>
          <a:xfrm>
            <a:off x="-27382" y="3830911"/>
            <a:ext cx="1367481" cy="2089053"/>
            <a:chOff x="-27382" y="3830911"/>
            <a:chExt cx="1367481" cy="2089053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3CA4A97-851A-442B-81C3-F0914E42F8C7}"/>
                </a:ext>
              </a:extLst>
            </p:cNvPr>
            <p:cNvGrpSpPr/>
            <p:nvPr userDrawn="1"/>
          </p:nvGrpSpPr>
          <p:grpSpPr>
            <a:xfrm>
              <a:off x="-27382" y="3830911"/>
              <a:ext cx="1367481" cy="2079347"/>
              <a:chOff x="-27382" y="3070334"/>
              <a:chExt cx="1367481" cy="2079347"/>
            </a:xfrm>
          </p:grpSpPr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58EA3B8F-6430-43A1-A2FF-C44EBAB8C4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6E60279-00C1-481D-8C20-71599527AC14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45FDC93-DBEF-4A26-8D96-57463C6C7BCD}"/>
                  </a:ext>
                </a:extLst>
              </p:cNvPr>
              <p:cNvSpPr/>
              <p:nvPr userDrawn="1"/>
            </p:nvSpPr>
            <p:spPr>
              <a:xfrm>
                <a:off x="0" y="3070334"/>
                <a:ext cx="1340099" cy="2079347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F3DE0720-1D4A-4D3B-861E-9615D06BE318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클래스 등록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6CA6C920-0CAE-4515-BE30-DB1DF51EC8E7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E6E6E6"/>
                    </a:solidFill>
                  </a:rPr>
                  <a:t> 클래스 조회</a:t>
                </a:r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388B234-6A4A-473A-A6B4-78E8C33691F6}"/>
                </a:ext>
              </a:extLst>
            </p:cNvPr>
            <p:cNvSpPr/>
            <p:nvPr userDrawn="1"/>
          </p:nvSpPr>
          <p:spPr>
            <a:xfrm>
              <a:off x="-27382" y="434900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수업 관리</a:t>
              </a: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55FCA39B-B8F4-468E-B11D-30C9113727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207284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7DCF77C-91F6-4AAE-B126-23C7EFAEBFB1}"/>
                </a:ext>
              </a:extLst>
            </p:cNvPr>
            <p:cNvGrpSpPr/>
            <p:nvPr userDrawn="1"/>
          </p:nvGrpSpPr>
          <p:grpSpPr>
            <a:xfrm>
              <a:off x="-27382" y="4612634"/>
              <a:ext cx="1367481" cy="795926"/>
              <a:chOff x="-27382" y="3070334"/>
              <a:chExt cx="1367481" cy="795926"/>
            </a:xfrm>
          </p:grpSpPr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8A1A936D-8F9D-4A15-B767-34AEC5B371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0A71B49C-B4C7-49CB-8BE1-14634981BCCD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5C3EF7E6-95AB-40AA-9A06-C9AFF3C3D349}"/>
                  </a:ext>
                </a:extLst>
              </p:cNvPr>
              <p:cNvSpPr/>
              <p:nvPr userDrawn="1"/>
            </p:nvSpPr>
            <p:spPr>
              <a:xfrm>
                <a:off x="0" y="3070334"/>
                <a:ext cx="1340099" cy="795926"/>
              </a:xfrm>
              <a:prstGeom prst="rect">
                <a:avLst/>
              </a:prstGeom>
              <a:solidFill>
                <a:srgbClr val="7351C7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4A4D0B8F-51AD-45D5-9FEA-2F87634C3FF5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57F380"/>
                    </a:solidFill>
                  </a:rPr>
                  <a:t> 수업 등록</a:t>
                </a: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7392B388-1061-4280-BFC5-7F69998CD81C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수업 조회</a:t>
                </a: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3C1A10DE-57C2-46EB-BAC1-A0B44FC67A80}"/>
                  </a:ext>
                </a:extLst>
              </p:cNvPr>
              <p:cNvSpPr/>
              <p:nvPr userDrawn="1"/>
            </p:nvSpPr>
            <p:spPr>
              <a:xfrm>
                <a:off x="-27382" y="3590387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신청 현황 조회</a:t>
                </a:r>
              </a:p>
            </p:txBody>
          </p:sp>
        </p:grpSp>
        <p:sp>
          <p:nvSpPr>
            <p:cNvPr id="60" name="L 도형 59">
              <a:extLst>
                <a:ext uri="{FF2B5EF4-FFF2-40B4-BE49-F238E27FC236}">
                  <a16:creationId xmlns:a16="http://schemas.microsoft.com/office/drawing/2014/main" id="{B1A986AE-F944-4091-9478-7F4F8DA38F10}"/>
                </a:ext>
              </a:extLst>
            </p:cNvPr>
            <p:cNvSpPr/>
            <p:nvPr userDrawn="1"/>
          </p:nvSpPr>
          <p:spPr>
            <a:xfrm rot="18848084">
              <a:off x="1187945" y="5556705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768EAC9-1AE1-4631-88F6-B6D9654213E6}"/>
                </a:ext>
              </a:extLst>
            </p:cNvPr>
            <p:cNvSpPr/>
            <p:nvPr userDrawn="1"/>
          </p:nvSpPr>
          <p:spPr>
            <a:xfrm>
              <a:off x="-27382" y="545820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후기 관리</a:t>
              </a:r>
            </a:p>
          </p:txBody>
        </p:sp>
        <p:sp>
          <p:nvSpPr>
            <p:cNvPr id="96" name="L 도형 95">
              <a:extLst>
                <a:ext uri="{FF2B5EF4-FFF2-40B4-BE49-F238E27FC236}">
                  <a16:creationId xmlns:a16="http://schemas.microsoft.com/office/drawing/2014/main" id="{24CFD15F-EF1E-4A70-B123-31B4FFB79F53}"/>
                </a:ext>
              </a:extLst>
            </p:cNvPr>
            <p:cNvSpPr/>
            <p:nvPr userDrawn="1"/>
          </p:nvSpPr>
          <p:spPr>
            <a:xfrm rot="8261317">
              <a:off x="1187945" y="449762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L 도형 97">
              <a:extLst>
                <a:ext uri="{FF2B5EF4-FFF2-40B4-BE49-F238E27FC236}">
                  <a16:creationId xmlns:a16="http://schemas.microsoft.com/office/drawing/2014/main" id="{FBB228B2-255D-4E92-8D55-59188CF4BA49}"/>
                </a:ext>
              </a:extLst>
            </p:cNvPr>
            <p:cNvSpPr/>
            <p:nvPr userDrawn="1"/>
          </p:nvSpPr>
          <p:spPr>
            <a:xfrm rot="18848084">
              <a:off x="1187945" y="5774106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7F6F6770-B752-4795-9B98-16F65CB6C2DE}"/>
                </a:ext>
              </a:extLst>
            </p:cNvPr>
            <p:cNvSpPr/>
            <p:nvPr userDrawn="1"/>
          </p:nvSpPr>
          <p:spPr>
            <a:xfrm>
              <a:off x="-27382" y="5675608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문의 관리</a:t>
              </a:r>
            </a:p>
          </p:txBody>
        </p:sp>
      </p:grpSp>
      <p:sp>
        <p:nvSpPr>
          <p:cNvPr id="81" name="L 도형 80">
            <a:extLst>
              <a:ext uri="{FF2B5EF4-FFF2-40B4-BE49-F238E27FC236}">
                <a16:creationId xmlns:a16="http://schemas.microsoft.com/office/drawing/2014/main" id="{C7BB6997-EE8C-4CC1-9A2E-88CA53638724}"/>
              </a:ext>
            </a:extLst>
          </p:cNvPr>
          <p:cNvSpPr/>
          <p:nvPr userDrawn="1"/>
        </p:nvSpPr>
        <p:spPr>
          <a:xfrm rot="8099661">
            <a:off x="1187944" y="36422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501FC88-449E-4834-96FE-A6D011E7177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BC4FC5-6AD8-4E56-ABA3-5C15638D04BE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57C96F-AC66-4C6E-AA44-2737D9E367A2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54AF135-0EB7-477B-9699-B2E0A56F4F81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357966A-BDEC-471B-9E7D-B23C8B4FF3D0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506AD07-0C5B-4642-B530-FCE1D0F538A9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7468EE4A-CF23-4499-9167-5E63AB72D4E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2" name="타원 71">
            <a:extLst>
              <a:ext uri="{FF2B5EF4-FFF2-40B4-BE49-F238E27FC236}">
                <a16:creationId xmlns:a16="http://schemas.microsoft.com/office/drawing/2014/main" id="{03CC7FED-3D07-4844-8C0E-C299DE05181B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8BDDC51-D35A-4856-AB74-758C7DB1FA9D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CFD0A07B-4B24-4FA6-944F-E99619D44621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그래픽 93" descr="카메라">
              <a:extLst>
                <a:ext uri="{FF2B5EF4-FFF2-40B4-BE49-F238E27FC236}">
                  <a16:creationId xmlns:a16="http://schemas.microsoft.com/office/drawing/2014/main" id="{390C60CA-0BEF-42BF-A6FE-CC430D8BE2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3A7C5045-FE66-4C54-BC22-CC7D06AC456E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F5EA4B3-E4FA-4200-B2CF-623AB196E019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L 도형 68">
            <a:extLst>
              <a:ext uri="{FF2B5EF4-FFF2-40B4-BE49-F238E27FC236}">
                <a16:creationId xmlns:a16="http://schemas.microsoft.com/office/drawing/2014/main" id="{74A53577-2657-4A69-9130-4DDDAEC8AE2A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9EF0791A-355F-40CD-BD08-B06A81AB6D2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47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수업 조회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4AC45276-1907-411E-9C50-5453A0FC2CB3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8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E673A49-90D6-4083-9114-50CE13AF06D2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37BEB22-A8F9-4D25-8C79-3FBA6F110D7C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5558776-522F-4D89-BC1E-25E60868F62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49C02E7-F3B8-4D68-B0E6-DF65387C282E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7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6F88658-C9CA-4BFD-9B5C-EC2812475581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8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3FDA354-A46C-4885-B05D-FE45263A3BDA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9" name="Navigation Buttons">
              <a:extLst>
                <a:ext uri="{FF2B5EF4-FFF2-40B4-BE49-F238E27FC236}">
                  <a16:creationId xmlns:a16="http://schemas.microsoft.com/office/drawing/2014/main" id="{148E325B-E056-429E-B625-D312A8836111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90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E5E00CB-E196-404E-AADB-1F8FAE688DD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1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9565F8A5-C813-4EBB-9B2D-43887094705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2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A46750C-E349-49D7-A26A-477D60C69238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EF076303-4DC1-4542-AD9E-572EA8F66C0D}"/>
              </a:ext>
            </a:extLst>
          </p:cNvPr>
          <p:cNvGrpSpPr/>
          <p:nvPr userDrawn="1"/>
        </p:nvGrpSpPr>
        <p:grpSpPr>
          <a:xfrm>
            <a:off x="-27382" y="3830911"/>
            <a:ext cx="1367481" cy="2090460"/>
            <a:chOff x="-27382" y="3830911"/>
            <a:chExt cx="1367481" cy="2090460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3CA4A97-851A-442B-81C3-F0914E42F8C7}"/>
                </a:ext>
              </a:extLst>
            </p:cNvPr>
            <p:cNvGrpSpPr/>
            <p:nvPr userDrawn="1"/>
          </p:nvGrpSpPr>
          <p:grpSpPr>
            <a:xfrm>
              <a:off x="-27382" y="3830911"/>
              <a:ext cx="1367481" cy="2090460"/>
              <a:chOff x="-27382" y="3070334"/>
              <a:chExt cx="1367481" cy="2090460"/>
            </a:xfrm>
          </p:grpSpPr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58EA3B8F-6430-43A1-A2FF-C44EBAB8C4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6E60279-00C1-481D-8C20-71599527AC14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45FDC93-DBEF-4A26-8D96-57463C6C7BCD}"/>
                  </a:ext>
                </a:extLst>
              </p:cNvPr>
              <p:cNvSpPr/>
              <p:nvPr userDrawn="1"/>
            </p:nvSpPr>
            <p:spPr>
              <a:xfrm>
                <a:off x="0" y="3070334"/>
                <a:ext cx="1340099" cy="2090460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F3DE0720-1D4A-4D3B-861E-9615D06BE318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클래스 등록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6CA6C920-0CAE-4515-BE30-DB1DF51EC8E7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E6E6E6"/>
                    </a:solidFill>
                  </a:rPr>
                  <a:t> 클래스 조회</a:t>
                </a:r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388B234-6A4A-473A-A6B4-78E8C33691F6}"/>
                </a:ext>
              </a:extLst>
            </p:cNvPr>
            <p:cNvSpPr/>
            <p:nvPr userDrawn="1"/>
          </p:nvSpPr>
          <p:spPr>
            <a:xfrm>
              <a:off x="-27382" y="434900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수업 관리</a:t>
              </a: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55FCA39B-B8F4-468E-B11D-30C9113727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207284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7DCF77C-91F6-4AAE-B126-23C7EFAEBFB1}"/>
                </a:ext>
              </a:extLst>
            </p:cNvPr>
            <p:cNvGrpSpPr/>
            <p:nvPr userDrawn="1"/>
          </p:nvGrpSpPr>
          <p:grpSpPr>
            <a:xfrm>
              <a:off x="-27382" y="4612634"/>
              <a:ext cx="1367481" cy="795926"/>
              <a:chOff x="-27382" y="3070334"/>
              <a:chExt cx="1367481" cy="795926"/>
            </a:xfrm>
          </p:grpSpPr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8A1A936D-8F9D-4A15-B767-34AEC5B371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0A71B49C-B4C7-49CB-8BE1-14634981BCCD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5C3EF7E6-95AB-40AA-9A06-C9AFF3C3D349}"/>
                  </a:ext>
                </a:extLst>
              </p:cNvPr>
              <p:cNvSpPr/>
              <p:nvPr userDrawn="1"/>
            </p:nvSpPr>
            <p:spPr>
              <a:xfrm>
                <a:off x="0" y="3070334"/>
                <a:ext cx="1340099" cy="795926"/>
              </a:xfrm>
              <a:prstGeom prst="rect">
                <a:avLst/>
              </a:prstGeom>
              <a:solidFill>
                <a:srgbClr val="7351C7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4A4D0B8F-51AD-45D5-9FEA-2F87634C3FF5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수업 등록</a:t>
                </a: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7392B388-1061-4280-BFC5-7F69998CD81C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57F380"/>
                    </a:solidFill>
                  </a:rPr>
                  <a:t> 수업 조회</a:t>
                </a: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3C1A10DE-57C2-46EB-BAC1-A0B44FC67A80}"/>
                  </a:ext>
                </a:extLst>
              </p:cNvPr>
              <p:cNvSpPr/>
              <p:nvPr userDrawn="1"/>
            </p:nvSpPr>
            <p:spPr>
              <a:xfrm>
                <a:off x="-27382" y="3590387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신청 현황 조회</a:t>
                </a:r>
              </a:p>
            </p:txBody>
          </p:sp>
        </p:grpSp>
        <p:sp>
          <p:nvSpPr>
            <p:cNvPr id="60" name="L 도형 59">
              <a:extLst>
                <a:ext uri="{FF2B5EF4-FFF2-40B4-BE49-F238E27FC236}">
                  <a16:creationId xmlns:a16="http://schemas.microsoft.com/office/drawing/2014/main" id="{B1A986AE-F944-4091-9478-7F4F8DA38F10}"/>
                </a:ext>
              </a:extLst>
            </p:cNvPr>
            <p:cNvSpPr/>
            <p:nvPr userDrawn="1"/>
          </p:nvSpPr>
          <p:spPr>
            <a:xfrm rot="18848084">
              <a:off x="1187945" y="5556705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768EAC9-1AE1-4631-88F6-B6D9654213E6}"/>
                </a:ext>
              </a:extLst>
            </p:cNvPr>
            <p:cNvSpPr/>
            <p:nvPr userDrawn="1"/>
          </p:nvSpPr>
          <p:spPr>
            <a:xfrm>
              <a:off x="-27382" y="545820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후기 관리</a:t>
              </a:r>
            </a:p>
          </p:txBody>
        </p:sp>
        <p:sp>
          <p:nvSpPr>
            <p:cNvPr id="96" name="L 도형 95">
              <a:extLst>
                <a:ext uri="{FF2B5EF4-FFF2-40B4-BE49-F238E27FC236}">
                  <a16:creationId xmlns:a16="http://schemas.microsoft.com/office/drawing/2014/main" id="{24CFD15F-EF1E-4A70-B123-31B4FFB79F53}"/>
                </a:ext>
              </a:extLst>
            </p:cNvPr>
            <p:cNvSpPr/>
            <p:nvPr userDrawn="1"/>
          </p:nvSpPr>
          <p:spPr>
            <a:xfrm rot="8261317">
              <a:off x="1187945" y="449762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1" name="L 도형 80">
            <a:extLst>
              <a:ext uri="{FF2B5EF4-FFF2-40B4-BE49-F238E27FC236}">
                <a16:creationId xmlns:a16="http://schemas.microsoft.com/office/drawing/2014/main" id="{C7BB6997-EE8C-4CC1-9A2E-88CA53638724}"/>
              </a:ext>
            </a:extLst>
          </p:cNvPr>
          <p:cNvSpPr/>
          <p:nvPr userDrawn="1"/>
        </p:nvSpPr>
        <p:spPr>
          <a:xfrm rot="8099661">
            <a:off x="1187944" y="36422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501FC88-449E-4834-96FE-A6D011E7177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BC4FC5-6AD8-4E56-ABA3-5C15638D04BE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57C96F-AC66-4C6E-AA44-2737D9E367A2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54AF135-0EB7-477B-9699-B2E0A56F4F81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357966A-BDEC-471B-9E7D-B23C8B4FF3D0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506AD07-0C5B-4642-B530-FCE1D0F538A9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7468EE4A-CF23-4499-9167-5E63AB72D4E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2" name="타원 71">
            <a:extLst>
              <a:ext uri="{FF2B5EF4-FFF2-40B4-BE49-F238E27FC236}">
                <a16:creationId xmlns:a16="http://schemas.microsoft.com/office/drawing/2014/main" id="{03CC7FED-3D07-4844-8C0E-C299DE05181B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8BDDC51-D35A-4856-AB74-758C7DB1FA9D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CFD0A07B-4B24-4FA6-944F-E99619D44621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그래픽 93" descr="카메라">
              <a:extLst>
                <a:ext uri="{FF2B5EF4-FFF2-40B4-BE49-F238E27FC236}">
                  <a16:creationId xmlns:a16="http://schemas.microsoft.com/office/drawing/2014/main" id="{390C60CA-0BEF-42BF-A6FE-CC430D8BE2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3A7C5045-FE66-4C54-BC22-CC7D06AC456E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F5EA4B3-E4FA-4200-B2CF-623AB196E019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L 도형 68">
            <a:extLst>
              <a:ext uri="{FF2B5EF4-FFF2-40B4-BE49-F238E27FC236}">
                <a16:creationId xmlns:a16="http://schemas.microsoft.com/office/drawing/2014/main" id="{74A53577-2657-4A69-9130-4DDDAEC8AE2A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BECF3BA5-64EF-44A6-89FB-DA73A9CFCCE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  <p:sp>
        <p:nvSpPr>
          <p:cNvPr id="98" name="직사각형 97">
            <a:extLst>
              <a:ext uri="{FF2B5EF4-FFF2-40B4-BE49-F238E27FC236}">
                <a16:creationId xmlns:a16="http://schemas.microsoft.com/office/drawing/2014/main" id="{E4621105-6A48-465C-8EFD-C6299977FCFB}"/>
              </a:ext>
            </a:extLst>
          </p:cNvPr>
          <p:cNvSpPr/>
          <p:nvPr userDrawn="1"/>
        </p:nvSpPr>
        <p:spPr>
          <a:xfrm>
            <a:off x="-27382" y="632838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8ECF64DD-7ABF-4B79-8899-89458A937A91}"/>
              </a:ext>
            </a:extLst>
          </p:cNvPr>
          <p:cNvCxnSpPr>
            <a:cxnSpLocks/>
          </p:cNvCxnSpPr>
          <p:nvPr userDrawn="1"/>
        </p:nvCxnSpPr>
        <p:spPr>
          <a:xfrm>
            <a:off x="68156" y="634027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C4519D96-1645-4647-8048-C50CE162850B}"/>
              </a:ext>
            </a:extLst>
          </p:cNvPr>
          <p:cNvCxnSpPr>
            <a:cxnSpLocks/>
          </p:cNvCxnSpPr>
          <p:nvPr userDrawn="1"/>
        </p:nvCxnSpPr>
        <p:spPr>
          <a:xfrm>
            <a:off x="68156" y="672380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743D8B99-7167-4A06-9C12-BF2FAE03802B}"/>
              </a:ext>
            </a:extLst>
          </p:cNvPr>
          <p:cNvGrpSpPr/>
          <p:nvPr userDrawn="1"/>
        </p:nvGrpSpPr>
        <p:grpSpPr>
          <a:xfrm>
            <a:off x="-27382" y="3830911"/>
            <a:ext cx="1367481" cy="2089053"/>
            <a:chOff x="-27382" y="3830911"/>
            <a:chExt cx="1367481" cy="2089053"/>
          </a:xfrm>
        </p:grpSpPr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F2E691E5-9244-434D-8318-022862A08ADA}"/>
                </a:ext>
              </a:extLst>
            </p:cNvPr>
            <p:cNvGrpSpPr/>
            <p:nvPr userDrawn="1"/>
          </p:nvGrpSpPr>
          <p:grpSpPr>
            <a:xfrm>
              <a:off x="-27382" y="3830911"/>
              <a:ext cx="1367481" cy="2079347"/>
              <a:chOff x="-27382" y="3070334"/>
              <a:chExt cx="1367481" cy="2079347"/>
            </a:xfrm>
          </p:grpSpPr>
          <p:cxnSp>
            <p:nvCxnSpPr>
              <p:cNvPr id="117" name="직선 연결선 116">
                <a:extLst>
                  <a:ext uri="{FF2B5EF4-FFF2-40B4-BE49-F238E27FC236}">
                    <a16:creationId xmlns:a16="http://schemas.microsoft.com/office/drawing/2014/main" id="{00C72422-C0F6-4AD4-AC95-15C07D2CD84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직선 연결선 117">
                <a:extLst>
                  <a:ext uri="{FF2B5EF4-FFF2-40B4-BE49-F238E27FC236}">
                    <a16:creationId xmlns:a16="http://schemas.microsoft.com/office/drawing/2014/main" id="{AFA598D7-1E45-4F0E-9A12-317B150BD6C9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2FFEF553-3F52-4D99-ACEC-FE16F956CB96}"/>
                  </a:ext>
                </a:extLst>
              </p:cNvPr>
              <p:cNvSpPr/>
              <p:nvPr userDrawn="1"/>
            </p:nvSpPr>
            <p:spPr>
              <a:xfrm>
                <a:off x="0" y="3070334"/>
                <a:ext cx="1340099" cy="2079347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8B6815E8-21CD-44FC-98E7-65675AFFB2CB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클래스 등록</a:t>
                </a:r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91E5DAC6-CFAA-4B30-875E-386CDE50C988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E6E6E6"/>
                    </a:solidFill>
                  </a:rPr>
                  <a:t> 클래스 조회</a:t>
                </a:r>
              </a:p>
            </p:txBody>
          </p:sp>
        </p:grp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9DEA7052-990E-4A80-B19F-CBA5AA9C7DA8}"/>
                </a:ext>
              </a:extLst>
            </p:cNvPr>
            <p:cNvSpPr/>
            <p:nvPr userDrawn="1"/>
          </p:nvSpPr>
          <p:spPr>
            <a:xfrm>
              <a:off x="-27382" y="434900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수업 관리</a:t>
              </a:r>
            </a:p>
          </p:txBody>
        </p:sp>
        <p:cxnSp>
          <p:nvCxnSpPr>
            <p:cNvPr id="104" name="직선 연결선 103">
              <a:extLst>
                <a:ext uri="{FF2B5EF4-FFF2-40B4-BE49-F238E27FC236}">
                  <a16:creationId xmlns:a16="http://schemas.microsoft.com/office/drawing/2014/main" id="{8002EDEF-3E22-4533-8896-65FF323E303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207284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F9FFFE8A-3464-4E6D-88ED-C2905C085A99}"/>
                </a:ext>
              </a:extLst>
            </p:cNvPr>
            <p:cNvGrpSpPr/>
            <p:nvPr userDrawn="1"/>
          </p:nvGrpSpPr>
          <p:grpSpPr>
            <a:xfrm>
              <a:off x="-27382" y="4612634"/>
              <a:ext cx="1367481" cy="795926"/>
              <a:chOff x="-27382" y="3070334"/>
              <a:chExt cx="1367481" cy="795926"/>
            </a:xfrm>
          </p:grpSpPr>
          <p:cxnSp>
            <p:nvCxnSpPr>
              <p:cNvPr id="111" name="직선 연결선 110">
                <a:extLst>
                  <a:ext uri="{FF2B5EF4-FFF2-40B4-BE49-F238E27FC236}">
                    <a16:creationId xmlns:a16="http://schemas.microsoft.com/office/drawing/2014/main" id="{784445ED-42B3-409E-9560-DCEEA8194E9B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AE5C6606-AD81-4B31-867C-DFE5334FDBD1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7A10097B-9352-4EB4-A854-74AA787BBD77}"/>
                  </a:ext>
                </a:extLst>
              </p:cNvPr>
              <p:cNvSpPr/>
              <p:nvPr userDrawn="1"/>
            </p:nvSpPr>
            <p:spPr>
              <a:xfrm>
                <a:off x="0" y="3070334"/>
                <a:ext cx="1340099" cy="795926"/>
              </a:xfrm>
              <a:prstGeom prst="rect">
                <a:avLst/>
              </a:prstGeom>
              <a:solidFill>
                <a:srgbClr val="7351C7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1937AD52-B071-4AB2-A061-79246F8A937A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수업 등록</a:t>
                </a:r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1197C2C2-13E0-4C37-BC6F-C0AB9334AE7E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57F380"/>
                    </a:solidFill>
                  </a:rPr>
                  <a:t> 수업 조회</a:t>
                </a:r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CC822510-55A3-4296-AF7C-3526564D3173}"/>
                  </a:ext>
                </a:extLst>
              </p:cNvPr>
              <p:cNvSpPr/>
              <p:nvPr userDrawn="1"/>
            </p:nvSpPr>
            <p:spPr>
              <a:xfrm>
                <a:off x="-27382" y="3590387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신청 현황 조회</a:t>
                </a:r>
              </a:p>
            </p:txBody>
          </p:sp>
        </p:grpSp>
        <p:sp>
          <p:nvSpPr>
            <p:cNvPr id="106" name="L 도형 105">
              <a:extLst>
                <a:ext uri="{FF2B5EF4-FFF2-40B4-BE49-F238E27FC236}">
                  <a16:creationId xmlns:a16="http://schemas.microsoft.com/office/drawing/2014/main" id="{54FC9A51-47EB-41C1-AFAD-8F228955C086}"/>
                </a:ext>
              </a:extLst>
            </p:cNvPr>
            <p:cNvSpPr/>
            <p:nvPr userDrawn="1"/>
          </p:nvSpPr>
          <p:spPr>
            <a:xfrm rot="18848084">
              <a:off x="1187945" y="5556705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AA430B4C-D8DA-4D85-8D5B-D63968AE4F91}"/>
                </a:ext>
              </a:extLst>
            </p:cNvPr>
            <p:cNvSpPr/>
            <p:nvPr userDrawn="1"/>
          </p:nvSpPr>
          <p:spPr>
            <a:xfrm>
              <a:off x="-27382" y="545820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후기 관리</a:t>
              </a:r>
            </a:p>
          </p:txBody>
        </p:sp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80DB19A0-F3F8-4816-BAD6-4FD9D93219EC}"/>
                </a:ext>
              </a:extLst>
            </p:cNvPr>
            <p:cNvSpPr/>
            <p:nvPr userDrawn="1"/>
          </p:nvSpPr>
          <p:spPr>
            <a:xfrm rot="8261317">
              <a:off x="1187945" y="449762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L 도형 108">
              <a:extLst>
                <a:ext uri="{FF2B5EF4-FFF2-40B4-BE49-F238E27FC236}">
                  <a16:creationId xmlns:a16="http://schemas.microsoft.com/office/drawing/2014/main" id="{E9461C13-32F8-4CF2-9F82-1368AB4E5C70}"/>
                </a:ext>
              </a:extLst>
            </p:cNvPr>
            <p:cNvSpPr/>
            <p:nvPr userDrawn="1"/>
          </p:nvSpPr>
          <p:spPr>
            <a:xfrm rot="18848084">
              <a:off x="1187945" y="5774106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556F5793-2F0E-4605-9922-93B7FD1616B7}"/>
                </a:ext>
              </a:extLst>
            </p:cNvPr>
            <p:cNvSpPr/>
            <p:nvPr userDrawn="1"/>
          </p:nvSpPr>
          <p:spPr>
            <a:xfrm>
              <a:off x="-27382" y="5675608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문의 관리</a:t>
              </a:r>
            </a:p>
          </p:txBody>
        </p:sp>
      </p:grp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29AF48DA-9FAE-4C04-9ED6-01900AB2FA12}"/>
              </a:ext>
            </a:extLst>
          </p:cNvPr>
          <p:cNvSpPr/>
          <p:nvPr userDrawn="1"/>
        </p:nvSpPr>
        <p:spPr>
          <a:xfrm>
            <a:off x="-27382" y="594486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게시물 관리</a:t>
            </a:r>
          </a:p>
        </p:txBody>
      </p:sp>
    </p:spTree>
    <p:extLst>
      <p:ext uri="{BB962C8B-B14F-4D97-AF65-F5344CB8AC3E}">
        <p14:creationId xmlns:p14="http://schemas.microsoft.com/office/powerpoint/2010/main" val="1618105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신청 현황 조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4AC45276-1907-411E-9C50-5453A0FC2CB3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8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7E673A49-90D6-4083-9114-50CE13AF06D2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37BEB22-A8F9-4D25-8C79-3FBA6F110D7C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5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5558776-522F-4D89-BC1E-25E60868F62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49C02E7-F3B8-4D68-B0E6-DF65387C282E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7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6F88658-C9CA-4BFD-9B5C-EC2812475581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8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A3FDA354-A46C-4885-B05D-FE45263A3BDA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89" name="Navigation Buttons">
              <a:extLst>
                <a:ext uri="{FF2B5EF4-FFF2-40B4-BE49-F238E27FC236}">
                  <a16:creationId xmlns:a16="http://schemas.microsoft.com/office/drawing/2014/main" id="{148E325B-E056-429E-B625-D312A8836111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90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E5E00CB-E196-404E-AADB-1F8FAE688DD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1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9565F8A5-C813-4EBB-9B2D-43887094705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2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A46750C-E349-49D7-A26A-477D60C69238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EF076303-4DC1-4542-AD9E-572EA8F66C0D}"/>
              </a:ext>
            </a:extLst>
          </p:cNvPr>
          <p:cNvGrpSpPr/>
          <p:nvPr userDrawn="1"/>
        </p:nvGrpSpPr>
        <p:grpSpPr>
          <a:xfrm>
            <a:off x="-27382" y="3830911"/>
            <a:ext cx="1367481" cy="2106995"/>
            <a:chOff x="-27382" y="3830911"/>
            <a:chExt cx="1367481" cy="2106995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3CA4A97-851A-442B-81C3-F0914E42F8C7}"/>
                </a:ext>
              </a:extLst>
            </p:cNvPr>
            <p:cNvGrpSpPr/>
            <p:nvPr userDrawn="1"/>
          </p:nvGrpSpPr>
          <p:grpSpPr>
            <a:xfrm>
              <a:off x="-27382" y="3830911"/>
              <a:ext cx="1367481" cy="2106995"/>
              <a:chOff x="-27382" y="3070334"/>
              <a:chExt cx="1367481" cy="2106995"/>
            </a:xfrm>
          </p:grpSpPr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58EA3B8F-6430-43A1-A2FF-C44EBAB8C4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6E60279-00C1-481D-8C20-71599527AC14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45FDC93-DBEF-4A26-8D96-57463C6C7BCD}"/>
                  </a:ext>
                </a:extLst>
              </p:cNvPr>
              <p:cNvSpPr/>
              <p:nvPr userDrawn="1"/>
            </p:nvSpPr>
            <p:spPr>
              <a:xfrm>
                <a:off x="0" y="3070334"/>
                <a:ext cx="1340099" cy="2106995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F3DE0720-1D4A-4D3B-861E-9615D06BE318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클래스 등록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6CA6C920-0CAE-4515-BE30-DB1DF51EC8E7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E6E6E6"/>
                    </a:solidFill>
                  </a:rPr>
                  <a:t> 클래스 조회</a:t>
                </a:r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388B234-6A4A-473A-A6B4-78E8C33691F6}"/>
                </a:ext>
              </a:extLst>
            </p:cNvPr>
            <p:cNvSpPr/>
            <p:nvPr userDrawn="1"/>
          </p:nvSpPr>
          <p:spPr>
            <a:xfrm>
              <a:off x="-27382" y="434900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수업 관리</a:t>
              </a: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55FCA39B-B8F4-468E-B11D-30C9113727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207284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7DCF77C-91F6-4AAE-B126-23C7EFAEBFB1}"/>
                </a:ext>
              </a:extLst>
            </p:cNvPr>
            <p:cNvGrpSpPr/>
            <p:nvPr userDrawn="1"/>
          </p:nvGrpSpPr>
          <p:grpSpPr>
            <a:xfrm>
              <a:off x="-27382" y="4612634"/>
              <a:ext cx="1367481" cy="795926"/>
              <a:chOff x="-27382" y="3070334"/>
              <a:chExt cx="1367481" cy="795926"/>
            </a:xfrm>
          </p:grpSpPr>
          <p:cxnSp>
            <p:nvCxnSpPr>
              <p:cNvPr id="48" name="직선 연결선 47">
                <a:extLst>
                  <a:ext uri="{FF2B5EF4-FFF2-40B4-BE49-F238E27FC236}">
                    <a16:creationId xmlns:a16="http://schemas.microsoft.com/office/drawing/2014/main" id="{8A1A936D-8F9D-4A15-B767-34AEC5B371F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연결선 48">
                <a:extLst>
                  <a:ext uri="{FF2B5EF4-FFF2-40B4-BE49-F238E27FC236}">
                    <a16:creationId xmlns:a16="http://schemas.microsoft.com/office/drawing/2014/main" id="{0A71B49C-B4C7-49CB-8BE1-14634981BCCD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5C3EF7E6-95AB-40AA-9A06-C9AFF3C3D349}"/>
                  </a:ext>
                </a:extLst>
              </p:cNvPr>
              <p:cNvSpPr/>
              <p:nvPr userDrawn="1"/>
            </p:nvSpPr>
            <p:spPr>
              <a:xfrm>
                <a:off x="0" y="3070334"/>
                <a:ext cx="1340099" cy="795926"/>
              </a:xfrm>
              <a:prstGeom prst="rect">
                <a:avLst/>
              </a:prstGeom>
              <a:solidFill>
                <a:srgbClr val="7351C7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4A4D0B8F-51AD-45D5-9FEA-2F87634C3FF5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수업 등록</a:t>
                </a: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7392B388-1061-4280-BFC5-7F69998CD81C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수업 조회</a:t>
                </a: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3C1A10DE-57C2-46EB-BAC1-A0B44FC67A80}"/>
                  </a:ext>
                </a:extLst>
              </p:cNvPr>
              <p:cNvSpPr/>
              <p:nvPr userDrawn="1"/>
            </p:nvSpPr>
            <p:spPr>
              <a:xfrm>
                <a:off x="-27382" y="3590387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57F380"/>
                    </a:solidFill>
                  </a:rPr>
                  <a:t> 신청 현황 조회</a:t>
                </a:r>
              </a:p>
            </p:txBody>
          </p:sp>
        </p:grpSp>
        <p:sp>
          <p:nvSpPr>
            <p:cNvPr id="60" name="L 도형 59">
              <a:extLst>
                <a:ext uri="{FF2B5EF4-FFF2-40B4-BE49-F238E27FC236}">
                  <a16:creationId xmlns:a16="http://schemas.microsoft.com/office/drawing/2014/main" id="{B1A986AE-F944-4091-9478-7F4F8DA38F10}"/>
                </a:ext>
              </a:extLst>
            </p:cNvPr>
            <p:cNvSpPr/>
            <p:nvPr userDrawn="1"/>
          </p:nvSpPr>
          <p:spPr>
            <a:xfrm rot="18848084">
              <a:off x="1187945" y="5556705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6768EAC9-1AE1-4631-88F6-B6D9654213E6}"/>
                </a:ext>
              </a:extLst>
            </p:cNvPr>
            <p:cNvSpPr/>
            <p:nvPr userDrawn="1"/>
          </p:nvSpPr>
          <p:spPr>
            <a:xfrm>
              <a:off x="-27382" y="545820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후기 관리</a:t>
              </a:r>
            </a:p>
          </p:txBody>
        </p:sp>
        <p:sp>
          <p:nvSpPr>
            <p:cNvPr id="96" name="L 도형 95">
              <a:extLst>
                <a:ext uri="{FF2B5EF4-FFF2-40B4-BE49-F238E27FC236}">
                  <a16:creationId xmlns:a16="http://schemas.microsoft.com/office/drawing/2014/main" id="{24CFD15F-EF1E-4A70-B123-31B4FFB79F53}"/>
                </a:ext>
              </a:extLst>
            </p:cNvPr>
            <p:cNvSpPr/>
            <p:nvPr userDrawn="1"/>
          </p:nvSpPr>
          <p:spPr>
            <a:xfrm rot="8261317">
              <a:off x="1187945" y="449762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L 도형 111">
              <a:extLst>
                <a:ext uri="{FF2B5EF4-FFF2-40B4-BE49-F238E27FC236}">
                  <a16:creationId xmlns:a16="http://schemas.microsoft.com/office/drawing/2014/main" id="{0EA5DD87-5C75-4825-8726-51A9C3697C94}"/>
                </a:ext>
              </a:extLst>
            </p:cNvPr>
            <p:cNvSpPr/>
            <p:nvPr userDrawn="1"/>
          </p:nvSpPr>
          <p:spPr>
            <a:xfrm rot="18848084">
              <a:off x="1187945" y="577554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F8CB7CC9-6E81-4272-A417-6803F35C9F7A}"/>
                </a:ext>
              </a:extLst>
            </p:cNvPr>
            <p:cNvSpPr/>
            <p:nvPr userDrawn="1"/>
          </p:nvSpPr>
          <p:spPr>
            <a:xfrm>
              <a:off x="-27382" y="567704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문의 관리</a:t>
              </a:r>
            </a:p>
          </p:txBody>
        </p:sp>
      </p:grpSp>
      <p:sp>
        <p:nvSpPr>
          <p:cNvPr id="81" name="L 도형 80">
            <a:extLst>
              <a:ext uri="{FF2B5EF4-FFF2-40B4-BE49-F238E27FC236}">
                <a16:creationId xmlns:a16="http://schemas.microsoft.com/office/drawing/2014/main" id="{C7BB6997-EE8C-4CC1-9A2E-88CA53638724}"/>
              </a:ext>
            </a:extLst>
          </p:cNvPr>
          <p:cNvSpPr/>
          <p:nvPr userDrawn="1"/>
        </p:nvSpPr>
        <p:spPr>
          <a:xfrm rot="8099661">
            <a:off x="1187944" y="36422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501FC88-449E-4834-96FE-A6D011E7177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BC4FC5-6AD8-4E56-ABA3-5C15638D04BE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57C96F-AC66-4C6E-AA44-2737D9E367A2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54AF135-0EB7-477B-9699-B2E0A56F4F81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357966A-BDEC-471B-9E7D-B23C8B4FF3D0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506AD07-0C5B-4642-B530-FCE1D0F538A9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7468EE4A-CF23-4499-9167-5E63AB72D4E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2" name="타원 71">
            <a:extLst>
              <a:ext uri="{FF2B5EF4-FFF2-40B4-BE49-F238E27FC236}">
                <a16:creationId xmlns:a16="http://schemas.microsoft.com/office/drawing/2014/main" id="{03CC7FED-3D07-4844-8C0E-C299DE05181B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8BDDC51-D35A-4856-AB74-758C7DB1FA9D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CFD0A07B-4B24-4FA6-944F-E99619D44621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그래픽 93" descr="카메라">
              <a:extLst>
                <a:ext uri="{FF2B5EF4-FFF2-40B4-BE49-F238E27FC236}">
                  <a16:creationId xmlns:a16="http://schemas.microsoft.com/office/drawing/2014/main" id="{390C60CA-0BEF-42BF-A6FE-CC430D8BE2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3A7C5045-FE66-4C54-BC22-CC7D06AC456E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F5EA4B3-E4FA-4200-B2CF-623AB196E019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L 도형 68">
            <a:extLst>
              <a:ext uri="{FF2B5EF4-FFF2-40B4-BE49-F238E27FC236}">
                <a16:creationId xmlns:a16="http://schemas.microsoft.com/office/drawing/2014/main" id="{74A53577-2657-4A69-9130-4DDDAEC8AE2A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F3C3A044-679D-4A25-8DEB-5988B97C3A4C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  <p:sp>
        <p:nvSpPr>
          <p:cNvPr id="99" name="직사각형 98">
            <a:extLst>
              <a:ext uri="{FF2B5EF4-FFF2-40B4-BE49-F238E27FC236}">
                <a16:creationId xmlns:a16="http://schemas.microsoft.com/office/drawing/2014/main" id="{5978809D-6B0D-405E-B75B-58E37FB7AE48}"/>
              </a:ext>
            </a:extLst>
          </p:cNvPr>
          <p:cNvSpPr/>
          <p:nvPr userDrawn="1"/>
        </p:nvSpPr>
        <p:spPr>
          <a:xfrm>
            <a:off x="-27382" y="632838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cxnSp>
        <p:nvCxnSpPr>
          <p:cNvPr id="100" name="직선 연결선 99">
            <a:extLst>
              <a:ext uri="{FF2B5EF4-FFF2-40B4-BE49-F238E27FC236}">
                <a16:creationId xmlns:a16="http://schemas.microsoft.com/office/drawing/2014/main" id="{5FFBE593-9486-49BE-9E8B-4443074EC760}"/>
              </a:ext>
            </a:extLst>
          </p:cNvPr>
          <p:cNvCxnSpPr>
            <a:cxnSpLocks/>
          </p:cNvCxnSpPr>
          <p:nvPr userDrawn="1"/>
        </p:nvCxnSpPr>
        <p:spPr>
          <a:xfrm>
            <a:off x="68156" y="634027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663138A-DE7F-4A0D-8451-E662828D74DF}"/>
              </a:ext>
            </a:extLst>
          </p:cNvPr>
          <p:cNvCxnSpPr>
            <a:cxnSpLocks/>
          </p:cNvCxnSpPr>
          <p:nvPr userDrawn="1"/>
        </p:nvCxnSpPr>
        <p:spPr>
          <a:xfrm>
            <a:off x="68156" y="672380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4C3D3919-63B1-4713-A4AC-AE4E836FF8A1}"/>
              </a:ext>
            </a:extLst>
          </p:cNvPr>
          <p:cNvSpPr/>
          <p:nvPr userDrawn="1"/>
        </p:nvSpPr>
        <p:spPr>
          <a:xfrm>
            <a:off x="-27382" y="594486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게시물 관리</a:t>
            </a:r>
          </a:p>
        </p:txBody>
      </p:sp>
    </p:spTree>
    <p:extLst>
      <p:ext uri="{BB962C8B-B14F-4D97-AF65-F5344CB8AC3E}">
        <p14:creationId xmlns:p14="http://schemas.microsoft.com/office/powerpoint/2010/main" val="2312471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후기 조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4DA6851D-87D1-4466-8532-A1EAC076788F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9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0D07043-7295-40B8-8F21-49BE8DD46BF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75FFA79-1BF0-4E9C-9231-9A2CC5BAC435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0AF6321-E388-410C-B406-1ACB04D6D0B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9AA3C47-DD76-492D-9370-400B58EAB49B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C780ACB-4B06-450A-9660-0931DC31B3E2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7483355-BEB7-41BE-AB51-3986B391F0C7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5" name="Navigation Buttons">
              <a:extLst>
                <a:ext uri="{FF2B5EF4-FFF2-40B4-BE49-F238E27FC236}">
                  <a16:creationId xmlns:a16="http://schemas.microsoft.com/office/drawing/2014/main" id="{24DCAB95-3F15-4147-B845-74C0D659BC57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106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0E8B67B-C6C3-4175-BD09-538379DC677B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05C9B83A-C041-4776-A3AE-59B7716281CF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8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6ACFF129-1ADE-4235-A2C6-D99DFDD1E2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5351FE-51E3-446C-97C9-769B6E8B09C8}"/>
              </a:ext>
            </a:extLst>
          </p:cNvPr>
          <p:cNvSpPr/>
          <p:nvPr userDrawn="1"/>
        </p:nvSpPr>
        <p:spPr>
          <a:xfrm>
            <a:off x="-27382" y="54832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98A9B99-3C8D-46E3-8AB7-C6ECDD68C3EB}"/>
              </a:ext>
            </a:extLst>
          </p:cNvPr>
          <p:cNvSpPr/>
          <p:nvPr userDrawn="1"/>
        </p:nvSpPr>
        <p:spPr>
          <a:xfrm>
            <a:off x="-27382" y="58667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7F1244B-F7A4-4A97-9558-463E9BA489A3}"/>
              </a:ext>
            </a:extLst>
          </p:cNvPr>
          <p:cNvSpPr/>
          <p:nvPr userDrawn="1"/>
        </p:nvSpPr>
        <p:spPr>
          <a:xfrm>
            <a:off x="-27382" y="6250314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73" name="L 도형 72">
            <a:extLst>
              <a:ext uri="{FF2B5EF4-FFF2-40B4-BE49-F238E27FC236}">
                <a16:creationId xmlns:a16="http://schemas.microsoft.com/office/drawing/2014/main" id="{3152A5C7-A3FD-445D-94CC-2EC94A3AC873}"/>
              </a:ext>
            </a:extLst>
          </p:cNvPr>
          <p:cNvSpPr/>
          <p:nvPr userDrawn="1"/>
        </p:nvSpPr>
        <p:spPr>
          <a:xfrm rot="18882919">
            <a:off x="1187944" y="56581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L 도형 73">
            <a:extLst>
              <a:ext uri="{FF2B5EF4-FFF2-40B4-BE49-F238E27FC236}">
                <a16:creationId xmlns:a16="http://schemas.microsoft.com/office/drawing/2014/main" id="{A445EB79-D490-41C8-8896-29BCA3E69845}"/>
              </a:ext>
            </a:extLst>
          </p:cNvPr>
          <p:cNvSpPr/>
          <p:nvPr userDrawn="1"/>
        </p:nvSpPr>
        <p:spPr>
          <a:xfrm rot="18882919">
            <a:off x="1187944" y="60416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L 도형 74">
            <a:extLst>
              <a:ext uri="{FF2B5EF4-FFF2-40B4-BE49-F238E27FC236}">
                <a16:creationId xmlns:a16="http://schemas.microsoft.com/office/drawing/2014/main" id="{871C89C6-4784-444F-B6B7-FE370BFD05E8}"/>
              </a:ext>
            </a:extLst>
          </p:cNvPr>
          <p:cNvSpPr/>
          <p:nvPr userDrawn="1"/>
        </p:nvSpPr>
        <p:spPr>
          <a:xfrm rot="18882919">
            <a:off x="1187944" y="6425162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B66C847-375B-4A77-ACD3-765BB9BBAE37}"/>
              </a:ext>
            </a:extLst>
          </p:cNvPr>
          <p:cNvCxnSpPr>
            <a:cxnSpLocks/>
          </p:cNvCxnSpPr>
          <p:nvPr userDrawn="1"/>
        </p:nvCxnSpPr>
        <p:spPr>
          <a:xfrm>
            <a:off x="68156" y="58786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D3C26C30-8634-449C-941B-25F9A4FBE69F}"/>
              </a:ext>
            </a:extLst>
          </p:cNvPr>
          <p:cNvCxnSpPr>
            <a:cxnSpLocks/>
          </p:cNvCxnSpPr>
          <p:nvPr userDrawn="1"/>
        </p:nvCxnSpPr>
        <p:spPr>
          <a:xfrm>
            <a:off x="68156" y="62622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2A6A766-9983-4817-9F29-3D1C4173D2D7}"/>
              </a:ext>
            </a:extLst>
          </p:cNvPr>
          <p:cNvCxnSpPr>
            <a:cxnSpLocks/>
          </p:cNvCxnSpPr>
          <p:nvPr userDrawn="1"/>
        </p:nvCxnSpPr>
        <p:spPr>
          <a:xfrm>
            <a:off x="68156" y="6645729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EF076303-4DC1-4542-AD9E-572EA8F66C0D}"/>
              </a:ext>
            </a:extLst>
          </p:cNvPr>
          <p:cNvGrpSpPr/>
          <p:nvPr userDrawn="1"/>
        </p:nvGrpSpPr>
        <p:grpSpPr>
          <a:xfrm>
            <a:off x="-35155" y="3830911"/>
            <a:ext cx="1375254" cy="1676141"/>
            <a:chOff x="-35155" y="3830911"/>
            <a:chExt cx="1375254" cy="1676141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3CA4A97-851A-442B-81C3-F0914E42F8C7}"/>
                </a:ext>
              </a:extLst>
            </p:cNvPr>
            <p:cNvGrpSpPr/>
            <p:nvPr userDrawn="1"/>
          </p:nvGrpSpPr>
          <p:grpSpPr>
            <a:xfrm>
              <a:off x="-27382" y="3830911"/>
              <a:ext cx="1367481" cy="1676141"/>
              <a:chOff x="-27382" y="3070334"/>
              <a:chExt cx="1367481" cy="1676141"/>
            </a:xfrm>
          </p:grpSpPr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58EA3B8F-6430-43A1-A2FF-C44EBAB8C4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6E60279-00C1-481D-8C20-71599527AC14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45FDC93-DBEF-4A26-8D96-57463C6C7BCD}"/>
                  </a:ext>
                </a:extLst>
              </p:cNvPr>
              <p:cNvSpPr/>
              <p:nvPr userDrawn="1"/>
            </p:nvSpPr>
            <p:spPr>
              <a:xfrm>
                <a:off x="0" y="3070335"/>
                <a:ext cx="1340099" cy="1676140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F3DE0720-1D4A-4D3B-861E-9615D06BE318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클래스 등록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6CA6C920-0CAE-4515-BE30-DB1DF51EC8E7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E6E6E6"/>
                    </a:solidFill>
                  </a:rPr>
                  <a:t> 클래스 조회</a:t>
                </a:r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388B234-6A4A-473A-A6B4-78E8C33691F6}"/>
                </a:ext>
              </a:extLst>
            </p:cNvPr>
            <p:cNvSpPr/>
            <p:nvPr userDrawn="1"/>
          </p:nvSpPr>
          <p:spPr>
            <a:xfrm>
              <a:off x="-27382" y="434900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수업 관리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7DCF77C-91F6-4AAE-B126-23C7EFAEBFB1}"/>
                </a:ext>
              </a:extLst>
            </p:cNvPr>
            <p:cNvGrpSpPr/>
            <p:nvPr userDrawn="1"/>
          </p:nvGrpSpPr>
          <p:grpSpPr>
            <a:xfrm>
              <a:off x="-35155" y="4863639"/>
              <a:ext cx="1368585" cy="304398"/>
              <a:chOff x="-35155" y="3321339"/>
              <a:chExt cx="1368585" cy="304398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5C3EF7E6-95AB-40AA-9A06-C9AFF3C3D349}"/>
                  </a:ext>
                </a:extLst>
              </p:cNvPr>
              <p:cNvSpPr/>
              <p:nvPr userDrawn="1"/>
            </p:nvSpPr>
            <p:spPr>
              <a:xfrm>
                <a:off x="-6669" y="3321339"/>
                <a:ext cx="1340099" cy="304398"/>
              </a:xfrm>
              <a:prstGeom prst="rect">
                <a:avLst/>
              </a:prstGeom>
              <a:solidFill>
                <a:srgbClr val="7351C7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7392B388-1061-4280-BFC5-7F69998CD81C}"/>
                  </a:ext>
                </a:extLst>
              </p:cNvPr>
              <p:cNvSpPr/>
              <p:nvPr userDrawn="1"/>
            </p:nvSpPr>
            <p:spPr>
              <a:xfrm>
                <a:off x="-35155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57F380"/>
                    </a:solidFill>
                  </a:rPr>
                  <a:t> 후기 조회</a:t>
                </a:r>
              </a:p>
            </p:txBody>
          </p:sp>
        </p:grpSp>
        <p:sp>
          <p:nvSpPr>
            <p:cNvPr id="60" name="L 도형 59">
              <a:extLst>
                <a:ext uri="{FF2B5EF4-FFF2-40B4-BE49-F238E27FC236}">
                  <a16:creationId xmlns:a16="http://schemas.microsoft.com/office/drawing/2014/main" id="{B1A986AE-F944-4091-9478-7F4F8DA38F10}"/>
                </a:ext>
              </a:extLst>
            </p:cNvPr>
            <p:cNvSpPr/>
            <p:nvPr userDrawn="1"/>
          </p:nvSpPr>
          <p:spPr>
            <a:xfrm rot="18848084">
              <a:off x="1189516" y="4446131"/>
              <a:ext cx="45719" cy="50097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L 도형 96">
              <a:extLst>
                <a:ext uri="{FF2B5EF4-FFF2-40B4-BE49-F238E27FC236}">
                  <a16:creationId xmlns:a16="http://schemas.microsoft.com/office/drawing/2014/main" id="{D555CDE3-0F20-49B4-9E01-B918E9F9A924}"/>
                </a:ext>
              </a:extLst>
            </p:cNvPr>
            <p:cNvSpPr/>
            <p:nvPr userDrawn="1"/>
          </p:nvSpPr>
          <p:spPr>
            <a:xfrm rot="8243126">
              <a:off x="1189516" y="4754126"/>
              <a:ext cx="45719" cy="50097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F099A8C-A646-4C7B-B658-A0498C98761C}"/>
                </a:ext>
              </a:extLst>
            </p:cNvPr>
            <p:cNvSpPr/>
            <p:nvPr userDrawn="1"/>
          </p:nvSpPr>
          <p:spPr>
            <a:xfrm>
              <a:off x="-27382" y="5209268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문의 관리</a:t>
              </a:r>
            </a:p>
          </p:txBody>
        </p:sp>
        <p:sp>
          <p:nvSpPr>
            <p:cNvPr id="90" name="L 도형 89">
              <a:extLst>
                <a:ext uri="{FF2B5EF4-FFF2-40B4-BE49-F238E27FC236}">
                  <a16:creationId xmlns:a16="http://schemas.microsoft.com/office/drawing/2014/main" id="{004B4C6C-C87D-4988-BF34-80DE5810D3B6}"/>
                </a:ext>
              </a:extLst>
            </p:cNvPr>
            <p:cNvSpPr/>
            <p:nvPr userDrawn="1"/>
          </p:nvSpPr>
          <p:spPr>
            <a:xfrm rot="18848084">
              <a:off x="1189516" y="5306397"/>
              <a:ext cx="45719" cy="50097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1" name="L 도형 80">
            <a:extLst>
              <a:ext uri="{FF2B5EF4-FFF2-40B4-BE49-F238E27FC236}">
                <a16:creationId xmlns:a16="http://schemas.microsoft.com/office/drawing/2014/main" id="{C7BB6997-EE8C-4CC1-9A2E-88CA53638724}"/>
              </a:ext>
            </a:extLst>
          </p:cNvPr>
          <p:cNvSpPr/>
          <p:nvPr userDrawn="1"/>
        </p:nvSpPr>
        <p:spPr>
          <a:xfrm rot="8099661">
            <a:off x="1187944" y="36422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501FC88-449E-4834-96FE-A6D011E7177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BC4FC5-6AD8-4E56-ABA3-5C15638D04BE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57C96F-AC66-4C6E-AA44-2737D9E367A2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54AF135-0EB7-477B-9699-B2E0A56F4F81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357966A-BDEC-471B-9E7D-B23C8B4FF3D0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506AD07-0C5B-4642-B530-FCE1D0F538A9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7468EE4A-CF23-4499-9167-5E63AB72D4E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2" name="타원 71">
            <a:extLst>
              <a:ext uri="{FF2B5EF4-FFF2-40B4-BE49-F238E27FC236}">
                <a16:creationId xmlns:a16="http://schemas.microsoft.com/office/drawing/2014/main" id="{03CC7FED-3D07-4844-8C0E-C299DE05181B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8BDDC51-D35A-4856-AB74-758C7DB1FA9D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CFD0A07B-4B24-4FA6-944F-E99619D44621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그래픽 93" descr="카메라">
              <a:extLst>
                <a:ext uri="{FF2B5EF4-FFF2-40B4-BE49-F238E27FC236}">
                  <a16:creationId xmlns:a16="http://schemas.microsoft.com/office/drawing/2014/main" id="{390C60CA-0BEF-42BF-A6FE-CC430D8BE2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3A7C5045-FE66-4C54-BC22-CC7D06AC456E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F5EA4B3-E4FA-4200-B2CF-623AB196E019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L 도형 68">
            <a:extLst>
              <a:ext uri="{FF2B5EF4-FFF2-40B4-BE49-F238E27FC236}">
                <a16:creationId xmlns:a16="http://schemas.microsoft.com/office/drawing/2014/main" id="{74A53577-2657-4A69-9130-4DDDAEC8AE2A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8B6CC891-ABEE-4A04-9EB8-B1BBBE91EB06}"/>
              </a:ext>
            </a:extLst>
          </p:cNvPr>
          <p:cNvSpPr/>
          <p:nvPr userDrawn="1"/>
        </p:nvSpPr>
        <p:spPr>
          <a:xfrm>
            <a:off x="-27382" y="4628925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후기 관리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5CDFCA0F-2C8E-4A0E-B841-4F462AFD51E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67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후기 조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4DA6851D-87D1-4466-8532-A1EAC076788F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9058" y="447442"/>
            <a:ext cx="9383279" cy="6400798"/>
            <a:chOff x="595684" y="1261242"/>
            <a:chExt cx="6668462" cy="4352543"/>
          </a:xfrm>
        </p:grpSpPr>
        <p:sp>
          <p:nvSpPr>
            <p:cNvPr id="99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0D07043-7295-40B8-8F21-49BE8DD46BF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0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75FFA79-1BF0-4E9C-9231-9A2CC5BAC435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1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0AF6321-E388-410C-B406-1ACB04D6D0B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2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9AA3C47-DD76-492D-9370-400B58EAB49B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3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C780ACB-4B06-450A-9660-0931DC31B3E2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7483355-BEB7-41BE-AB51-3986B391F0C7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05" name="Navigation Buttons">
              <a:extLst>
                <a:ext uri="{FF2B5EF4-FFF2-40B4-BE49-F238E27FC236}">
                  <a16:creationId xmlns:a16="http://schemas.microsoft.com/office/drawing/2014/main" id="{24DCAB95-3F15-4147-B845-74C0D659BC57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106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0E8B67B-C6C3-4175-BD09-538379DC677B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05C9B83A-C041-4776-A3AE-59B7716281CF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08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6ACFF129-1ADE-4235-A2C6-D99DFDD1E2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5351FE-51E3-446C-97C9-769B6E8B09C8}"/>
              </a:ext>
            </a:extLst>
          </p:cNvPr>
          <p:cNvSpPr/>
          <p:nvPr userDrawn="1"/>
        </p:nvSpPr>
        <p:spPr>
          <a:xfrm>
            <a:off x="-27382" y="54832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98A9B99-3C8D-46E3-8AB7-C6ECDD68C3EB}"/>
              </a:ext>
            </a:extLst>
          </p:cNvPr>
          <p:cNvSpPr/>
          <p:nvPr userDrawn="1"/>
        </p:nvSpPr>
        <p:spPr>
          <a:xfrm>
            <a:off x="-27382" y="58667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97F1244B-F7A4-4A97-9558-463E9BA489A3}"/>
              </a:ext>
            </a:extLst>
          </p:cNvPr>
          <p:cNvSpPr/>
          <p:nvPr userDrawn="1"/>
        </p:nvSpPr>
        <p:spPr>
          <a:xfrm>
            <a:off x="-27382" y="6250314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73" name="L 도형 72">
            <a:extLst>
              <a:ext uri="{FF2B5EF4-FFF2-40B4-BE49-F238E27FC236}">
                <a16:creationId xmlns:a16="http://schemas.microsoft.com/office/drawing/2014/main" id="{3152A5C7-A3FD-445D-94CC-2EC94A3AC873}"/>
              </a:ext>
            </a:extLst>
          </p:cNvPr>
          <p:cNvSpPr/>
          <p:nvPr userDrawn="1"/>
        </p:nvSpPr>
        <p:spPr>
          <a:xfrm rot="18882919">
            <a:off x="1187944" y="56581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L 도형 73">
            <a:extLst>
              <a:ext uri="{FF2B5EF4-FFF2-40B4-BE49-F238E27FC236}">
                <a16:creationId xmlns:a16="http://schemas.microsoft.com/office/drawing/2014/main" id="{A445EB79-D490-41C8-8896-29BCA3E69845}"/>
              </a:ext>
            </a:extLst>
          </p:cNvPr>
          <p:cNvSpPr/>
          <p:nvPr userDrawn="1"/>
        </p:nvSpPr>
        <p:spPr>
          <a:xfrm rot="18882919">
            <a:off x="1187944" y="60416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L 도형 74">
            <a:extLst>
              <a:ext uri="{FF2B5EF4-FFF2-40B4-BE49-F238E27FC236}">
                <a16:creationId xmlns:a16="http://schemas.microsoft.com/office/drawing/2014/main" id="{871C89C6-4784-444F-B6B7-FE370BFD05E8}"/>
              </a:ext>
            </a:extLst>
          </p:cNvPr>
          <p:cNvSpPr/>
          <p:nvPr userDrawn="1"/>
        </p:nvSpPr>
        <p:spPr>
          <a:xfrm rot="18882919">
            <a:off x="1187944" y="6425162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B66C847-375B-4A77-ACD3-765BB9BBAE37}"/>
              </a:ext>
            </a:extLst>
          </p:cNvPr>
          <p:cNvCxnSpPr>
            <a:cxnSpLocks/>
          </p:cNvCxnSpPr>
          <p:nvPr userDrawn="1"/>
        </p:nvCxnSpPr>
        <p:spPr>
          <a:xfrm>
            <a:off x="68156" y="58786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D3C26C30-8634-449C-941B-25F9A4FBE69F}"/>
              </a:ext>
            </a:extLst>
          </p:cNvPr>
          <p:cNvCxnSpPr>
            <a:cxnSpLocks/>
          </p:cNvCxnSpPr>
          <p:nvPr userDrawn="1"/>
        </p:nvCxnSpPr>
        <p:spPr>
          <a:xfrm>
            <a:off x="68156" y="62622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E2A6A766-9983-4817-9F29-3D1C4173D2D7}"/>
              </a:ext>
            </a:extLst>
          </p:cNvPr>
          <p:cNvCxnSpPr>
            <a:cxnSpLocks/>
          </p:cNvCxnSpPr>
          <p:nvPr userDrawn="1"/>
        </p:nvCxnSpPr>
        <p:spPr>
          <a:xfrm>
            <a:off x="68156" y="6645729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EF076303-4DC1-4542-AD9E-572EA8F66C0D}"/>
              </a:ext>
            </a:extLst>
          </p:cNvPr>
          <p:cNvGrpSpPr/>
          <p:nvPr userDrawn="1"/>
        </p:nvGrpSpPr>
        <p:grpSpPr>
          <a:xfrm>
            <a:off x="-35155" y="3830911"/>
            <a:ext cx="1375254" cy="1684364"/>
            <a:chOff x="-35155" y="3830911"/>
            <a:chExt cx="1375254" cy="1684364"/>
          </a:xfrm>
        </p:grpSpPr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C3CA4A97-851A-442B-81C3-F0914E42F8C7}"/>
                </a:ext>
              </a:extLst>
            </p:cNvPr>
            <p:cNvGrpSpPr/>
            <p:nvPr userDrawn="1"/>
          </p:nvGrpSpPr>
          <p:grpSpPr>
            <a:xfrm>
              <a:off x="-27382" y="3830911"/>
              <a:ext cx="1367481" cy="1684364"/>
              <a:chOff x="-27382" y="3070334"/>
              <a:chExt cx="1367481" cy="1684364"/>
            </a:xfrm>
          </p:grpSpPr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58EA3B8F-6430-43A1-A2FF-C44EBAB8C45A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76E60279-00C1-481D-8C20-71599527AC14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45FDC93-DBEF-4A26-8D96-57463C6C7BCD}"/>
                  </a:ext>
                </a:extLst>
              </p:cNvPr>
              <p:cNvSpPr/>
              <p:nvPr userDrawn="1"/>
            </p:nvSpPr>
            <p:spPr>
              <a:xfrm>
                <a:off x="-3159" y="3096382"/>
                <a:ext cx="1340099" cy="1658316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F3DE0720-1D4A-4D3B-861E-9615D06BE318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DCDCDC"/>
                    </a:solidFill>
                  </a:rPr>
                  <a:t> 클래스 등록</a:t>
                </a:r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6CA6C920-0CAE-4515-BE30-DB1DF51EC8E7}"/>
                  </a:ext>
                </a:extLst>
              </p:cNvPr>
              <p:cNvSpPr/>
              <p:nvPr userDrawn="1"/>
            </p:nvSpPr>
            <p:spPr>
              <a:xfrm>
                <a:off x="-27382" y="3360775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E6E6E6"/>
                    </a:solidFill>
                  </a:rPr>
                  <a:t> 클래스 조회</a:t>
                </a:r>
              </a:p>
            </p:txBody>
          </p:sp>
        </p:grp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D388B234-6A4A-473A-A6B4-78E8C33691F6}"/>
                </a:ext>
              </a:extLst>
            </p:cNvPr>
            <p:cNvSpPr/>
            <p:nvPr userDrawn="1"/>
          </p:nvSpPr>
          <p:spPr>
            <a:xfrm>
              <a:off x="-27382" y="434900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수업 관리</a:t>
              </a:r>
            </a:p>
          </p:txBody>
        </p: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07DCF77C-91F6-4AAE-B126-23C7EFAEBFB1}"/>
                </a:ext>
              </a:extLst>
            </p:cNvPr>
            <p:cNvGrpSpPr/>
            <p:nvPr userDrawn="1"/>
          </p:nvGrpSpPr>
          <p:grpSpPr>
            <a:xfrm>
              <a:off x="-35155" y="5180554"/>
              <a:ext cx="1368585" cy="304398"/>
              <a:chOff x="-35155" y="3638254"/>
              <a:chExt cx="1368585" cy="304398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5C3EF7E6-95AB-40AA-9A06-C9AFF3C3D349}"/>
                  </a:ext>
                </a:extLst>
              </p:cNvPr>
              <p:cNvSpPr/>
              <p:nvPr userDrawn="1"/>
            </p:nvSpPr>
            <p:spPr>
              <a:xfrm>
                <a:off x="-6669" y="3638254"/>
                <a:ext cx="1340099" cy="304398"/>
              </a:xfrm>
              <a:prstGeom prst="rect">
                <a:avLst/>
              </a:prstGeom>
              <a:solidFill>
                <a:srgbClr val="7351C7"/>
              </a:solidFill>
              <a:ln w="63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7392B388-1061-4280-BFC5-7F69998CD81C}"/>
                  </a:ext>
                </a:extLst>
              </p:cNvPr>
              <p:cNvSpPr/>
              <p:nvPr userDrawn="1"/>
            </p:nvSpPr>
            <p:spPr>
              <a:xfrm>
                <a:off x="-35155" y="3661044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ko-KR" altLang="en-US" sz="800" b="1" dirty="0">
                    <a:solidFill>
                      <a:srgbClr val="57F380"/>
                    </a:solidFill>
                  </a:rPr>
                  <a:t> 문의 조회</a:t>
                </a:r>
              </a:p>
            </p:txBody>
          </p:sp>
        </p:grpSp>
        <p:sp>
          <p:nvSpPr>
            <p:cNvPr id="60" name="L 도형 59">
              <a:extLst>
                <a:ext uri="{FF2B5EF4-FFF2-40B4-BE49-F238E27FC236}">
                  <a16:creationId xmlns:a16="http://schemas.microsoft.com/office/drawing/2014/main" id="{B1A986AE-F944-4091-9478-7F4F8DA38F10}"/>
                </a:ext>
              </a:extLst>
            </p:cNvPr>
            <p:cNvSpPr/>
            <p:nvPr userDrawn="1"/>
          </p:nvSpPr>
          <p:spPr>
            <a:xfrm rot="18848084">
              <a:off x="1189516" y="4446131"/>
              <a:ext cx="45719" cy="50097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L 도형 96">
              <a:extLst>
                <a:ext uri="{FF2B5EF4-FFF2-40B4-BE49-F238E27FC236}">
                  <a16:creationId xmlns:a16="http://schemas.microsoft.com/office/drawing/2014/main" id="{D555CDE3-0F20-49B4-9E01-B918E9F9A924}"/>
                </a:ext>
              </a:extLst>
            </p:cNvPr>
            <p:cNvSpPr/>
            <p:nvPr userDrawn="1"/>
          </p:nvSpPr>
          <p:spPr>
            <a:xfrm rot="8243126">
              <a:off x="1189516" y="4754126"/>
              <a:ext cx="45719" cy="50097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1F099A8C-A646-4C7B-B658-A0498C98761C}"/>
                </a:ext>
              </a:extLst>
            </p:cNvPr>
            <p:cNvSpPr/>
            <p:nvPr userDrawn="1"/>
          </p:nvSpPr>
          <p:spPr>
            <a:xfrm>
              <a:off x="-30814" y="4888159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문의 관리</a:t>
              </a:r>
            </a:p>
          </p:txBody>
        </p:sp>
        <p:sp>
          <p:nvSpPr>
            <p:cNvPr id="90" name="L 도형 89">
              <a:extLst>
                <a:ext uri="{FF2B5EF4-FFF2-40B4-BE49-F238E27FC236}">
                  <a16:creationId xmlns:a16="http://schemas.microsoft.com/office/drawing/2014/main" id="{004B4C6C-C87D-4988-BF34-80DE5810D3B6}"/>
                </a:ext>
              </a:extLst>
            </p:cNvPr>
            <p:cNvSpPr/>
            <p:nvPr userDrawn="1"/>
          </p:nvSpPr>
          <p:spPr>
            <a:xfrm rot="18848084">
              <a:off x="1186084" y="5000419"/>
              <a:ext cx="45719" cy="50097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1" name="L 도형 80">
            <a:extLst>
              <a:ext uri="{FF2B5EF4-FFF2-40B4-BE49-F238E27FC236}">
                <a16:creationId xmlns:a16="http://schemas.microsoft.com/office/drawing/2014/main" id="{C7BB6997-EE8C-4CC1-9A2E-88CA53638724}"/>
              </a:ext>
            </a:extLst>
          </p:cNvPr>
          <p:cNvSpPr/>
          <p:nvPr userDrawn="1"/>
        </p:nvSpPr>
        <p:spPr>
          <a:xfrm rot="8099661">
            <a:off x="1187944" y="36422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501FC88-449E-4834-96FE-A6D011E7177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BC4FC5-6AD8-4E56-ABA3-5C15638D04BE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57C96F-AC66-4C6E-AA44-2737D9E367A2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454AF135-0EB7-477B-9699-B2E0A56F4F81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7357966A-BDEC-471B-9E7D-B23C8B4FF3D0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506AD07-0C5B-4642-B530-FCE1D0F538A9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7468EE4A-CF23-4499-9167-5E63AB72D4E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2" name="타원 71">
            <a:extLst>
              <a:ext uri="{FF2B5EF4-FFF2-40B4-BE49-F238E27FC236}">
                <a16:creationId xmlns:a16="http://schemas.microsoft.com/office/drawing/2014/main" id="{03CC7FED-3D07-4844-8C0E-C299DE05181B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8BDDC51-D35A-4856-AB74-758C7DB1FA9D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CFD0A07B-4B24-4FA6-944F-E99619D44621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그래픽 93" descr="카메라">
              <a:extLst>
                <a:ext uri="{FF2B5EF4-FFF2-40B4-BE49-F238E27FC236}">
                  <a16:creationId xmlns:a16="http://schemas.microsoft.com/office/drawing/2014/main" id="{390C60CA-0BEF-42BF-A6FE-CC430D8BE2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3A7C5045-FE66-4C54-BC22-CC7D06AC456E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F5EA4B3-E4FA-4200-B2CF-623AB196E019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L 도형 68">
            <a:extLst>
              <a:ext uri="{FF2B5EF4-FFF2-40B4-BE49-F238E27FC236}">
                <a16:creationId xmlns:a16="http://schemas.microsoft.com/office/drawing/2014/main" id="{74A53577-2657-4A69-9130-4DDDAEC8AE2A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8B6CC891-ABEE-4A04-9EB8-B1BBBE91EB06}"/>
              </a:ext>
            </a:extLst>
          </p:cNvPr>
          <p:cNvSpPr/>
          <p:nvPr userDrawn="1"/>
        </p:nvSpPr>
        <p:spPr>
          <a:xfrm>
            <a:off x="-27382" y="4628925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후기 관리</a:t>
            </a:r>
          </a:p>
        </p:txBody>
      </p:sp>
      <p:pic>
        <p:nvPicPr>
          <p:cNvPr id="70" name="그림 69">
            <a:extLst>
              <a:ext uri="{FF2B5EF4-FFF2-40B4-BE49-F238E27FC236}">
                <a16:creationId xmlns:a16="http://schemas.microsoft.com/office/drawing/2014/main" id="{5CDFCA0F-2C8E-4A0E-B841-4F462AFD51E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901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8C4E452D-9DEA-4A4E-B3CD-FDD9CB6C974C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9059" y="457200"/>
            <a:ext cx="9383279" cy="6400798"/>
            <a:chOff x="595684" y="1261242"/>
            <a:chExt cx="6668462" cy="4352543"/>
          </a:xfrm>
        </p:grpSpPr>
        <p:sp>
          <p:nvSpPr>
            <p:cNvPr id="6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868BD36-7DB5-49E8-A206-93E6C82F439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8F819AC-2449-436A-8E90-5D424D600003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529B84-8E63-4B70-823E-743FB71CBC13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6FF4C1-4210-4730-97A4-864EFA0D6051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002F8D-B94C-4ABC-B050-6F0FA5B73E74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006885F-DF89-4668-8788-E364FC9BDBA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Navigation Buttons">
              <a:extLst>
                <a:ext uri="{FF2B5EF4-FFF2-40B4-BE49-F238E27FC236}">
                  <a16:creationId xmlns:a16="http://schemas.microsoft.com/office/drawing/2014/main" id="{15611548-FAEC-4142-B44C-9B55745E33AF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5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541E5C6-1D0F-480E-B078-58C83C7716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6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A03E83F-2AD8-45CD-BB9E-5C52093ABC4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7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801E3A8-82EB-4684-88F4-DB1302820B30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978949D-C02D-4A17-A1F7-9BA36C6320EE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588729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6270822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8234969">
            <a:off x="1187944" y="40312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606214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644567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628271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6666237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39464E0-FB90-4B26-8C3E-38139E65F6F8}"/>
              </a:ext>
            </a:extLst>
          </p:cNvPr>
          <p:cNvGrpSpPr/>
          <p:nvPr userDrawn="1"/>
        </p:nvGrpSpPr>
        <p:grpSpPr>
          <a:xfrm>
            <a:off x="-26400" y="4220906"/>
            <a:ext cx="1375557" cy="1674604"/>
            <a:chOff x="1488970" y="4161127"/>
            <a:chExt cx="1375557" cy="1674604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D624EBC4-CAA8-4C20-ADAF-75CB2E6300A1}"/>
                </a:ext>
              </a:extLst>
            </p:cNvPr>
            <p:cNvGrpSpPr/>
            <p:nvPr userDrawn="1"/>
          </p:nvGrpSpPr>
          <p:grpSpPr>
            <a:xfrm>
              <a:off x="1488970" y="4161127"/>
              <a:ext cx="1375557" cy="1674604"/>
              <a:chOff x="1491421" y="3616579"/>
              <a:chExt cx="1375557" cy="1674604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499EB1BF-809C-4D4A-89A5-AF70A03FBB4B}"/>
                  </a:ext>
                </a:extLst>
              </p:cNvPr>
              <p:cNvGrpSpPr/>
              <p:nvPr userDrawn="1"/>
            </p:nvGrpSpPr>
            <p:grpSpPr>
              <a:xfrm>
                <a:off x="1499497" y="3616579"/>
                <a:ext cx="1367481" cy="1674604"/>
                <a:chOff x="1499497" y="2856002"/>
                <a:chExt cx="1367481" cy="1674604"/>
              </a:xfrm>
            </p:grpSpPr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D26B33AF-6805-4575-9B7E-58C738B13AB2}"/>
                    </a:ext>
                  </a:extLst>
                </p:cNvPr>
                <p:cNvSpPr/>
                <p:nvPr userDrawn="1"/>
              </p:nvSpPr>
              <p:spPr>
                <a:xfrm>
                  <a:off x="1521024" y="2856002"/>
                  <a:ext cx="1340099" cy="1674604"/>
                </a:xfrm>
                <a:prstGeom prst="rect">
                  <a:avLst/>
                </a:prstGeom>
                <a:solidFill>
                  <a:srgbClr val="A792DC"/>
                </a:solidFill>
                <a:ln w="6350">
                  <a:solidFill>
                    <a:srgbClr val="DCDCD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4C328A7F-A28A-49E0-A1CF-0862D7427CA7}"/>
                    </a:ext>
                  </a:extLst>
                </p:cNvPr>
                <p:cNvSpPr/>
                <p:nvPr userDrawn="1"/>
              </p:nvSpPr>
              <p:spPr>
                <a:xfrm>
                  <a:off x="1499497" y="4017958"/>
                  <a:ext cx="1367481" cy="24435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ko-KR" altLang="en-US" sz="800" b="1" dirty="0">
                      <a:solidFill>
                        <a:srgbClr val="E6E6E6"/>
                      </a:solidFill>
                    </a:rPr>
                    <a:t> 게시물 등록</a:t>
                  </a:r>
                </a:p>
              </p:txBody>
            </p:sp>
          </p:grp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28501F6-86DD-47FF-9E9C-E6BA8EF9E88E}"/>
                  </a:ext>
                </a:extLst>
              </p:cNvPr>
              <p:cNvSpPr/>
              <p:nvPr userDrawn="1"/>
            </p:nvSpPr>
            <p:spPr>
              <a:xfrm>
                <a:off x="1491421" y="4554642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altLang="ko-KR" sz="800" b="1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800" b="1" dirty="0">
                    <a:solidFill>
                      <a:schemeClr val="bg1"/>
                    </a:solidFill>
                  </a:rPr>
                  <a:t>게시판 관리</a:t>
                </a:r>
              </a:p>
            </p:txBody>
          </p:sp>
          <p:sp>
            <p:nvSpPr>
              <p:cNvPr id="83" name="L 도형 82">
                <a:extLst>
                  <a:ext uri="{FF2B5EF4-FFF2-40B4-BE49-F238E27FC236}">
                    <a16:creationId xmlns:a16="http://schemas.microsoft.com/office/drawing/2014/main" id="{A95607CF-E0B7-4AEC-A781-79DF9B53EE96}"/>
                  </a:ext>
                </a:extLst>
              </p:cNvPr>
              <p:cNvSpPr/>
              <p:nvPr userDrawn="1"/>
            </p:nvSpPr>
            <p:spPr>
              <a:xfrm rot="18979404">
                <a:off x="2689735" y="4645116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052B86A-1BB9-4D8C-ACFA-B565256E3B62}"/>
                </a:ext>
              </a:extLst>
            </p:cNvPr>
            <p:cNvSpPr/>
            <p:nvPr userDrawn="1"/>
          </p:nvSpPr>
          <p:spPr>
            <a:xfrm>
              <a:off x="1497046" y="554641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E6E6E6"/>
                  </a:solidFill>
                </a:rPr>
                <a:t> 게시물 조회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746CB0C-5D25-46E2-9392-5E89EF9028C4}"/>
                </a:ext>
              </a:extLst>
            </p:cNvPr>
            <p:cNvSpPr/>
            <p:nvPr userDrawn="1"/>
          </p:nvSpPr>
          <p:spPr>
            <a:xfrm>
              <a:off x="1488970" y="420278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관리</a:t>
              </a: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FFBD57C-23DB-4C88-B4F7-6C543D15B5D4}"/>
              </a:ext>
            </a:extLst>
          </p:cNvPr>
          <p:cNvSpPr/>
          <p:nvPr userDrawn="1"/>
        </p:nvSpPr>
        <p:spPr>
          <a:xfrm>
            <a:off x="16288" y="4547500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E59F0D5-9DA4-4EB7-88F4-14B85B437137}"/>
              </a:ext>
            </a:extLst>
          </p:cNvPr>
          <p:cNvSpPr/>
          <p:nvPr userDrawn="1"/>
        </p:nvSpPr>
        <p:spPr>
          <a:xfrm>
            <a:off x="-11094" y="4611342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게시판 그룹 등록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DCE5CFA-D54D-4057-A4A6-CED1BADD818A}"/>
              </a:ext>
            </a:extLst>
          </p:cNvPr>
          <p:cNvSpPr/>
          <p:nvPr userDrawn="1"/>
        </p:nvSpPr>
        <p:spPr>
          <a:xfrm>
            <a:off x="-11094" y="4837941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게시판 그룹 조회</a:t>
            </a:r>
          </a:p>
        </p:txBody>
      </p:sp>
      <p:sp>
        <p:nvSpPr>
          <p:cNvPr id="55" name="L 도형 54">
            <a:extLst>
              <a:ext uri="{FF2B5EF4-FFF2-40B4-BE49-F238E27FC236}">
                <a16:creationId xmlns:a16="http://schemas.microsoft.com/office/drawing/2014/main" id="{41E49043-7AFE-4E88-BBD6-74FDD54DCF03}"/>
              </a:ext>
            </a:extLst>
          </p:cNvPr>
          <p:cNvSpPr/>
          <p:nvPr userDrawn="1"/>
        </p:nvSpPr>
        <p:spPr>
          <a:xfrm rot="8184352">
            <a:off x="1204233" y="437902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B1920BF-EAB0-48B2-948D-5A71F45253A6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22823E-46AD-466A-844C-2466B2E152EB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DB2D31-C0D0-4E68-BF9F-ED3C2DC79D9E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E954B51-DCE8-48C8-A063-FC425BC17D4B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715348-2C03-42FA-8CEA-88E7056ABBE6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F12739D-8A32-4283-8492-2E69B10034B9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DCA3D943-8910-40E0-9734-2BDFC65E3B65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7" name="타원 86">
            <a:extLst>
              <a:ext uri="{FF2B5EF4-FFF2-40B4-BE49-F238E27FC236}">
                <a16:creationId xmlns:a16="http://schemas.microsoft.com/office/drawing/2014/main" id="{0781A4DE-089D-49B2-8A0F-AF54EDD3065A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441DF47D-E508-459A-84AF-D696343AC77C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1F88D5-2460-4C2D-A8C7-270E83CECB02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그래픽 93" descr="카메라">
              <a:extLst>
                <a:ext uri="{FF2B5EF4-FFF2-40B4-BE49-F238E27FC236}">
                  <a16:creationId xmlns:a16="http://schemas.microsoft.com/office/drawing/2014/main" id="{3D3CC4BA-DEA1-4013-A7EC-3CE2CB1F33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EA17AB70-5CF7-4EEA-AE57-BF63B9D5D478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CFD5E1F-40E3-4BC1-A21F-EDCF16731F39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L 도형 83">
            <a:extLst>
              <a:ext uri="{FF2B5EF4-FFF2-40B4-BE49-F238E27FC236}">
                <a16:creationId xmlns:a16="http://schemas.microsoft.com/office/drawing/2014/main" id="{826868AE-318C-467C-A662-BE57E9D6929C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9918DB57-9329-4D39-9035-FED416BF481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269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8C4E452D-9DEA-4A4E-B3CD-FDD9CB6C974C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9059" y="457200"/>
            <a:ext cx="9383279" cy="6400798"/>
            <a:chOff x="595684" y="1261242"/>
            <a:chExt cx="6668462" cy="4352543"/>
          </a:xfrm>
        </p:grpSpPr>
        <p:sp>
          <p:nvSpPr>
            <p:cNvPr id="6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868BD36-7DB5-49E8-A206-93E6C82F439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8F819AC-2449-436A-8E90-5D424D600003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529B84-8E63-4B70-823E-743FB71CBC13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6FF4C1-4210-4730-97A4-864EFA0D6051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002F8D-B94C-4ABC-B050-6F0FA5B73E74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006885F-DF89-4668-8788-E364FC9BDBA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Navigation Buttons">
              <a:extLst>
                <a:ext uri="{FF2B5EF4-FFF2-40B4-BE49-F238E27FC236}">
                  <a16:creationId xmlns:a16="http://schemas.microsoft.com/office/drawing/2014/main" id="{15611548-FAEC-4142-B44C-9B55745E33AF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5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541E5C6-1D0F-480E-B078-58C83C7716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6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A03E83F-2AD8-45CD-BB9E-5C52093ABC4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7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801E3A8-82EB-4684-88F4-DB1302820B30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978949D-C02D-4A17-A1F7-9BA36C6320EE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588729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6270822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8234969">
            <a:off x="1187944" y="40312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606214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644567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628271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6666237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39464E0-FB90-4B26-8C3E-38139E65F6F8}"/>
              </a:ext>
            </a:extLst>
          </p:cNvPr>
          <p:cNvGrpSpPr/>
          <p:nvPr userDrawn="1"/>
        </p:nvGrpSpPr>
        <p:grpSpPr>
          <a:xfrm>
            <a:off x="-26400" y="4217474"/>
            <a:ext cx="1389477" cy="1674604"/>
            <a:chOff x="1488970" y="4157695"/>
            <a:chExt cx="1389477" cy="1674604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D624EBC4-CAA8-4C20-ADAF-75CB2E6300A1}"/>
                </a:ext>
              </a:extLst>
            </p:cNvPr>
            <p:cNvGrpSpPr/>
            <p:nvPr userDrawn="1"/>
          </p:nvGrpSpPr>
          <p:grpSpPr>
            <a:xfrm>
              <a:off x="1488970" y="4157695"/>
              <a:ext cx="1389477" cy="1674604"/>
              <a:chOff x="1491421" y="3613147"/>
              <a:chExt cx="1389477" cy="1674604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499EB1BF-809C-4D4A-89A5-AF70A03FBB4B}"/>
                  </a:ext>
                </a:extLst>
              </p:cNvPr>
              <p:cNvGrpSpPr/>
              <p:nvPr userDrawn="1"/>
            </p:nvGrpSpPr>
            <p:grpSpPr>
              <a:xfrm>
                <a:off x="1499497" y="3613147"/>
                <a:ext cx="1381401" cy="1674604"/>
                <a:chOff x="1499497" y="2852570"/>
                <a:chExt cx="1381401" cy="1674604"/>
              </a:xfrm>
            </p:grpSpPr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D26B33AF-6805-4575-9B7E-58C738B13AB2}"/>
                    </a:ext>
                  </a:extLst>
                </p:cNvPr>
                <p:cNvSpPr/>
                <p:nvPr userDrawn="1"/>
              </p:nvSpPr>
              <p:spPr>
                <a:xfrm>
                  <a:off x="1540799" y="2852570"/>
                  <a:ext cx="1340099" cy="1674604"/>
                </a:xfrm>
                <a:prstGeom prst="rect">
                  <a:avLst/>
                </a:prstGeom>
                <a:solidFill>
                  <a:srgbClr val="A792DC"/>
                </a:solidFill>
                <a:ln w="6350">
                  <a:solidFill>
                    <a:srgbClr val="DCDCD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4C328A7F-A28A-49E0-A1CF-0862D7427CA7}"/>
                    </a:ext>
                  </a:extLst>
                </p:cNvPr>
                <p:cNvSpPr/>
                <p:nvPr userDrawn="1"/>
              </p:nvSpPr>
              <p:spPr>
                <a:xfrm>
                  <a:off x="1499497" y="4025779"/>
                  <a:ext cx="1367481" cy="24435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ko-KR" altLang="en-US" sz="800" b="1" dirty="0">
                      <a:solidFill>
                        <a:srgbClr val="E6E6E6"/>
                      </a:solidFill>
                    </a:rPr>
                    <a:t> 게시물 등록</a:t>
                  </a:r>
                </a:p>
              </p:txBody>
            </p:sp>
          </p:grp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28501F6-86DD-47FF-9E9C-E6BA8EF9E88E}"/>
                  </a:ext>
                </a:extLst>
              </p:cNvPr>
              <p:cNvSpPr/>
              <p:nvPr userDrawn="1"/>
            </p:nvSpPr>
            <p:spPr>
              <a:xfrm>
                <a:off x="1491421" y="4554642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altLang="ko-KR" sz="800" b="1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800" b="1" dirty="0">
                    <a:solidFill>
                      <a:schemeClr val="bg1"/>
                    </a:solidFill>
                  </a:rPr>
                  <a:t>게시판 관리</a:t>
                </a:r>
              </a:p>
            </p:txBody>
          </p:sp>
          <p:sp>
            <p:nvSpPr>
              <p:cNvPr id="83" name="L 도형 82">
                <a:extLst>
                  <a:ext uri="{FF2B5EF4-FFF2-40B4-BE49-F238E27FC236}">
                    <a16:creationId xmlns:a16="http://schemas.microsoft.com/office/drawing/2014/main" id="{A95607CF-E0B7-4AEC-A781-79DF9B53EE96}"/>
                  </a:ext>
                </a:extLst>
              </p:cNvPr>
              <p:cNvSpPr/>
              <p:nvPr userDrawn="1"/>
            </p:nvSpPr>
            <p:spPr>
              <a:xfrm rot="18979404">
                <a:off x="2689735" y="4645116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052B86A-1BB9-4D8C-ACFA-B565256E3B62}"/>
                </a:ext>
              </a:extLst>
            </p:cNvPr>
            <p:cNvSpPr/>
            <p:nvPr userDrawn="1"/>
          </p:nvSpPr>
          <p:spPr>
            <a:xfrm>
              <a:off x="1497046" y="5554760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E6E6E6"/>
                  </a:solidFill>
                </a:rPr>
                <a:t> 게시물 조회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746CB0C-5D25-46E2-9392-5E89EF9028C4}"/>
                </a:ext>
              </a:extLst>
            </p:cNvPr>
            <p:cNvSpPr/>
            <p:nvPr userDrawn="1"/>
          </p:nvSpPr>
          <p:spPr>
            <a:xfrm>
              <a:off x="1488970" y="420278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관리</a:t>
              </a: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FFBD57C-23DB-4C88-B4F7-6C543D15B5D4}"/>
              </a:ext>
            </a:extLst>
          </p:cNvPr>
          <p:cNvSpPr/>
          <p:nvPr userDrawn="1"/>
        </p:nvSpPr>
        <p:spPr>
          <a:xfrm>
            <a:off x="16288" y="4547500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E59F0D5-9DA4-4EB7-88F4-14B85B437137}"/>
              </a:ext>
            </a:extLst>
          </p:cNvPr>
          <p:cNvSpPr/>
          <p:nvPr userDrawn="1"/>
        </p:nvSpPr>
        <p:spPr>
          <a:xfrm>
            <a:off x="-11094" y="4611342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DCDCDC"/>
                </a:solidFill>
              </a:rPr>
              <a:t> 게시판 그룹 등록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DCE5CFA-D54D-4057-A4A6-CED1BADD818A}"/>
              </a:ext>
            </a:extLst>
          </p:cNvPr>
          <p:cNvSpPr/>
          <p:nvPr userDrawn="1"/>
        </p:nvSpPr>
        <p:spPr>
          <a:xfrm>
            <a:off x="-11094" y="4837941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게시판 그룹 조회</a:t>
            </a:r>
          </a:p>
        </p:txBody>
      </p:sp>
      <p:sp>
        <p:nvSpPr>
          <p:cNvPr id="55" name="L 도형 54">
            <a:extLst>
              <a:ext uri="{FF2B5EF4-FFF2-40B4-BE49-F238E27FC236}">
                <a16:creationId xmlns:a16="http://schemas.microsoft.com/office/drawing/2014/main" id="{41E49043-7AFE-4E88-BBD6-74FDD54DCF03}"/>
              </a:ext>
            </a:extLst>
          </p:cNvPr>
          <p:cNvSpPr/>
          <p:nvPr userDrawn="1"/>
        </p:nvSpPr>
        <p:spPr>
          <a:xfrm rot="8184352">
            <a:off x="1204233" y="437902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CB1920BF-EAB0-48B2-948D-5A71F45253A6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F22823E-46AD-466A-844C-2466B2E152EB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DB2D31-C0D0-4E68-BF9F-ED3C2DC79D9E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9E954B51-DCE8-48C8-A063-FC425BC17D4B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715348-2C03-42FA-8CEA-88E7056ABBE6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AF12739D-8A32-4283-8492-2E69B10034B9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DCA3D943-8910-40E0-9734-2BDFC65E3B65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7" name="타원 86">
            <a:extLst>
              <a:ext uri="{FF2B5EF4-FFF2-40B4-BE49-F238E27FC236}">
                <a16:creationId xmlns:a16="http://schemas.microsoft.com/office/drawing/2014/main" id="{0781A4DE-089D-49B2-8A0F-AF54EDD3065A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441DF47D-E508-459A-84AF-D696343AC77C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711F88D5-2460-4C2D-A8C7-270E83CECB02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4" name="그래픽 93" descr="카메라">
              <a:extLst>
                <a:ext uri="{FF2B5EF4-FFF2-40B4-BE49-F238E27FC236}">
                  <a16:creationId xmlns:a16="http://schemas.microsoft.com/office/drawing/2014/main" id="{3D3CC4BA-DEA1-4013-A7EC-3CE2CB1F33E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5" name="TextBox 94">
            <a:extLst>
              <a:ext uri="{FF2B5EF4-FFF2-40B4-BE49-F238E27FC236}">
                <a16:creationId xmlns:a16="http://schemas.microsoft.com/office/drawing/2014/main" id="{EA17AB70-5CF7-4EEA-AE57-BF63B9D5D478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CFD5E1F-40E3-4BC1-A21F-EDCF16731F39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L 도형 83">
            <a:extLst>
              <a:ext uri="{FF2B5EF4-FFF2-40B4-BE49-F238E27FC236}">
                <a16:creationId xmlns:a16="http://schemas.microsoft.com/office/drawing/2014/main" id="{826868AE-318C-467C-A662-BE57E9D6929C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5" name="그림 84">
            <a:extLst>
              <a:ext uri="{FF2B5EF4-FFF2-40B4-BE49-F238E27FC236}">
                <a16:creationId xmlns:a16="http://schemas.microsoft.com/office/drawing/2014/main" id="{9918DB57-9329-4D39-9035-FED416BF481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2411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8C4E452D-9DEA-4A4E-B3CD-FDD9CB6C974C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2450" y="464154"/>
            <a:ext cx="9383279" cy="6400798"/>
            <a:chOff x="595684" y="1261242"/>
            <a:chExt cx="6668462" cy="4352543"/>
          </a:xfrm>
        </p:grpSpPr>
        <p:sp>
          <p:nvSpPr>
            <p:cNvPr id="6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868BD36-7DB5-49E8-A206-93E6C82F439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8F819AC-2449-436A-8E90-5D424D600003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529B84-8E63-4B70-823E-743FB71CBC13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6FF4C1-4210-4730-97A4-864EFA0D6051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002F8D-B94C-4ABC-B050-6F0FA5B73E74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006885F-DF89-4668-8788-E364FC9BDBA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Navigation Buttons">
              <a:extLst>
                <a:ext uri="{FF2B5EF4-FFF2-40B4-BE49-F238E27FC236}">
                  <a16:creationId xmlns:a16="http://schemas.microsoft.com/office/drawing/2014/main" id="{15611548-FAEC-4142-B44C-9B55745E33AF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5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541E5C6-1D0F-480E-B078-58C83C7716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6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A03E83F-2AD8-45CD-BB9E-5C52093ABC4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7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801E3A8-82EB-4684-88F4-DB1302820B30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978949D-C02D-4A17-A1F7-9BA36C6320EE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588729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6270822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8234969">
            <a:off x="1187944" y="40312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606214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644567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628271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6666237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39464E0-FB90-4B26-8C3E-38139E65F6F8}"/>
              </a:ext>
            </a:extLst>
          </p:cNvPr>
          <p:cNvGrpSpPr/>
          <p:nvPr userDrawn="1"/>
        </p:nvGrpSpPr>
        <p:grpSpPr>
          <a:xfrm>
            <a:off x="-45243" y="4224587"/>
            <a:ext cx="1377051" cy="1674604"/>
            <a:chOff x="1523926" y="4164808"/>
            <a:chExt cx="1377051" cy="1674604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D624EBC4-CAA8-4C20-ADAF-75CB2E6300A1}"/>
                </a:ext>
              </a:extLst>
            </p:cNvPr>
            <p:cNvGrpSpPr/>
            <p:nvPr userDrawn="1"/>
          </p:nvGrpSpPr>
          <p:grpSpPr>
            <a:xfrm>
              <a:off x="1528826" y="4164808"/>
              <a:ext cx="1372151" cy="1674604"/>
              <a:chOff x="1531277" y="3620260"/>
              <a:chExt cx="1372151" cy="1674604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499EB1BF-809C-4D4A-89A5-AF70A03FBB4B}"/>
                  </a:ext>
                </a:extLst>
              </p:cNvPr>
              <p:cNvGrpSpPr/>
              <p:nvPr userDrawn="1"/>
            </p:nvGrpSpPr>
            <p:grpSpPr>
              <a:xfrm>
                <a:off x="1531277" y="3620260"/>
                <a:ext cx="1372151" cy="1674604"/>
                <a:chOff x="1531277" y="2859683"/>
                <a:chExt cx="1372151" cy="1674604"/>
              </a:xfrm>
            </p:grpSpPr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D26B33AF-6805-4575-9B7E-58C738B13AB2}"/>
                    </a:ext>
                  </a:extLst>
                </p:cNvPr>
                <p:cNvSpPr/>
                <p:nvPr userDrawn="1"/>
              </p:nvSpPr>
              <p:spPr>
                <a:xfrm>
                  <a:off x="1563329" y="2859683"/>
                  <a:ext cx="1340099" cy="1674604"/>
                </a:xfrm>
                <a:prstGeom prst="rect">
                  <a:avLst/>
                </a:prstGeom>
                <a:solidFill>
                  <a:srgbClr val="A792DC"/>
                </a:solidFill>
                <a:ln w="6350">
                  <a:solidFill>
                    <a:srgbClr val="DCDCD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4C328A7F-A28A-49E0-A1CF-0862D7427CA7}"/>
                    </a:ext>
                  </a:extLst>
                </p:cNvPr>
                <p:cNvSpPr/>
                <p:nvPr userDrawn="1"/>
              </p:nvSpPr>
              <p:spPr>
                <a:xfrm>
                  <a:off x="1531277" y="3991094"/>
                  <a:ext cx="1367481" cy="24435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ko-KR" altLang="en-US" sz="800" b="1" dirty="0">
                      <a:solidFill>
                        <a:srgbClr val="E6E6E6"/>
                      </a:solidFill>
                    </a:rPr>
                    <a:t> 게시물 등록</a:t>
                  </a:r>
                </a:p>
              </p:txBody>
            </p:sp>
          </p:grp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28501F6-86DD-47FF-9E9C-E6BA8EF9E88E}"/>
                  </a:ext>
                </a:extLst>
              </p:cNvPr>
              <p:cNvSpPr/>
              <p:nvPr userDrawn="1"/>
            </p:nvSpPr>
            <p:spPr>
              <a:xfrm>
                <a:off x="1531277" y="3914418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altLang="ko-KR" sz="800" b="1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800" b="1" dirty="0">
                    <a:solidFill>
                      <a:schemeClr val="bg1"/>
                    </a:solidFill>
                  </a:rPr>
                  <a:t>게시판 관리</a:t>
                </a:r>
              </a:p>
            </p:txBody>
          </p:sp>
          <p:sp>
            <p:nvSpPr>
              <p:cNvPr id="83" name="L 도형 82">
                <a:extLst>
                  <a:ext uri="{FF2B5EF4-FFF2-40B4-BE49-F238E27FC236}">
                    <a16:creationId xmlns:a16="http://schemas.microsoft.com/office/drawing/2014/main" id="{A95607CF-E0B7-4AEC-A781-79DF9B53EE96}"/>
                  </a:ext>
                </a:extLst>
              </p:cNvPr>
              <p:cNvSpPr/>
              <p:nvPr userDrawn="1"/>
            </p:nvSpPr>
            <p:spPr>
              <a:xfrm rot="8290765">
                <a:off x="2694576" y="4013737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L 도형 98">
                <a:extLst>
                  <a:ext uri="{FF2B5EF4-FFF2-40B4-BE49-F238E27FC236}">
                    <a16:creationId xmlns:a16="http://schemas.microsoft.com/office/drawing/2014/main" id="{7EE25638-8662-49A0-A460-1675DCAF7C10}"/>
                  </a:ext>
                </a:extLst>
              </p:cNvPr>
              <p:cNvSpPr/>
              <p:nvPr userDrawn="1"/>
            </p:nvSpPr>
            <p:spPr>
              <a:xfrm rot="18979404">
                <a:off x="2691707" y="3761342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052B86A-1BB9-4D8C-ACFA-B565256E3B62}"/>
                </a:ext>
              </a:extLst>
            </p:cNvPr>
            <p:cNvSpPr/>
            <p:nvPr userDrawn="1"/>
          </p:nvSpPr>
          <p:spPr>
            <a:xfrm>
              <a:off x="1523926" y="5533399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E6E6E6"/>
                  </a:solidFill>
                </a:rPr>
                <a:t> 게시물 조회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746CB0C-5D25-46E2-9392-5E89EF9028C4}"/>
                </a:ext>
              </a:extLst>
            </p:cNvPr>
            <p:cNvSpPr/>
            <p:nvPr userDrawn="1"/>
          </p:nvSpPr>
          <p:spPr>
            <a:xfrm>
              <a:off x="1528826" y="4218198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관리</a:t>
              </a: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FFBD57C-23DB-4C88-B4F7-6C543D15B5D4}"/>
              </a:ext>
            </a:extLst>
          </p:cNvPr>
          <p:cNvSpPr/>
          <p:nvPr userDrawn="1"/>
        </p:nvSpPr>
        <p:spPr>
          <a:xfrm>
            <a:off x="0" y="4746276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E59F0D5-9DA4-4EB7-88F4-14B85B437137}"/>
              </a:ext>
            </a:extLst>
          </p:cNvPr>
          <p:cNvSpPr/>
          <p:nvPr userDrawn="1"/>
        </p:nvSpPr>
        <p:spPr>
          <a:xfrm>
            <a:off x="-27382" y="4810118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게시판 등록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DCE5CFA-D54D-4057-A4A6-CED1BADD818A}"/>
              </a:ext>
            </a:extLst>
          </p:cNvPr>
          <p:cNvSpPr/>
          <p:nvPr userDrawn="1"/>
        </p:nvSpPr>
        <p:spPr>
          <a:xfrm>
            <a:off x="-27382" y="5036717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게시판 조회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666A7D-9870-4FC6-B318-E60959CFFF8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E90C46-38DC-40A6-8939-3518F858C61B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E97C2-859C-4B01-8161-B4353F59C557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B09504A-9D6C-43E8-B745-55979C89DB0C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6B174C21-C5A8-41C9-A664-AC927DBDA4BA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09E1D06-F727-4630-BCB7-F1CA12E99B22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7E5D6546-CDFF-49ED-B934-D8882E16304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6" name="타원 85">
            <a:extLst>
              <a:ext uri="{FF2B5EF4-FFF2-40B4-BE49-F238E27FC236}">
                <a16:creationId xmlns:a16="http://schemas.microsoft.com/office/drawing/2014/main" id="{DE41F65A-3B53-42D8-8E5B-E8F414A9079A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0F44A23-291A-41F4-A587-F1A96CD5A279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E6BD6FE4-9BCF-4A1C-A976-372514EFA477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3" name="그래픽 92" descr="카메라">
              <a:extLst>
                <a:ext uri="{FF2B5EF4-FFF2-40B4-BE49-F238E27FC236}">
                  <a16:creationId xmlns:a16="http://schemas.microsoft.com/office/drawing/2014/main" id="{34B69584-1FEC-4D72-BBF0-D18DDFA5C8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13245FC3-EA88-436A-BD82-26EB2468885C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C058266-EFD9-43CC-8566-44F9FAA00DD5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L 도형 81">
            <a:extLst>
              <a:ext uri="{FF2B5EF4-FFF2-40B4-BE49-F238E27FC236}">
                <a16:creationId xmlns:a16="http://schemas.microsoft.com/office/drawing/2014/main" id="{2A1D194B-9D04-46DB-ADCE-A7AA60753E8D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5DF73D17-494C-44FD-8CEC-308D64A90EB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6335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8C4E452D-9DEA-4A4E-B3CD-FDD9CB6C974C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2450" y="464154"/>
            <a:ext cx="9383279" cy="6400798"/>
            <a:chOff x="595684" y="1261242"/>
            <a:chExt cx="6668462" cy="4352543"/>
          </a:xfrm>
        </p:grpSpPr>
        <p:sp>
          <p:nvSpPr>
            <p:cNvPr id="6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868BD36-7DB5-49E8-A206-93E6C82F439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8F819AC-2449-436A-8E90-5D424D600003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529B84-8E63-4B70-823E-743FB71CBC13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6FF4C1-4210-4730-97A4-864EFA0D6051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002F8D-B94C-4ABC-B050-6F0FA5B73E74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006885F-DF89-4668-8788-E364FC9BDBA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Navigation Buttons">
              <a:extLst>
                <a:ext uri="{FF2B5EF4-FFF2-40B4-BE49-F238E27FC236}">
                  <a16:creationId xmlns:a16="http://schemas.microsoft.com/office/drawing/2014/main" id="{15611548-FAEC-4142-B44C-9B55745E33AF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5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541E5C6-1D0F-480E-B078-58C83C7716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6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A03E83F-2AD8-45CD-BB9E-5C52093ABC4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7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801E3A8-82EB-4684-88F4-DB1302820B30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978949D-C02D-4A17-A1F7-9BA36C6320EE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588729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6270822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8234969">
            <a:off x="1187944" y="40312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606214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644567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628271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6666237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39464E0-FB90-4B26-8C3E-38139E65F6F8}"/>
              </a:ext>
            </a:extLst>
          </p:cNvPr>
          <p:cNvGrpSpPr/>
          <p:nvPr userDrawn="1"/>
        </p:nvGrpSpPr>
        <p:grpSpPr>
          <a:xfrm>
            <a:off x="-45243" y="4224587"/>
            <a:ext cx="1377051" cy="1674604"/>
            <a:chOff x="1523926" y="4164808"/>
            <a:chExt cx="1377051" cy="1674604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D624EBC4-CAA8-4C20-ADAF-75CB2E6300A1}"/>
                </a:ext>
              </a:extLst>
            </p:cNvPr>
            <p:cNvGrpSpPr/>
            <p:nvPr userDrawn="1"/>
          </p:nvGrpSpPr>
          <p:grpSpPr>
            <a:xfrm>
              <a:off x="1528826" y="4164808"/>
              <a:ext cx="1372151" cy="1674604"/>
              <a:chOff x="1531277" y="3620260"/>
              <a:chExt cx="1372151" cy="1674604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499EB1BF-809C-4D4A-89A5-AF70A03FBB4B}"/>
                  </a:ext>
                </a:extLst>
              </p:cNvPr>
              <p:cNvGrpSpPr/>
              <p:nvPr userDrawn="1"/>
            </p:nvGrpSpPr>
            <p:grpSpPr>
              <a:xfrm>
                <a:off x="1531277" y="3620260"/>
                <a:ext cx="1372151" cy="1674604"/>
                <a:chOff x="1531277" y="2859683"/>
                <a:chExt cx="1372151" cy="1674604"/>
              </a:xfrm>
            </p:grpSpPr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D26B33AF-6805-4575-9B7E-58C738B13AB2}"/>
                    </a:ext>
                  </a:extLst>
                </p:cNvPr>
                <p:cNvSpPr/>
                <p:nvPr userDrawn="1"/>
              </p:nvSpPr>
              <p:spPr>
                <a:xfrm>
                  <a:off x="1563329" y="2859683"/>
                  <a:ext cx="1340099" cy="1674604"/>
                </a:xfrm>
                <a:prstGeom prst="rect">
                  <a:avLst/>
                </a:prstGeom>
                <a:solidFill>
                  <a:srgbClr val="A792DC"/>
                </a:solidFill>
                <a:ln w="6350">
                  <a:solidFill>
                    <a:srgbClr val="DCDCD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4C328A7F-A28A-49E0-A1CF-0862D7427CA7}"/>
                    </a:ext>
                  </a:extLst>
                </p:cNvPr>
                <p:cNvSpPr/>
                <p:nvPr userDrawn="1"/>
              </p:nvSpPr>
              <p:spPr>
                <a:xfrm>
                  <a:off x="1531277" y="3991094"/>
                  <a:ext cx="1367481" cy="24435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ko-KR" altLang="en-US" sz="800" b="1" dirty="0">
                      <a:solidFill>
                        <a:srgbClr val="E6E6E6"/>
                      </a:solidFill>
                    </a:rPr>
                    <a:t> 게시물 등록</a:t>
                  </a:r>
                </a:p>
              </p:txBody>
            </p:sp>
          </p:grp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28501F6-86DD-47FF-9E9C-E6BA8EF9E88E}"/>
                  </a:ext>
                </a:extLst>
              </p:cNvPr>
              <p:cNvSpPr/>
              <p:nvPr userDrawn="1"/>
            </p:nvSpPr>
            <p:spPr>
              <a:xfrm>
                <a:off x="1531277" y="3914418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altLang="ko-KR" sz="800" b="1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800" b="1" dirty="0">
                    <a:solidFill>
                      <a:schemeClr val="bg1"/>
                    </a:solidFill>
                  </a:rPr>
                  <a:t>게시판 관리</a:t>
                </a:r>
              </a:p>
            </p:txBody>
          </p:sp>
          <p:sp>
            <p:nvSpPr>
              <p:cNvPr id="83" name="L 도형 82">
                <a:extLst>
                  <a:ext uri="{FF2B5EF4-FFF2-40B4-BE49-F238E27FC236}">
                    <a16:creationId xmlns:a16="http://schemas.microsoft.com/office/drawing/2014/main" id="{A95607CF-E0B7-4AEC-A781-79DF9B53EE96}"/>
                  </a:ext>
                </a:extLst>
              </p:cNvPr>
              <p:cNvSpPr/>
              <p:nvPr userDrawn="1"/>
            </p:nvSpPr>
            <p:spPr>
              <a:xfrm rot="8290765">
                <a:off x="2694576" y="4013737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L 도형 98">
                <a:extLst>
                  <a:ext uri="{FF2B5EF4-FFF2-40B4-BE49-F238E27FC236}">
                    <a16:creationId xmlns:a16="http://schemas.microsoft.com/office/drawing/2014/main" id="{7EE25638-8662-49A0-A460-1675DCAF7C10}"/>
                  </a:ext>
                </a:extLst>
              </p:cNvPr>
              <p:cNvSpPr/>
              <p:nvPr userDrawn="1"/>
            </p:nvSpPr>
            <p:spPr>
              <a:xfrm rot="18979404">
                <a:off x="2691707" y="3761342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052B86A-1BB9-4D8C-ACFA-B565256E3B62}"/>
                </a:ext>
              </a:extLst>
            </p:cNvPr>
            <p:cNvSpPr/>
            <p:nvPr userDrawn="1"/>
          </p:nvSpPr>
          <p:spPr>
            <a:xfrm>
              <a:off x="1523926" y="5533399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E6E6E6"/>
                  </a:solidFill>
                </a:rPr>
                <a:t> 게시물 조회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746CB0C-5D25-46E2-9392-5E89EF9028C4}"/>
                </a:ext>
              </a:extLst>
            </p:cNvPr>
            <p:cNvSpPr/>
            <p:nvPr userDrawn="1"/>
          </p:nvSpPr>
          <p:spPr>
            <a:xfrm>
              <a:off x="1528826" y="4218198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관리</a:t>
              </a: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FFBD57C-23DB-4C88-B4F7-6C543D15B5D4}"/>
              </a:ext>
            </a:extLst>
          </p:cNvPr>
          <p:cNvSpPr/>
          <p:nvPr userDrawn="1"/>
        </p:nvSpPr>
        <p:spPr>
          <a:xfrm>
            <a:off x="0" y="4746276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5E59F0D5-9DA4-4EB7-88F4-14B85B437137}"/>
              </a:ext>
            </a:extLst>
          </p:cNvPr>
          <p:cNvSpPr/>
          <p:nvPr userDrawn="1"/>
        </p:nvSpPr>
        <p:spPr>
          <a:xfrm>
            <a:off x="-27382" y="4810118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DCDCDC"/>
                </a:solidFill>
              </a:rPr>
              <a:t> 게시판 등록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7DCE5CFA-D54D-4057-A4A6-CED1BADD818A}"/>
              </a:ext>
            </a:extLst>
          </p:cNvPr>
          <p:cNvSpPr/>
          <p:nvPr userDrawn="1"/>
        </p:nvSpPr>
        <p:spPr>
          <a:xfrm>
            <a:off x="-27382" y="5036717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게시판 조회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68666A7D-9870-4FC6-B318-E60959CFFF8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E90C46-38DC-40A6-8939-3518F858C61B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69E97C2-859C-4B01-8161-B4353F59C557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EB09504A-9D6C-43E8-B745-55979C89DB0C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6B174C21-C5A8-41C9-A664-AC927DBDA4BA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F09E1D06-F727-4630-BCB7-F1CA12E99B22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7E5D6546-CDFF-49ED-B934-D8882E16304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6" name="타원 85">
            <a:extLst>
              <a:ext uri="{FF2B5EF4-FFF2-40B4-BE49-F238E27FC236}">
                <a16:creationId xmlns:a16="http://schemas.microsoft.com/office/drawing/2014/main" id="{DE41F65A-3B53-42D8-8E5B-E8F414A9079A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00F44A23-291A-41F4-A587-F1A96CD5A279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E6BD6FE4-9BCF-4A1C-A976-372514EFA477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3" name="그래픽 92" descr="카메라">
              <a:extLst>
                <a:ext uri="{FF2B5EF4-FFF2-40B4-BE49-F238E27FC236}">
                  <a16:creationId xmlns:a16="http://schemas.microsoft.com/office/drawing/2014/main" id="{34B69584-1FEC-4D72-BBF0-D18DDFA5C81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13245FC3-EA88-436A-BD82-26EB2468885C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1C058266-EFD9-43CC-8566-44F9FAA00DD5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L 도형 81">
            <a:extLst>
              <a:ext uri="{FF2B5EF4-FFF2-40B4-BE49-F238E27FC236}">
                <a16:creationId xmlns:a16="http://schemas.microsoft.com/office/drawing/2014/main" id="{2A1D194B-9D04-46DB-ADCE-A7AA60753E8D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5DF73D17-494C-44FD-8CEC-308D64A90EB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2285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8C4E452D-9DEA-4A4E-B3CD-FDD9CB6C974C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9059" y="457200"/>
            <a:ext cx="9383279" cy="6400798"/>
            <a:chOff x="595684" y="1261242"/>
            <a:chExt cx="6668462" cy="4352543"/>
          </a:xfrm>
        </p:grpSpPr>
        <p:sp>
          <p:nvSpPr>
            <p:cNvPr id="6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868BD36-7DB5-49E8-A206-93E6C82F439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8F819AC-2449-436A-8E90-5D424D600003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529B84-8E63-4B70-823E-743FB71CBC13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6FF4C1-4210-4730-97A4-864EFA0D6051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002F8D-B94C-4ABC-B050-6F0FA5B73E74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006885F-DF89-4668-8788-E364FC9BDBA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Navigation Buttons">
              <a:extLst>
                <a:ext uri="{FF2B5EF4-FFF2-40B4-BE49-F238E27FC236}">
                  <a16:creationId xmlns:a16="http://schemas.microsoft.com/office/drawing/2014/main" id="{15611548-FAEC-4142-B44C-9B55745E33AF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5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541E5C6-1D0F-480E-B078-58C83C7716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6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A03E83F-2AD8-45CD-BB9E-5C52093ABC4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7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801E3A8-82EB-4684-88F4-DB1302820B30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978949D-C02D-4A17-A1F7-9BA36C6320EE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522392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60744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8234969">
            <a:off x="1187944" y="40312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539877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578229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61934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600286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39464E0-FB90-4B26-8C3E-38139E65F6F8}"/>
              </a:ext>
            </a:extLst>
          </p:cNvPr>
          <p:cNvGrpSpPr/>
          <p:nvPr userDrawn="1"/>
        </p:nvGrpSpPr>
        <p:grpSpPr>
          <a:xfrm>
            <a:off x="-36646" y="4224587"/>
            <a:ext cx="1385803" cy="996973"/>
            <a:chOff x="1496812" y="4164808"/>
            <a:chExt cx="1385803" cy="996973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D624EBC4-CAA8-4C20-ADAF-75CB2E6300A1}"/>
                </a:ext>
              </a:extLst>
            </p:cNvPr>
            <p:cNvGrpSpPr/>
            <p:nvPr userDrawn="1"/>
          </p:nvGrpSpPr>
          <p:grpSpPr>
            <a:xfrm>
              <a:off x="1496812" y="4164808"/>
              <a:ext cx="1385802" cy="996973"/>
              <a:chOff x="1499263" y="3620260"/>
              <a:chExt cx="1385802" cy="996973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499EB1BF-809C-4D4A-89A5-AF70A03FBB4B}"/>
                  </a:ext>
                </a:extLst>
              </p:cNvPr>
              <p:cNvGrpSpPr/>
              <p:nvPr userDrawn="1"/>
            </p:nvGrpSpPr>
            <p:grpSpPr>
              <a:xfrm>
                <a:off x="1517584" y="3620260"/>
                <a:ext cx="1367481" cy="996973"/>
                <a:chOff x="1517584" y="2859683"/>
                <a:chExt cx="1367481" cy="996973"/>
              </a:xfrm>
            </p:grpSpPr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D26B33AF-6805-4575-9B7E-58C738B13AB2}"/>
                    </a:ext>
                  </a:extLst>
                </p:cNvPr>
                <p:cNvSpPr/>
                <p:nvPr userDrawn="1"/>
              </p:nvSpPr>
              <p:spPr>
                <a:xfrm>
                  <a:off x="1531277" y="2859683"/>
                  <a:ext cx="1340099" cy="996973"/>
                </a:xfrm>
                <a:prstGeom prst="rect">
                  <a:avLst/>
                </a:prstGeom>
                <a:solidFill>
                  <a:srgbClr val="A792DC"/>
                </a:solidFill>
                <a:ln w="6350">
                  <a:solidFill>
                    <a:srgbClr val="DCDCD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4C328A7F-A28A-49E0-A1CF-0862D7427CA7}"/>
                    </a:ext>
                  </a:extLst>
                </p:cNvPr>
                <p:cNvSpPr/>
                <p:nvPr userDrawn="1"/>
              </p:nvSpPr>
              <p:spPr>
                <a:xfrm>
                  <a:off x="1517584" y="3350987"/>
                  <a:ext cx="1367481" cy="24435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ko-KR" altLang="en-US" sz="800" b="1" dirty="0">
                      <a:solidFill>
                        <a:srgbClr val="57F380"/>
                      </a:solidFill>
                    </a:rPr>
                    <a:t> 게시물 등록</a:t>
                  </a:r>
                </a:p>
              </p:txBody>
            </p:sp>
          </p:grp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28501F6-86DD-47FF-9E9C-E6BA8EF9E88E}"/>
                  </a:ext>
                </a:extLst>
              </p:cNvPr>
              <p:cNvSpPr/>
              <p:nvPr userDrawn="1"/>
            </p:nvSpPr>
            <p:spPr>
              <a:xfrm>
                <a:off x="1499263" y="388798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altLang="ko-KR" sz="800" b="1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800" b="1" dirty="0">
                    <a:solidFill>
                      <a:schemeClr val="bg1"/>
                    </a:solidFill>
                  </a:rPr>
                  <a:t>게시판 관리</a:t>
                </a:r>
              </a:p>
            </p:txBody>
          </p:sp>
          <p:sp>
            <p:nvSpPr>
              <p:cNvPr id="83" name="L 도형 82">
                <a:extLst>
                  <a:ext uri="{FF2B5EF4-FFF2-40B4-BE49-F238E27FC236}">
                    <a16:creationId xmlns:a16="http://schemas.microsoft.com/office/drawing/2014/main" id="{A95607CF-E0B7-4AEC-A781-79DF9B53EE96}"/>
                  </a:ext>
                </a:extLst>
              </p:cNvPr>
              <p:cNvSpPr/>
              <p:nvPr userDrawn="1"/>
            </p:nvSpPr>
            <p:spPr>
              <a:xfrm rot="18979404">
                <a:off x="2683370" y="3965464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L 도형 98">
                <a:extLst>
                  <a:ext uri="{FF2B5EF4-FFF2-40B4-BE49-F238E27FC236}">
                    <a16:creationId xmlns:a16="http://schemas.microsoft.com/office/drawing/2014/main" id="{7EE25638-8662-49A0-A460-1675DCAF7C10}"/>
                  </a:ext>
                </a:extLst>
              </p:cNvPr>
              <p:cNvSpPr/>
              <p:nvPr userDrawn="1"/>
            </p:nvSpPr>
            <p:spPr>
              <a:xfrm rot="18979404">
                <a:off x="2683371" y="3744481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052B86A-1BB9-4D8C-ACFA-B565256E3B62}"/>
                </a:ext>
              </a:extLst>
            </p:cNvPr>
            <p:cNvSpPr/>
            <p:nvPr userDrawn="1"/>
          </p:nvSpPr>
          <p:spPr>
            <a:xfrm>
              <a:off x="1515134" y="48758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E6E6E6"/>
                  </a:solidFill>
                </a:rPr>
                <a:t> 게시물 조회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746CB0C-5D25-46E2-9392-5E89EF9028C4}"/>
                </a:ext>
              </a:extLst>
            </p:cNvPr>
            <p:cNvSpPr/>
            <p:nvPr userDrawn="1"/>
          </p:nvSpPr>
          <p:spPr>
            <a:xfrm>
              <a:off x="1501444" y="420989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관리</a:t>
              </a: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73CD2EB-4D88-4326-BEDC-5531988A8471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F124A7-1939-48BE-9E92-DDD8A3D3096B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B8F469-231A-4006-9A73-5B60ADE6B626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7C51E61-5169-4D0E-8AF7-BF6DD13BF16A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AC43E87-2507-45E6-A372-535CFC9B84D5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F22D1F5-D3D1-4D99-8E1B-C76F90930B7E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2FA293D0-34D4-4916-9653-D0F16B47C65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2" name="타원 81">
            <a:extLst>
              <a:ext uri="{FF2B5EF4-FFF2-40B4-BE49-F238E27FC236}">
                <a16:creationId xmlns:a16="http://schemas.microsoft.com/office/drawing/2014/main" id="{D0C3CEF0-5A68-451F-AB2C-9C9BAED584BB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5EABD86-C915-404B-96E0-2E55CA1BA824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7D1DB87D-C0E0-4AD3-ACBC-92B85197A3CA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7" name="그래픽 86" descr="카메라">
              <a:extLst>
                <a:ext uri="{FF2B5EF4-FFF2-40B4-BE49-F238E27FC236}">
                  <a16:creationId xmlns:a16="http://schemas.microsoft.com/office/drawing/2014/main" id="{343309AF-3866-4854-A9F1-625C9E4DA6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0D2951C3-6D58-4786-B3FE-A0DCE26180CF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00F44ED8-3D55-4EB9-B357-24DE95CF27F5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L 도형 64">
            <a:extLst>
              <a:ext uri="{FF2B5EF4-FFF2-40B4-BE49-F238E27FC236}">
                <a16:creationId xmlns:a16="http://schemas.microsoft.com/office/drawing/2014/main" id="{6568FA7E-9FAD-4CCA-BC1B-35DA0AFC9579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8E874F28-E757-45AB-8274-E3708D5C365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8525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8C4E452D-9DEA-4A4E-B3CD-FDD9CB6C974C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9059" y="457200"/>
            <a:ext cx="9383279" cy="6400798"/>
            <a:chOff x="595684" y="1261242"/>
            <a:chExt cx="6668462" cy="4352543"/>
          </a:xfrm>
        </p:grpSpPr>
        <p:sp>
          <p:nvSpPr>
            <p:cNvPr id="68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6868BD36-7DB5-49E8-A206-93E6C82F4395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8F819AC-2449-436A-8E90-5D424D600003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1529B84-8E63-4B70-823E-743FB71CBC13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E6FF4C1-4210-4730-97A4-864EFA0D6051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002F8D-B94C-4ABC-B050-6F0FA5B73E74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006885F-DF89-4668-8788-E364FC9BDBA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Navigation Buttons">
              <a:extLst>
                <a:ext uri="{FF2B5EF4-FFF2-40B4-BE49-F238E27FC236}">
                  <a16:creationId xmlns:a16="http://schemas.microsoft.com/office/drawing/2014/main" id="{15611548-FAEC-4142-B44C-9B55745E33AF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5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541E5C6-1D0F-480E-B078-58C83C7716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6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A03E83F-2AD8-45CD-BB9E-5C52093ABC4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7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801E3A8-82EB-4684-88F4-DB1302820B30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C978949D-C02D-4A17-A1F7-9BA36C6320EE}"/>
              </a:ext>
            </a:extLst>
          </p:cNvPr>
          <p:cNvSpPr/>
          <p:nvPr userDrawn="1"/>
        </p:nvSpPr>
        <p:spPr>
          <a:xfrm>
            <a:off x="0" y="2570333"/>
            <a:ext cx="1349157" cy="4280713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522392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60744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8234969">
            <a:off x="1187944" y="403129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539877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578229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61934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600286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그룹 1">
            <a:extLst>
              <a:ext uri="{FF2B5EF4-FFF2-40B4-BE49-F238E27FC236}">
                <a16:creationId xmlns:a16="http://schemas.microsoft.com/office/drawing/2014/main" id="{539464E0-FB90-4B26-8C3E-38139E65F6F8}"/>
              </a:ext>
            </a:extLst>
          </p:cNvPr>
          <p:cNvGrpSpPr/>
          <p:nvPr userDrawn="1"/>
        </p:nvGrpSpPr>
        <p:grpSpPr>
          <a:xfrm>
            <a:off x="-32015" y="4224587"/>
            <a:ext cx="1381172" cy="996973"/>
            <a:chOff x="1501443" y="4164808"/>
            <a:chExt cx="1381172" cy="996973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D624EBC4-CAA8-4C20-ADAF-75CB2E6300A1}"/>
                </a:ext>
              </a:extLst>
            </p:cNvPr>
            <p:cNvGrpSpPr/>
            <p:nvPr userDrawn="1"/>
          </p:nvGrpSpPr>
          <p:grpSpPr>
            <a:xfrm>
              <a:off x="1501443" y="4164808"/>
              <a:ext cx="1375557" cy="996973"/>
              <a:chOff x="1503894" y="3620260"/>
              <a:chExt cx="1375557" cy="996973"/>
            </a:xfrm>
          </p:grpSpPr>
          <p:grpSp>
            <p:nvGrpSpPr>
              <p:cNvPr id="79" name="그룹 78">
                <a:extLst>
                  <a:ext uri="{FF2B5EF4-FFF2-40B4-BE49-F238E27FC236}">
                    <a16:creationId xmlns:a16="http://schemas.microsoft.com/office/drawing/2014/main" id="{499EB1BF-809C-4D4A-89A5-AF70A03FBB4B}"/>
                  </a:ext>
                </a:extLst>
              </p:cNvPr>
              <p:cNvGrpSpPr/>
              <p:nvPr userDrawn="1"/>
            </p:nvGrpSpPr>
            <p:grpSpPr>
              <a:xfrm>
                <a:off x="1511970" y="3620260"/>
                <a:ext cx="1367481" cy="996973"/>
                <a:chOff x="1511970" y="2859683"/>
                <a:chExt cx="1367481" cy="996973"/>
              </a:xfrm>
            </p:grpSpPr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D26B33AF-6805-4575-9B7E-58C738B13AB2}"/>
                    </a:ext>
                  </a:extLst>
                </p:cNvPr>
                <p:cNvSpPr/>
                <p:nvPr userDrawn="1"/>
              </p:nvSpPr>
              <p:spPr>
                <a:xfrm>
                  <a:off x="1531277" y="2859683"/>
                  <a:ext cx="1340099" cy="996973"/>
                </a:xfrm>
                <a:prstGeom prst="rect">
                  <a:avLst/>
                </a:prstGeom>
                <a:solidFill>
                  <a:srgbClr val="A792DC"/>
                </a:solidFill>
                <a:ln w="6350">
                  <a:solidFill>
                    <a:srgbClr val="DCDCD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2" name="직사각형 91">
                  <a:extLst>
                    <a:ext uri="{FF2B5EF4-FFF2-40B4-BE49-F238E27FC236}">
                      <a16:creationId xmlns:a16="http://schemas.microsoft.com/office/drawing/2014/main" id="{4C328A7F-A28A-49E0-A1CF-0862D7427CA7}"/>
                    </a:ext>
                  </a:extLst>
                </p:cNvPr>
                <p:cNvSpPr/>
                <p:nvPr userDrawn="1"/>
              </p:nvSpPr>
              <p:spPr>
                <a:xfrm>
                  <a:off x="1511970" y="3350701"/>
                  <a:ext cx="1367481" cy="24435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ko-KR" altLang="en-US" sz="800" b="1" dirty="0">
                      <a:solidFill>
                        <a:srgbClr val="DCDCDC"/>
                      </a:solidFill>
                    </a:rPr>
                    <a:t> 게시물 등록</a:t>
                  </a:r>
                </a:p>
              </p:txBody>
            </p:sp>
          </p:grp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728501F6-86DD-47FF-9E9C-E6BA8EF9E88E}"/>
                  </a:ext>
                </a:extLst>
              </p:cNvPr>
              <p:cNvSpPr/>
              <p:nvPr userDrawn="1"/>
            </p:nvSpPr>
            <p:spPr>
              <a:xfrm>
                <a:off x="1503894" y="3863527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altLang="ko-KR" sz="800" b="1" dirty="0">
                    <a:solidFill>
                      <a:schemeClr val="bg1"/>
                    </a:solidFill>
                  </a:rPr>
                  <a:t> </a:t>
                </a:r>
                <a:r>
                  <a:rPr lang="ko-KR" altLang="en-US" sz="800" b="1" dirty="0">
                    <a:solidFill>
                      <a:schemeClr val="bg1"/>
                    </a:solidFill>
                  </a:rPr>
                  <a:t>게시판 관리</a:t>
                </a:r>
              </a:p>
            </p:txBody>
          </p:sp>
          <p:sp>
            <p:nvSpPr>
              <p:cNvPr id="83" name="L 도형 82">
                <a:extLst>
                  <a:ext uri="{FF2B5EF4-FFF2-40B4-BE49-F238E27FC236}">
                    <a16:creationId xmlns:a16="http://schemas.microsoft.com/office/drawing/2014/main" id="{A95607CF-E0B7-4AEC-A781-79DF9B53EE96}"/>
                  </a:ext>
                </a:extLst>
              </p:cNvPr>
              <p:cNvSpPr/>
              <p:nvPr userDrawn="1"/>
            </p:nvSpPr>
            <p:spPr>
              <a:xfrm rot="18979404">
                <a:off x="2683370" y="3965464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L 도형 98">
                <a:extLst>
                  <a:ext uri="{FF2B5EF4-FFF2-40B4-BE49-F238E27FC236}">
                    <a16:creationId xmlns:a16="http://schemas.microsoft.com/office/drawing/2014/main" id="{7EE25638-8662-49A0-A460-1675DCAF7C10}"/>
                  </a:ext>
                </a:extLst>
              </p:cNvPr>
              <p:cNvSpPr/>
              <p:nvPr userDrawn="1"/>
            </p:nvSpPr>
            <p:spPr>
              <a:xfrm rot="18979404">
                <a:off x="2683371" y="3744481"/>
                <a:ext cx="45719" cy="45719"/>
              </a:xfrm>
              <a:prstGeom prst="corner">
                <a:avLst>
                  <a:gd name="adj1" fmla="val 12240"/>
                  <a:gd name="adj2" fmla="val 12240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E052B86A-1BB9-4D8C-ACFA-B565256E3B62}"/>
                </a:ext>
              </a:extLst>
            </p:cNvPr>
            <p:cNvSpPr/>
            <p:nvPr userDrawn="1"/>
          </p:nvSpPr>
          <p:spPr>
            <a:xfrm>
              <a:off x="1515134" y="4882961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ko-KR" altLang="en-US" sz="800" b="1" dirty="0">
                  <a:solidFill>
                    <a:srgbClr val="57F380"/>
                  </a:solidFill>
                </a:rPr>
                <a:t> 게시물 조회</a:t>
              </a:r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B746CB0C-5D25-46E2-9392-5E89EF9028C4}"/>
                </a:ext>
              </a:extLst>
            </p:cNvPr>
            <p:cNvSpPr/>
            <p:nvPr userDrawn="1"/>
          </p:nvSpPr>
          <p:spPr>
            <a:xfrm>
              <a:off x="1501444" y="4194945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관리</a:t>
              </a:r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973CD2EB-4D88-4326-BEDC-5531988A8471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FF124A7-1939-48BE-9E92-DDD8A3D3096B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7B8F469-231A-4006-9A73-5B60ADE6B626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7C51E61-5169-4D0E-8AF7-BF6DD13BF16A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0AC43E87-2507-45E6-A372-535CFC9B84D5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F22D1F5-D3D1-4D99-8E1B-C76F90930B7E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64" name="그림 63">
            <a:extLst>
              <a:ext uri="{FF2B5EF4-FFF2-40B4-BE49-F238E27FC236}">
                <a16:creationId xmlns:a16="http://schemas.microsoft.com/office/drawing/2014/main" id="{2FA293D0-34D4-4916-9653-D0F16B47C650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2" name="타원 81">
            <a:extLst>
              <a:ext uri="{FF2B5EF4-FFF2-40B4-BE49-F238E27FC236}">
                <a16:creationId xmlns:a16="http://schemas.microsoft.com/office/drawing/2014/main" id="{D0C3CEF0-5A68-451F-AB2C-9C9BAED584BB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95EABD86-C915-404B-96E0-2E55CA1BA824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7D1DB87D-C0E0-4AD3-ACBC-92B85197A3CA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7" name="그래픽 86" descr="카메라">
              <a:extLst>
                <a:ext uri="{FF2B5EF4-FFF2-40B4-BE49-F238E27FC236}">
                  <a16:creationId xmlns:a16="http://schemas.microsoft.com/office/drawing/2014/main" id="{343309AF-3866-4854-A9F1-625C9E4DA6D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8" name="TextBox 87">
            <a:extLst>
              <a:ext uri="{FF2B5EF4-FFF2-40B4-BE49-F238E27FC236}">
                <a16:creationId xmlns:a16="http://schemas.microsoft.com/office/drawing/2014/main" id="{0D2951C3-6D58-4786-B3FE-A0DCE26180CF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00F44ED8-3D55-4EB9-B357-24DE95CF27F5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L 도형 64">
            <a:extLst>
              <a:ext uri="{FF2B5EF4-FFF2-40B4-BE49-F238E27FC236}">
                <a16:creationId xmlns:a16="http://schemas.microsoft.com/office/drawing/2014/main" id="{6568FA7E-9FAD-4CCA-BC1B-35DA0AFC9579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8E874F28-E757-45AB-8274-E3708D5C365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043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31E962F-8C2F-4917-B43F-2677E817B71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4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4A59AC9-8A28-48FF-B8E6-059342F4510C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BECA68-4E40-440C-A79B-FEA705905BCE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CE2ECAA-0325-409A-A94B-E41E24076AA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6E63953-8A18-4C62-89A9-DD3E90E91586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A11B57-6842-40EE-978F-18EDE293526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517B352-BDE6-4C45-B1E5-C5DBFDA0600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3" name="Navigation Buttons">
              <a:extLst>
                <a:ext uri="{FF2B5EF4-FFF2-40B4-BE49-F238E27FC236}">
                  <a16:creationId xmlns:a16="http://schemas.microsoft.com/office/drawing/2014/main" id="{F7D2BE3C-58BB-4757-89E9-5CC4DB91A1FD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5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4634BBE-A6C6-4CEE-BF63-105CBBA2E05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6939C46-3847-43AA-841E-3BE0839C312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1DC6775-64C2-4601-85A5-87DF39D558C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1906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981968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53654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202535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55860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C3943D9-726D-4C0E-90A0-01108AD2837F}"/>
              </a:ext>
            </a:extLst>
          </p:cNvPr>
          <p:cNvGrpSpPr/>
          <p:nvPr userDrawn="1"/>
        </p:nvGrpSpPr>
        <p:grpSpPr>
          <a:xfrm>
            <a:off x="-27382" y="4589082"/>
            <a:ext cx="1367481" cy="601558"/>
            <a:chOff x="-27382" y="3070334"/>
            <a:chExt cx="1367481" cy="601558"/>
          </a:xfrm>
        </p:grpSpPr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D63D2147-4BF0-4701-BD81-9CF4995AAB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2756155-2D66-4652-BE9C-0EB500727C3C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15F9DED-562A-494E-9A34-E3B6BE1B91F0}"/>
                </a:ext>
              </a:extLst>
            </p:cNvPr>
            <p:cNvSpPr/>
            <p:nvPr userDrawn="1"/>
          </p:nvSpPr>
          <p:spPr>
            <a:xfrm>
              <a:off x="0" y="3070335"/>
              <a:ext cx="1340099" cy="589666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0B148F3-C7BF-4436-A72F-129E9195DE06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57F380"/>
                  </a:solidFill>
                </a:rPr>
                <a:t> </a:t>
              </a:r>
              <a:r>
                <a:rPr lang="ko-KR" altLang="en-US" sz="800" b="1" dirty="0">
                  <a:solidFill>
                    <a:srgbClr val="57F380"/>
                  </a:solidFill>
                </a:rPr>
                <a:t>팝업 등록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C6930AD-19BE-41CF-9085-C28687989246}"/>
                </a:ext>
              </a:extLst>
            </p:cNvPr>
            <p:cNvSpPr/>
            <p:nvPr userDrawn="1"/>
          </p:nvSpPr>
          <p:spPr>
            <a:xfrm>
              <a:off x="-27382" y="337744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DCDCDC"/>
                  </a:solidFill>
                </a:rPr>
                <a:t> </a:t>
              </a:r>
              <a:r>
                <a:rPr lang="ko-KR" altLang="en-US" sz="800" b="1" dirty="0">
                  <a:solidFill>
                    <a:srgbClr val="DCDCDC"/>
                  </a:solidFill>
                </a:rPr>
                <a:t>팝업 조회 </a:t>
              </a:r>
            </a:p>
          </p:txBody>
        </p:sp>
      </p:grpSp>
      <p:sp>
        <p:nvSpPr>
          <p:cNvPr id="68" name="L 도형 67">
            <a:extLst>
              <a:ext uri="{FF2B5EF4-FFF2-40B4-BE49-F238E27FC236}">
                <a16:creationId xmlns:a16="http://schemas.microsoft.com/office/drawing/2014/main" id="{66CF7A54-4720-4C01-B175-206688F8D61F}"/>
              </a:ext>
            </a:extLst>
          </p:cNvPr>
          <p:cNvSpPr/>
          <p:nvPr userDrawn="1"/>
        </p:nvSpPr>
        <p:spPr>
          <a:xfrm rot="8270563">
            <a:off x="1186058" y="440529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104D7B4-73F8-47A9-BA65-CA12E6DD2AB2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729CCB-F942-4018-90C2-29E083052293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CDE8D1D-5E80-4781-B38C-66A4154C8765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003CD8AB-E5FA-4806-AD9D-94D22B8F8B76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00A37E9F-764B-4AF7-9CC3-0B75400D72E4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8CCE7B70-D61A-4244-BF64-844355A911FF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DB0695FF-2CDC-4AE1-89C6-4BD1B092834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0" name="타원 79">
            <a:extLst>
              <a:ext uri="{FF2B5EF4-FFF2-40B4-BE49-F238E27FC236}">
                <a16:creationId xmlns:a16="http://schemas.microsoft.com/office/drawing/2014/main" id="{51D28DF7-F7C4-4FD6-92C9-5A4811C677DE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6D66E08C-A52C-4872-8EAB-C9FDECFA391D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0B04F228-0218-4BC7-B964-DEC39F9A29E5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3" name="그래픽 82" descr="카메라">
              <a:extLst>
                <a:ext uri="{FF2B5EF4-FFF2-40B4-BE49-F238E27FC236}">
                  <a16:creationId xmlns:a16="http://schemas.microsoft.com/office/drawing/2014/main" id="{B09CA1D0-708E-457F-A8E9-C3E0383D04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9914182B-90A6-454B-BFDF-2FA326CB6B8F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2ABE4F7B-F221-4A28-BE35-B9CAD785BB5D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L 도형 76">
            <a:extLst>
              <a:ext uri="{FF2B5EF4-FFF2-40B4-BE49-F238E27FC236}">
                <a16:creationId xmlns:a16="http://schemas.microsoft.com/office/drawing/2014/main" id="{66898444-E16F-47C9-90C4-4DB9DBBE173D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D4F22183-3B54-48E7-B71F-85931EDB533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1243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31E962F-8C2F-4917-B43F-2677E817B71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4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4A59AC9-8A28-48FF-B8E6-059342F4510C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BECA68-4E40-440C-A79B-FEA705905BCE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CE2ECAA-0325-409A-A94B-E41E24076AA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6E63953-8A18-4C62-89A9-DD3E90E91586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A11B57-6842-40EE-978F-18EDE293526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517B352-BDE6-4C45-B1E5-C5DBFDA0600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3" name="Navigation Buttons">
              <a:extLst>
                <a:ext uri="{FF2B5EF4-FFF2-40B4-BE49-F238E27FC236}">
                  <a16:creationId xmlns:a16="http://schemas.microsoft.com/office/drawing/2014/main" id="{F7D2BE3C-58BB-4757-89E9-5CC4DB91A1FD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5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4634BBE-A6C6-4CEE-BF63-105CBBA2E05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6939C46-3847-43AA-841E-3BE0839C312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1DC6775-64C2-4601-85A5-87DF39D558C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51906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981968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18882919">
            <a:off x="1187944" y="53654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5202535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55860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BC3943D9-726D-4C0E-90A0-01108AD2837F}"/>
              </a:ext>
            </a:extLst>
          </p:cNvPr>
          <p:cNvGrpSpPr/>
          <p:nvPr userDrawn="1"/>
        </p:nvGrpSpPr>
        <p:grpSpPr>
          <a:xfrm>
            <a:off x="-27382" y="4589082"/>
            <a:ext cx="1367481" cy="601558"/>
            <a:chOff x="-27382" y="3070334"/>
            <a:chExt cx="1367481" cy="601558"/>
          </a:xfrm>
        </p:grpSpPr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D63D2147-4BF0-4701-BD81-9CF4995AABF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02756155-2D66-4652-BE9C-0EB500727C3C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515F9DED-562A-494E-9A34-E3B6BE1B91F0}"/>
                </a:ext>
              </a:extLst>
            </p:cNvPr>
            <p:cNvSpPr/>
            <p:nvPr userDrawn="1"/>
          </p:nvSpPr>
          <p:spPr>
            <a:xfrm>
              <a:off x="0" y="3070335"/>
              <a:ext cx="1340099" cy="589666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0B148F3-C7BF-4436-A72F-129E9195DE06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E6E6E6"/>
                  </a:solidFill>
                </a:rPr>
                <a:t> </a:t>
              </a:r>
              <a:r>
                <a:rPr lang="ko-KR" altLang="en-US" sz="800" b="1" dirty="0">
                  <a:solidFill>
                    <a:srgbClr val="E6E6E6"/>
                  </a:solidFill>
                </a:rPr>
                <a:t>팝업 등록</a:t>
              </a: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6C6930AD-19BE-41CF-9085-C28687989246}"/>
                </a:ext>
              </a:extLst>
            </p:cNvPr>
            <p:cNvSpPr/>
            <p:nvPr userDrawn="1"/>
          </p:nvSpPr>
          <p:spPr>
            <a:xfrm>
              <a:off x="-27382" y="337744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57F380"/>
                  </a:solidFill>
                </a:rPr>
                <a:t> </a:t>
              </a:r>
              <a:r>
                <a:rPr lang="ko-KR" altLang="en-US" sz="800" b="1" dirty="0">
                  <a:solidFill>
                    <a:srgbClr val="57F380"/>
                  </a:solidFill>
                </a:rPr>
                <a:t>팝업 조회 </a:t>
              </a:r>
            </a:p>
          </p:txBody>
        </p:sp>
      </p:grpSp>
      <p:sp>
        <p:nvSpPr>
          <p:cNvPr id="68" name="L 도형 67">
            <a:extLst>
              <a:ext uri="{FF2B5EF4-FFF2-40B4-BE49-F238E27FC236}">
                <a16:creationId xmlns:a16="http://schemas.microsoft.com/office/drawing/2014/main" id="{66CF7A54-4720-4C01-B175-206688F8D61F}"/>
              </a:ext>
            </a:extLst>
          </p:cNvPr>
          <p:cNvSpPr/>
          <p:nvPr userDrawn="1"/>
        </p:nvSpPr>
        <p:spPr>
          <a:xfrm rot="8270563">
            <a:off x="1186058" y="440529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C26090C-D46A-4B40-8D0C-D0252F35C77A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D8EDC30-D9F1-409F-AA20-E1F9AD8DC492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68DF044-F4F6-4878-AFC4-E48ABCF30794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10319AFE-4A60-4DE2-A051-F6C182F64E62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1F2F12F-3687-4640-805D-82D92271799B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B45B351F-BB32-4D12-95A5-48851A8A2BB3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76" name="그림 75">
            <a:extLst>
              <a:ext uri="{FF2B5EF4-FFF2-40B4-BE49-F238E27FC236}">
                <a16:creationId xmlns:a16="http://schemas.microsoft.com/office/drawing/2014/main" id="{A2D418F0-0BF3-4F4A-AF1C-78321DD2A7C1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80" name="타원 79">
            <a:extLst>
              <a:ext uri="{FF2B5EF4-FFF2-40B4-BE49-F238E27FC236}">
                <a16:creationId xmlns:a16="http://schemas.microsoft.com/office/drawing/2014/main" id="{B400C0B5-03CC-4F74-9A4D-6D3396AF6757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16789001-E8AA-4BF4-906F-CE7FA28173D0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58F6F5C9-B7E5-420B-9FF0-88B787E9CEC3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3" name="그래픽 82" descr="카메라">
              <a:extLst>
                <a:ext uri="{FF2B5EF4-FFF2-40B4-BE49-F238E27FC236}">
                  <a16:creationId xmlns:a16="http://schemas.microsoft.com/office/drawing/2014/main" id="{D3DD9752-9B5E-4DEE-8F9C-3B25B6CD4C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DB15D04F-57DF-444A-9BC1-168390B10CE4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D5F0B35B-2879-4070-BFD4-583C653BC867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L 도형 76">
            <a:extLst>
              <a:ext uri="{FF2B5EF4-FFF2-40B4-BE49-F238E27FC236}">
                <a16:creationId xmlns:a16="http://schemas.microsoft.com/office/drawing/2014/main" id="{E02B9A7E-7497-4557-BDCA-04F5731194AD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8" name="그림 77">
            <a:extLst>
              <a:ext uri="{FF2B5EF4-FFF2-40B4-BE49-F238E27FC236}">
                <a16:creationId xmlns:a16="http://schemas.microsoft.com/office/drawing/2014/main" id="{C8F07DAF-2B37-4EBA-86B5-73BF904F58E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633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31E962F-8C2F-4917-B43F-2677E817B71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4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4A59AC9-8A28-48FF-B8E6-059342F4510C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BECA68-4E40-440C-A79B-FEA705905BCE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CE2ECAA-0325-409A-A94B-E41E24076AA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6E63953-8A18-4C62-89A9-DD3E90E91586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A11B57-6842-40EE-978F-18EDE293526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517B352-BDE6-4C45-B1E5-C5DBFDA0600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3" name="Navigation Buttons">
              <a:extLst>
                <a:ext uri="{FF2B5EF4-FFF2-40B4-BE49-F238E27FC236}">
                  <a16:creationId xmlns:a16="http://schemas.microsoft.com/office/drawing/2014/main" id="{F7D2BE3C-58BB-4757-89E9-5CC4DB91A1FD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5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4634BBE-A6C6-4CEE-BF63-105CBBA2E05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6939C46-3847-43AA-841E-3BE0839C312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1DC6775-64C2-4601-85A5-87DF39D558C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0" y="5278065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27382" y="5341907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권한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27382" y="5568506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권한 조회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ABCD114-C443-45FD-8D7C-8AA34E4011D3}"/>
              </a:ext>
            </a:extLst>
          </p:cNvPr>
          <p:cNvGrpSpPr/>
          <p:nvPr userDrawn="1"/>
        </p:nvGrpSpPr>
        <p:grpSpPr>
          <a:xfrm>
            <a:off x="-27383" y="5030013"/>
            <a:ext cx="1367481" cy="244356"/>
            <a:chOff x="2252073" y="954285"/>
            <a:chExt cx="1367481" cy="244356"/>
          </a:xfrm>
        </p:grpSpPr>
        <p:sp>
          <p:nvSpPr>
            <p:cNvPr id="91" name="L 도형 90">
              <a:extLst>
                <a:ext uri="{FF2B5EF4-FFF2-40B4-BE49-F238E27FC236}">
                  <a16:creationId xmlns:a16="http://schemas.microsoft.com/office/drawing/2014/main" id="{8F9F0BA0-A7AD-48EA-BFFE-5077CA8A8492}"/>
                </a:ext>
              </a:extLst>
            </p:cNvPr>
            <p:cNvSpPr/>
            <p:nvPr userDrawn="1"/>
          </p:nvSpPr>
          <p:spPr>
            <a:xfrm rot="8262952">
              <a:off x="3467400" y="107397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12A29F7-A763-4F57-8BCD-0B60FBE19A8E}"/>
                </a:ext>
              </a:extLst>
            </p:cNvPr>
            <p:cNvSpPr/>
            <p:nvPr userDrawn="1"/>
          </p:nvSpPr>
          <p:spPr>
            <a:xfrm>
              <a:off x="2252073" y="954285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화면 그룹 권한 관리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27383" y="588601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18979404">
              <a:off x="1340344" y="52735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338880-12C7-420F-ACE4-562FE823D4E5}"/>
              </a:ext>
            </a:extLst>
          </p:cNvPr>
          <p:cNvGrpSpPr/>
          <p:nvPr userDrawn="1"/>
        </p:nvGrpSpPr>
        <p:grpSpPr>
          <a:xfrm>
            <a:off x="-27383" y="6170966"/>
            <a:ext cx="1367481" cy="201947"/>
            <a:chOff x="277417" y="5334813"/>
            <a:chExt cx="1367481" cy="244356"/>
          </a:xfrm>
        </p:grpSpPr>
        <p:sp>
          <p:nvSpPr>
            <p:cNvPr id="110" name="L 도형 109">
              <a:extLst>
                <a:ext uri="{FF2B5EF4-FFF2-40B4-BE49-F238E27FC236}">
                  <a16:creationId xmlns:a16="http://schemas.microsoft.com/office/drawing/2014/main" id="{A9ADF9CF-167B-4107-B214-BC8D986B6F15}"/>
                </a:ext>
              </a:extLst>
            </p:cNvPr>
            <p:cNvSpPr/>
            <p:nvPr userDrawn="1"/>
          </p:nvSpPr>
          <p:spPr>
            <a:xfrm rot="18979404">
              <a:off x="1492744" y="54259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735B814B-B578-4EEE-9635-7C7A0AD66963}"/>
                </a:ext>
              </a:extLst>
            </p:cNvPr>
            <p:cNvSpPr/>
            <p:nvPr userDrawn="1"/>
          </p:nvSpPr>
          <p:spPr>
            <a:xfrm>
              <a:off x="277417" y="53348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사용자 메뉴 관리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74B657B-36CB-4DF0-B91C-7FFE14921047}"/>
              </a:ext>
            </a:extLst>
          </p:cNvPr>
          <p:cNvGrpSpPr/>
          <p:nvPr userDrawn="1"/>
        </p:nvGrpSpPr>
        <p:grpSpPr>
          <a:xfrm>
            <a:off x="-27383" y="6413510"/>
            <a:ext cx="1367481" cy="201947"/>
            <a:chOff x="429817" y="5487213"/>
            <a:chExt cx="1367481" cy="244356"/>
          </a:xfrm>
        </p:grpSpPr>
        <p:sp>
          <p:nvSpPr>
            <p:cNvPr id="112" name="L 도형 111">
              <a:extLst>
                <a:ext uri="{FF2B5EF4-FFF2-40B4-BE49-F238E27FC236}">
                  <a16:creationId xmlns:a16="http://schemas.microsoft.com/office/drawing/2014/main" id="{26B83E33-24EC-4E57-BFF2-D982416B3967}"/>
                </a:ext>
              </a:extLst>
            </p:cNvPr>
            <p:cNvSpPr/>
            <p:nvPr userDrawn="1"/>
          </p:nvSpPr>
          <p:spPr>
            <a:xfrm rot="18979404">
              <a:off x="1645144" y="55783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5C23B237-FD2E-4128-BF12-C50CBFA4940A}"/>
                </a:ext>
              </a:extLst>
            </p:cNvPr>
            <p:cNvSpPr/>
            <p:nvPr userDrawn="1"/>
          </p:nvSpPr>
          <p:spPr>
            <a:xfrm>
              <a:off x="429817" y="54872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관리자 메뉴 관리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F85E486-2D38-4C4E-91D4-32142B444CCD}"/>
              </a:ext>
            </a:extLst>
          </p:cNvPr>
          <p:cNvGrpSpPr/>
          <p:nvPr userDrawn="1"/>
        </p:nvGrpSpPr>
        <p:grpSpPr>
          <a:xfrm>
            <a:off x="-27383" y="6656053"/>
            <a:ext cx="1367481" cy="201947"/>
            <a:chOff x="-49849" y="6281390"/>
            <a:chExt cx="1367481" cy="244356"/>
          </a:xfrm>
        </p:grpSpPr>
        <p:sp>
          <p:nvSpPr>
            <p:cNvPr id="114" name="L 도형 113">
              <a:extLst>
                <a:ext uri="{FF2B5EF4-FFF2-40B4-BE49-F238E27FC236}">
                  <a16:creationId xmlns:a16="http://schemas.microsoft.com/office/drawing/2014/main" id="{169F36B7-3D1E-4DBA-A37B-F6C0745446DA}"/>
                </a:ext>
              </a:extLst>
            </p:cNvPr>
            <p:cNvSpPr/>
            <p:nvPr userDrawn="1"/>
          </p:nvSpPr>
          <p:spPr>
            <a:xfrm rot="18979404">
              <a:off x="1165478" y="637250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7E66683-3156-45A2-90D8-7E6E61C06C1E}"/>
                </a:ext>
              </a:extLst>
            </p:cNvPr>
            <p:cNvSpPr/>
            <p:nvPr userDrawn="1"/>
          </p:nvSpPr>
          <p:spPr>
            <a:xfrm>
              <a:off x="-49849" y="6281390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공통코드 관리</a:t>
              </a: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F3E032A-332C-4773-9DBF-C4948924145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B558192-70F3-47B8-8D21-F36FFCA3DF78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3D1BF5F-8F62-4E77-955D-E7ACA475BA20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42117DC-766D-4DE9-8780-7D1E37FD66BA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3D0FEF1A-29D4-494A-A2C9-B5FD8169DD7F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23DF07FE-E6DC-4859-9B60-83651C07C598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624E2103-FE69-4C0F-9E4A-1847F92F0445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9" name="타원 78">
            <a:extLst>
              <a:ext uri="{FF2B5EF4-FFF2-40B4-BE49-F238E27FC236}">
                <a16:creationId xmlns:a16="http://schemas.microsoft.com/office/drawing/2014/main" id="{9C3116F0-917E-4C2B-8A72-C921F26921CE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7B827438-C9C0-4918-84C6-2E960664B1FB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F9F1B9E0-7B82-410C-A4BC-9714157641EB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3" name="그래픽 82" descr="카메라">
              <a:extLst>
                <a:ext uri="{FF2B5EF4-FFF2-40B4-BE49-F238E27FC236}">
                  <a16:creationId xmlns:a16="http://schemas.microsoft.com/office/drawing/2014/main" id="{1DCB1359-D3B5-4CC2-8684-A2132ABAA5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22CBCB0F-3D82-4E84-ACA1-D0F16581F83D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4ACC8011-2D16-4BD6-99D6-3EB6BAA366B4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L 도형 95">
            <a:extLst>
              <a:ext uri="{FF2B5EF4-FFF2-40B4-BE49-F238E27FC236}">
                <a16:creationId xmlns:a16="http://schemas.microsoft.com/office/drawing/2014/main" id="{433B23A1-9709-46CF-AFB4-4F535B83EDFB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D320075E-FCEF-4F5C-B79A-44AC2F6BAE9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58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31E962F-8C2F-4917-B43F-2677E817B71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4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4A59AC9-8A28-48FF-B8E6-059342F4510C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BECA68-4E40-440C-A79B-FEA705905BCE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CE2ECAA-0325-409A-A94B-E41E24076AA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6E63953-8A18-4C62-89A9-DD3E90E91586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A11B57-6842-40EE-978F-18EDE293526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517B352-BDE6-4C45-B1E5-C5DBFDA0600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3" name="Navigation Buttons">
              <a:extLst>
                <a:ext uri="{FF2B5EF4-FFF2-40B4-BE49-F238E27FC236}">
                  <a16:creationId xmlns:a16="http://schemas.microsoft.com/office/drawing/2014/main" id="{F7D2BE3C-58BB-4757-89E9-5CC4DB91A1FD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5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4634BBE-A6C6-4CEE-BF63-105CBBA2E05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6939C46-3847-43AA-841E-3BE0839C312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1DC6775-64C2-4601-85A5-87DF39D558C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0" y="5278065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27382" y="5341907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권한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27382" y="5568506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권한 조회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ABCD114-C443-45FD-8D7C-8AA34E4011D3}"/>
              </a:ext>
            </a:extLst>
          </p:cNvPr>
          <p:cNvGrpSpPr/>
          <p:nvPr userDrawn="1"/>
        </p:nvGrpSpPr>
        <p:grpSpPr>
          <a:xfrm>
            <a:off x="-27383" y="5030013"/>
            <a:ext cx="1367481" cy="244356"/>
            <a:chOff x="2252073" y="954285"/>
            <a:chExt cx="1367481" cy="244356"/>
          </a:xfrm>
        </p:grpSpPr>
        <p:sp>
          <p:nvSpPr>
            <p:cNvPr id="91" name="L 도형 90">
              <a:extLst>
                <a:ext uri="{FF2B5EF4-FFF2-40B4-BE49-F238E27FC236}">
                  <a16:creationId xmlns:a16="http://schemas.microsoft.com/office/drawing/2014/main" id="{8F9F0BA0-A7AD-48EA-BFFE-5077CA8A8492}"/>
                </a:ext>
              </a:extLst>
            </p:cNvPr>
            <p:cNvSpPr/>
            <p:nvPr userDrawn="1"/>
          </p:nvSpPr>
          <p:spPr>
            <a:xfrm rot="8262952">
              <a:off x="3467400" y="107397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12A29F7-A763-4F57-8BCD-0B60FBE19A8E}"/>
                </a:ext>
              </a:extLst>
            </p:cNvPr>
            <p:cNvSpPr/>
            <p:nvPr userDrawn="1"/>
          </p:nvSpPr>
          <p:spPr>
            <a:xfrm>
              <a:off x="2252073" y="954285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화면 그룹 권한 관리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27383" y="588601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18979404">
              <a:off x="1340344" y="52735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338880-12C7-420F-ACE4-562FE823D4E5}"/>
              </a:ext>
            </a:extLst>
          </p:cNvPr>
          <p:cNvGrpSpPr/>
          <p:nvPr userDrawn="1"/>
        </p:nvGrpSpPr>
        <p:grpSpPr>
          <a:xfrm>
            <a:off x="-27383" y="6170966"/>
            <a:ext cx="1367481" cy="201947"/>
            <a:chOff x="277417" y="5334813"/>
            <a:chExt cx="1367481" cy="244356"/>
          </a:xfrm>
        </p:grpSpPr>
        <p:sp>
          <p:nvSpPr>
            <p:cNvPr id="110" name="L 도형 109">
              <a:extLst>
                <a:ext uri="{FF2B5EF4-FFF2-40B4-BE49-F238E27FC236}">
                  <a16:creationId xmlns:a16="http://schemas.microsoft.com/office/drawing/2014/main" id="{A9ADF9CF-167B-4107-B214-BC8D986B6F15}"/>
                </a:ext>
              </a:extLst>
            </p:cNvPr>
            <p:cNvSpPr/>
            <p:nvPr userDrawn="1"/>
          </p:nvSpPr>
          <p:spPr>
            <a:xfrm rot="18979404">
              <a:off x="1492744" y="54259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735B814B-B578-4EEE-9635-7C7A0AD66963}"/>
                </a:ext>
              </a:extLst>
            </p:cNvPr>
            <p:cNvSpPr/>
            <p:nvPr userDrawn="1"/>
          </p:nvSpPr>
          <p:spPr>
            <a:xfrm>
              <a:off x="277417" y="53348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사용자 메뉴 관리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74B657B-36CB-4DF0-B91C-7FFE14921047}"/>
              </a:ext>
            </a:extLst>
          </p:cNvPr>
          <p:cNvGrpSpPr/>
          <p:nvPr userDrawn="1"/>
        </p:nvGrpSpPr>
        <p:grpSpPr>
          <a:xfrm>
            <a:off x="-27383" y="6413510"/>
            <a:ext cx="1367481" cy="201947"/>
            <a:chOff x="429817" y="5487213"/>
            <a:chExt cx="1367481" cy="244356"/>
          </a:xfrm>
        </p:grpSpPr>
        <p:sp>
          <p:nvSpPr>
            <p:cNvPr id="112" name="L 도형 111">
              <a:extLst>
                <a:ext uri="{FF2B5EF4-FFF2-40B4-BE49-F238E27FC236}">
                  <a16:creationId xmlns:a16="http://schemas.microsoft.com/office/drawing/2014/main" id="{26B83E33-24EC-4E57-BFF2-D982416B3967}"/>
                </a:ext>
              </a:extLst>
            </p:cNvPr>
            <p:cNvSpPr/>
            <p:nvPr userDrawn="1"/>
          </p:nvSpPr>
          <p:spPr>
            <a:xfrm rot="18979404">
              <a:off x="1645144" y="55783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5C23B237-FD2E-4128-BF12-C50CBFA4940A}"/>
                </a:ext>
              </a:extLst>
            </p:cNvPr>
            <p:cNvSpPr/>
            <p:nvPr userDrawn="1"/>
          </p:nvSpPr>
          <p:spPr>
            <a:xfrm>
              <a:off x="429817" y="54872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관리자 메뉴 관리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F85E486-2D38-4C4E-91D4-32142B444CCD}"/>
              </a:ext>
            </a:extLst>
          </p:cNvPr>
          <p:cNvGrpSpPr/>
          <p:nvPr userDrawn="1"/>
        </p:nvGrpSpPr>
        <p:grpSpPr>
          <a:xfrm>
            <a:off x="-27383" y="6656053"/>
            <a:ext cx="1367481" cy="201947"/>
            <a:chOff x="-49849" y="6281390"/>
            <a:chExt cx="1367481" cy="244356"/>
          </a:xfrm>
        </p:grpSpPr>
        <p:sp>
          <p:nvSpPr>
            <p:cNvPr id="114" name="L 도형 113">
              <a:extLst>
                <a:ext uri="{FF2B5EF4-FFF2-40B4-BE49-F238E27FC236}">
                  <a16:creationId xmlns:a16="http://schemas.microsoft.com/office/drawing/2014/main" id="{169F36B7-3D1E-4DBA-A37B-F6C0745446DA}"/>
                </a:ext>
              </a:extLst>
            </p:cNvPr>
            <p:cNvSpPr/>
            <p:nvPr userDrawn="1"/>
          </p:nvSpPr>
          <p:spPr>
            <a:xfrm rot="18979404">
              <a:off x="1165478" y="637250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7E66683-3156-45A2-90D8-7E6E61C06C1E}"/>
                </a:ext>
              </a:extLst>
            </p:cNvPr>
            <p:cNvSpPr/>
            <p:nvPr userDrawn="1"/>
          </p:nvSpPr>
          <p:spPr>
            <a:xfrm>
              <a:off x="-49849" y="6281390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공통코드 관리</a:t>
              </a: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F6553369-F5CA-443C-BB00-05A5D6A1346D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661114-3285-435E-9473-63B9512F43B3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0E32E1-3E3D-4F1E-A631-B8D16B60ED6E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8269A4AE-16D2-4B4F-B710-0CDABD80B09A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A807CE32-8782-4D6F-B547-C3E4FF99FC8D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3BFE0898-8392-4DD7-81C6-9AA20E6E1C17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A4E868A5-75AB-4BC9-BE3A-1E6CE7DA2C6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9" name="타원 78">
            <a:extLst>
              <a:ext uri="{FF2B5EF4-FFF2-40B4-BE49-F238E27FC236}">
                <a16:creationId xmlns:a16="http://schemas.microsoft.com/office/drawing/2014/main" id="{4F1A3592-9BD6-43D9-ACF9-20C341B3320E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792FD01-8A5A-410B-B992-642E80EC21F5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AED0BFE6-66B6-4819-A7F4-C71B9C8665CA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3" name="그래픽 82" descr="카메라">
              <a:extLst>
                <a:ext uri="{FF2B5EF4-FFF2-40B4-BE49-F238E27FC236}">
                  <a16:creationId xmlns:a16="http://schemas.microsoft.com/office/drawing/2014/main" id="{202643F9-CA3D-4B52-8B8B-EAC64F9DCE7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367BB453-71A4-4642-90AF-A1022FA27CBA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C7D1AEA9-CD47-477A-83D0-B2F3E476044D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L 도형 95">
            <a:extLst>
              <a:ext uri="{FF2B5EF4-FFF2-40B4-BE49-F238E27FC236}">
                <a16:creationId xmlns:a16="http://schemas.microsoft.com/office/drawing/2014/main" id="{95E876FB-7D8B-435E-B2B3-701709CFBD55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13F5EA98-4EFE-4BBE-96FD-2769FEBCE6A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0279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31E962F-8C2F-4917-B43F-2677E817B71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4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4A59AC9-8A28-48FF-B8E6-059342F4510C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BECA68-4E40-440C-A79B-FEA705905BCE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CE2ECAA-0325-409A-A94B-E41E24076AA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6E63953-8A18-4C62-89A9-DD3E90E91586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A11B57-6842-40EE-978F-18EDE293526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517B352-BDE6-4C45-B1E5-C5DBFDA0600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3" name="Navigation Buttons">
              <a:extLst>
                <a:ext uri="{FF2B5EF4-FFF2-40B4-BE49-F238E27FC236}">
                  <a16:creationId xmlns:a16="http://schemas.microsoft.com/office/drawing/2014/main" id="{F7D2BE3C-58BB-4757-89E9-5CC4DB91A1FD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5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4634BBE-A6C6-4CEE-BF63-105CBBA2E05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6939C46-3847-43AA-841E-3BE0839C312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1DC6775-64C2-4601-85A5-87DF39D558C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9058" y="5518207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18324" y="5582049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게시판 그룹 권한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18324" y="5808648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게시판 그룹 권한 조회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ABCD114-C443-45FD-8D7C-8AA34E4011D3}"/>
              </a:ext>
            </a:extLst>
          </p:cNvPr>
          <p:cNvGrpSpPr/>
          <p:nvPr userDrawn="1"/>
        </p:nvGrpSpPr>
        <p:grpSpPr>
          <a:xfrm>
            <a:off x="-27383" y="5030013"/>
            <a:ext cx="1367481" cy="244356"/>
            <a:chOff x="2252073" y="954285"/>
            <a:chExt cx="1367481" cy="244356"/>
          </a:xfrm>
        </p:grpSpPr>
        <p:sp>
          <p:nvSpPr>
            <p:cNvPr id="91" name="L 도형 90">
              <a:extLst>
                <a:ext uri="{FF2B5EF4-FFF2-40B4-BE49-F238E27FC236}">
                  <a16:creationId xmlns:a16="http://schemas.microsoft.com/office/drawing/2014/main" id="{8F9F0BA0-A7AD-48EA-BFFE-5077CA8A8492}"/>
                </a:ext>
              </a:extLst>
            </p:cNvPr>
            <p:cNvSpPr/>
            <p:nvPr userDrawn="1"/>
          </p:nvSpPr>
          <p:spPr>
            <a:xfrm rot="18866294">
              <a:off x="3467400" y="103587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12A29F7-A763-4F57-8BCD-0B60FBE19A8E}"/>
                </a:ext>
              </a:extLst>
            </p:cNvPr>
            <p:cNvSpPr/>
            <p:nvPr userDrawn="1"/>
          </p:nvSpPr>
          <p:spPr>
            <a:xfrm>
              <a:off x="2252073" y="954285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화면 그룹 권한 관리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30558" y="527006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8220539">
              <a:off x="1343519" y="5302106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338880-12C7-420F-ACE4-562FE823D4E5}"/>
              </a:ext>
            </a:extLst>
          </p:cNvPr>
          <p:cNvGrpSpPr/>
          <p:nvPr userDrawn="1"/>
        </p:nvGrpSpPr>
        <p:grpSpPr>
          <a:xfrm>
            <a:off x="-27383" y="6170966"/>
            <a:ext cx="1367481" cy="201947"/>
            <a:chOff x="277417" y="5334813"/>
            <a:chExt cx="1367481" cy="244356"/>
          </a:xfrm>
        </p:grpSpPr>
        <p:sp>
          <p:nvSpPr>
            <p:cNvPr id="110" name="L 도형 109">
              <a:extLst>
                <a:ext uri="{FF2B5EF4-FFF2-40B4-BE49-F238E27FC236}">
                  <a16:creationId xmlns:a16="http://schemas.microsoft.com/office/drawing/2014/main" id="{A9ADF9CF-167B-4107-B214-BC8D986B6F15}"/>
                </a:ext>
              </a:extLst>
            </p:cNvPr>
            <p:cNvSpPr/>
            <p:nvPr userDrawn="1"/>
          </p:nvSpPr>
          <p:spPr>
            <a:xfrm rot="18979404">
              <a:off x="1492744" y="54259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735B814B-B578-4EEE-9635-7C7A0AD66963}"/>
                </a:ext>
              </a:extLst>
            </p:cNvPr>
            <p:cNvSpPr/>
            <p:nvPr userDrawn="1"/>
          </p:nvSpPr>
          <p:spPr>
            <a:xfrm>
              <a:off x="277417" y="53348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사용자 메뉴 관리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74B657B-36CB-4DF0-B91C-7FFE14921047}"/>
              </a:ext>
            </a:extLst>
          </p:cNvPr>
          <p:cNvGrpSpPr/>
          <p:nvPr userDrawn="1"/>
        </p:nvGrpSpPr>
        <p:grpSpPr>
          <a:xfrm>
            <a:off x="-27383" y="6413510"/>
            <a:ext cx="1367481" cy="201947"/>
            <a:chOff x="429817" y="5487213"/>
            <a:chExt cx="1367481" cy="244356"/>
          </a:xfrm>
        </p:grpSpPr>
        <p:sp>
          <p:nvSpPr>
            <p:cNvPr id="112" name="L 도형 111">
              <a:extLst>
                <a:ext uri="{FF2B5EF4-FFF2-40B4-BE49-F238E27FC236}">
                  <a16:creationId xmlns:a16="http://schemas.microsoft.com/office/drawing/2014/main" id="{26B83E33-24EC-4E57-BFF2-D982416B3967}"/>
                </a:ext>
              </a:extLst>
            </p:cNvPr>
            <p:cNvSpPr/>
            <p:nvPr userDrawn="1"/>
          </p:nvSpPr>
          <p:spPr>
            <a:xfrm rot="18979404">
              <a:off x="1645144" y="55783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5C23B237-FD2E-4128-BF12-C50CBFA4940A}"/>
                </a:ext>
              </a:extLst>
            </p:cNvPr>
            <p:cNvSpPr/>
            <p:nvPr userDrawn="1"/>
          </p:nvSpPr>
          <p:spPr>
            <a:xfrm>
              <a:off x="429817" y="54872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관리자 메뉴 관리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F85E486-2D38-4C4E-91D4-32142B444CCD}"/>
              </a:ext>
            </a:extLst>
          </p:cNvPr>
          <p:cNvGrpSpPr/>
          <p:nvPr userDrawn="1"/>
        </p:nvGrpSpPr>
        <p:grpSpPr>
          <a:xfrm>
            <a:off x="-27383" y="6656053"/>
            <a:ext cx="1367481" cy="201947"/>
            <a:chOff x="-49849" y="6281390"/>
            <a:chExt cx="1367481" cy="244356"/>
          </a:xfrm>
        </p:grpSpPr>
        <p:sp>
          <p:nvSpPr>
            <p:cNvPr id="114" name="L 도형 113">
              <a:extLst>
                <a:ext uri="{FF2B5EF4-FFF2-40B4-BE49-F238E27FC236}">
                  <a16:creationId xmlns:a16="http://schemas.microsoft.com/office/drawing/2014/main" id="{169F36B7-3D1E-4DBA-A37B-F6C0745446DA}"/>
                </a:ext>
              </a:extLst>
            </p:cNvPr>
            <p:cNvSpPr/>
            <p:nvPr userDrawn="1"/>
          </p:nvSpPr>
          <p:spPr>
            <a:xfrm rot="18979404">
              <a:off x="1165478" y="637250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7E66683-3156-45A2-90D8-7E6E61C06C1E}"/>
                </a:ext>
              </a:extLst>
            </p:cNvPr>
            <p:cNvSpPr/>
            <p:nvPr userDrawn="1"/>
          </p:nvSpPr>
          <p:spPr>
            <a:xfrm>
              <a:off x="-49849" y="6281390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공통코드 관리</a:t>
              </a:r>
            </a:p>
          </p:txBody>
        </p: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7306B84D-743A-4AE6-B9C2-C625885B1E15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98E4039-6064-4113-A811-081FC8C612A8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07E2AB8-BDED-44AC-BED1-D819E876F348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E3B8F02C-C685-48F4-AB0E-B5BF0D34AAED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0406443-703A-4512-AF06-83E9FA692C2B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C1CD0F62-94BF-4FE4-8340-60669D747770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96" name="그림 95">
            <a:extLst>
              <a:ext uri="{FF2B5EF4-FFF2-40B4-BE49-F238E27FC236}">
                <a16:creationId xmlns:a16="http://schemas.microsoft.com/office/drawing/2014/main" id="{9CE5DEE5-4B72-4979-BAF7-C6956782479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100" name="타원 99">
            <a:extLst>
              <a:ext uri="{FF2B5EF4-FFF2-40B4-BE49-F238E27FC236}">
                <a16:creationId xmlns:a16="http://schemas.microsoft.com/office/drawing/2014/main" id="{34ED47EA-C111-47C3-813D-9DB6C36337A2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38C53594-B3CE-4A1B-8EAA-25B8DE2A899B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B1B9596E-DDC9-420F-8879-320B48E939FC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3" name="그래픽 102" descr="카메라">
              <a:extLst>
                <a:ext uri="{FF2B5EF4-FFF2-40B4-BE49-F238E27FC236}">
                  <a16:creationId xmlns:a16="http://schemas.microsoft.com/office/drawing/2014/main" id="{89DC035E-90A0-49A8-9EFF-4D15B0C5D07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104" name="TextBox 103">
            <a:extLst>
              <a:ext uri="{FF2B5EF4-FFF2-40B4-BE49-F238E27FC236}">
                <a16:creationId xmlns:a16="http://schemas.microsoft.com/office/drawing/2014/main" id="{7B35190C-6BB4-48AD-B56E-7EF7A654B888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CB27C6F1-D290-467D-9729-7677733EEA29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5" name="L 도형 94">
            <a:extLst>
              <a:ext uri="{FF2B5EF4-FFF2-40B4-BE49-F238E27FC236}">
                <a16:creationId xmlns:a16="http://schemas.microsoft.com/office/drawing/2014/main" id="{9D115B47-4378-4D43-8882-8EBC7A3BBECB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D2E4A8DB-23AB-4B7A-B700-8B0F1A6DCEF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758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31E962F-8C2F-4917-B43F-2677E817B71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4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04A59AC9-8A28-48FF-B8E6-059342F4510C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BECA68-4E40-440C-A79B-FEA705905BCE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2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CE2ECAA-0325-409A-A94B-E41E24076AA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6E63953-8A18-4C62-89A9-DD3E90E91586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1A11B57-6842-40EE-978F-18EDE293526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517B352-BDE6-4C45-B1E5-C5DBFDA0600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53" name="Navigation Buttons">
              <a:extLst>
                <a:ext uri="{FF2B5EF4-FFF2-40B4-BE49-F238E27FC236}">
                  <a16:creationId xmlns:a16="http://schemas.microsoft.com/office/drawing/2014/main" id="{F7D2BE3C-58BB-4757-89E9-5CC4DB91A1FD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5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4634BBE-A6C6-4CEE-BF63-105CBBA2E05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55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6939C46-3847-43AA-841E-3BE0839C312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1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1DC6775-64C2-4601-85A5-87DF39D558C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9058" y="5518207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18324" y="5582049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게시판 그룹 권한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18324" y="5808648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게시판 그룹 권한 조회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ABCD114-C443-45FD-8D7C-8AA34E4011D3}"/>
              </a:ext>
            </a:extLst>
          </p:cNvPr>
          <p:cNvGrpSpPr/>
          <p:nvPr userDrawn="1"/>
        </p:nvGrpSpPr>
        <p:grpSpPr>
          <a:xfrm>
            <a:off x="-27383" y="5030013"/>
            <a:ext cx="1367481" cy="244356"/>
            <a:chOff x="2252073" y="954285"/>
            <a:chExt cx="1367481" cy="244356"/>
          </a:xfrm>
        </p:grpSpPr>
        <p:sp>
          <p:nvSpPr>
            <p:cNvPr id="91" name="L 도형 90">
              <a:extLst>
                <a:ext uri="{FF2B5EF4-FFF2-40B4-BE49-F238E27FC236}">
                  <a16:creationId xmlns:a16="http://schemas.microsoft.com/office/drawing/2014/main" id="{8F9F0BA0-A7AD-48EA-BFFE-5077CA8A8492}"/>
                </a:ext>
              </a:extLst>
            </p:cNvPr>
            <p:cNvSpPr/>
            <p:nvPr userDrawn="1"/>
          </p:nvSpPr>
          <p:spPr>
            <a:xfrm rot="18866294">
              <a:off x="3467400" y="103587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212A29F7-A763-4F57-8BCD-0B60FBE19A8E}"/>
                </a:ext>
              </a:extLst>
            </p:cNvPr>
            <p:cNvSpPr/>
            <p:nvPr userDrawn="1"/>
          </p:nvSpPr>
          <p:spPr>
            <a:xfrm>
              <a:off x="2252073" y="954285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화면 그룹 권한 관리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30558" y="527006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8220539">
              <a:off x="1343519" y="5302106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DB338880-12C7-420F-ACE4-562FE823D4E5}"/>
              </a:ext>
            </a:extLst>
          </p:cNvPr>
          <p:cNvGrpSpPr/>
          <p:nvPr userDrawn="1"/>
        </p:nvGrpSpPr>
        <p:grpSpPr>
          <a:xfrm>
            <a:off x="-27383" y="6170966"/>
            <a:ext cx="1367481" cy="201947"/>
            <a:chOff x="277417" y="5334813"/>
            <a:chExt cx="1367481" cy="244356"/>
          </a:xfrm>
        </p:grpSpPr>
        <p:sp>
          <p:nvSpPr>
            <p:cNvPr id="110" name="L 도형 109">
              <a:extLst>
                <a:ext uri="{FF2B5EF4-FFF2-40B4-BE49-F238E27FC236}">
                  <a16:creationId xmlns:a16="http://schemas.microsoft.com/office/drawing/2014/main" id="{A9ADF9CF-167B-4107-B214-BC8D986B6F15}"/>
                </a:ext>
              </a:extLst>
            </p:cNvPr>
            <p:cNvSpPr/>
            <p:nvPr userDrawn="1"/>
          </p:nvSpPr>
          <p:spPr>
            <a:xfrm rot="18979404">
              <a:off x="1492744" y="54259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735B814B-B578-4EEE-9635-7C7A0AD66963}"/>
                </a:ext>
              </a:extLst>
            </p:cNvPr>
            <p:cNvSpPr/>
            <p:nvPr userDrawn="1"/>
          </p:nvSpPr>
          <p:spPr>
            <a:xfrm>
              <a:off x="277417" y="53348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사용자 메뉴 관리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374B657B-36CB-4DF0-B91C-7FFE14921047}"/>
              </a:ext>
            </a:extLst>
          </p:cNvPr>
          <p:cNvGrpSpPr/>
          <p:nvPr userDrawn="1"/>
        </p:nvGrpSpPr>
        <p:grpSpPr>
          <a:xfrm>
            <a:off x="-27383" y="6413510"/>
            <a:ext cx="1367481" cy="201947"/>
            <a:chOff x="429817" y="5487213"/>
            <a:chExt cx="1367481" cy="244356"/>
          </a:xfrm>
        </p:grpSpPr>
        <p:sp>
          <p:nvSpPr>
            <p:cNvPr id="112" name="L 도형 111">
              <a:extLst>
                <a:ext uri="{FF2B5EF4-FFF2-40B4-BE49-F238E27FC236}">
                  <a16:creationId xmlns:a16="http://schemas.microsoft.com/office/drawing/2014/main" id="{26B83E33-24EC-4E57-BFF2-D982416B3967}"/>
                </a:ext>
              </a:extLst>
            </p:cNvPr>
            <p:cNvSpPr/>
            <p:nvPr userDrawn="1"/>
          </p:nvSpPr>
          <p:spPr>
            <a:xfrm rot="18979404">
              <a:off x="1645144" y="55783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직사각형 112">
              <a:extLst>
                <a:ext uri="{FF2B5EF4-FFF2-40B4-BE49-F238E27FC236}">
                  <a16:creationId xmlns:a16="http://schemas.microsoft.com/office/drawing/2014/main" id="{5C23B237-FD2E-4128-BF12-C50CBFA4940A}"/>
                </a:ext>
              </a:extLst>
            </p:cNvPr>
            <p:cNvSpPr/>
            <p:nvPr userDrawn="1"/>
          </p:nvSpPr>
          <p:spPr>
            <a:xfrm>
              <a:off x="429817" y="54872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관리자 메뉴 관리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5F85E486-2D38-4C4E-91D4-32142B444CCD}"/>
              </a:ext>
            </a:extLst>
          </p:cNvPr>
          <p:cNvGrpSpPr/>
          <p:nvPr userDrawn="1"/>
        </p:nvGrpSpPr>
        <p:grpSpPr>
          <a:xfrm>
            <a:off x="-27383" y="6656053"/>
            <a:ext cx="1367481" cy="201947"/>
            <a:chOff x="-49849" y="6281390"/>
            <a:chExt cx="1367481" cy="244356"/>
          </a:xfrm>
        </p:grpSpPr>
        <p:sp>
          <p:nvSpPr>
            <p:cNvPr id="114" name="L 도형 113">
              <a:extLst>
                <a:ext uri="{FF2B5EF4-FFF2-40B4-BE49-F238E27FC236}">
                  <a16:creationId xmlns:a16="http://schemas.microsoft.com/office/drawing/2014/main" id="{169F36B7-3D1E-4DBA-A37B-F6C0745446DA}"/>
                </a:ext>
              </a:extLst>
            </p:cNvPr>
            <p:cNvSpPr/>
            <p:nvPr userDrawn="1"/>
          </p:nvSpPr>
          <p:spPr>
            <a:xfrm rot="18979404">
              <a:off x="1165478" y="6372508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C7E66683-3156-45A2-90D8-7E6E61C06C1E}"/>
                </a:ext>
              </a:extLst>
            </p:cNvPr>
            <p:cNvSpPr/>
            <p:nvPr userDrawn="1"/>
          </p:nvSpPr>
          <p:spPr>
            <a:xfrm>
              <a:off x="-49849" y="6281390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공통코드 관리</a:t>
              </a:r>
            </a:p>
          </p:txBody>
        </p:sp>
      </p:grp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870A508-FA80-463C-92E6-A5F811EFCC92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10D2921-3AC8-4583-92AC-4122C2A27C2F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3FF0BCB-8440-44DC-B378-E27DB8ECAB26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01D06C3F-CBF3-49B5-B0C6-D83EEDFD41EA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86AA3561-5BAA-4C39-A1BA-511CC851A6F3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DF9606D0-E89A-4F0F-9AFC-B62C04B9AF27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72" name="그림 71">
            <a:extLst>
              <a:ext uri="{FF2B5EF4-FFF2-40B4-BE49-F238E27FC236}">
                <a16:creationId xmlns:a16="http://schemas.microsoft.com/office/drawing/2014/main" id="{2A72B591-DF7D-4B4F-A912-B088EF32A52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79" name="타원 78">
            <a:extLst>
              <a:ext uri="{FF2B5EF4-FFF2-40B4-BE49-F238E27FC236}">
                <a16:creationId xmlns:a16="http://schemas.microsoft.com/office/drawing/2014/main" id="{3CD0CD73-7A37-43A5-AECE-CDBAC0C8D2F1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D0181E09-B0B4-41A3-A7F4-C36F5F21AC2A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B3FBD233-3D06-46A5-B002-0A9E672677B8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3" name="그래픽 82" descr="카메라">
              <a:extLst>
                <a:ext uri="{FF2B5EF4-FFF2-40B4-BE49-F238E27FC236}">
                  <a16:creationId xmlns:a16="http://schemas.microsoft.com/office/drawing/2014/main" id="{80B60B6A-F6DA-4C7E-B7A6-A7106E3B25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BA0AB2B4-46FF-468E-8D57-6ED5B93F9044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BF73B1D4-8BD0-4C23-8BE2-BCA779F585F5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L 도형 95">
            <a:extLst>
              <a:ext uri="{FF2B5EF4-FFF2-40B4-BE49-F238E27FC236}">
                <a16:creationId xmlns:a16="http://schemas.microsoft.com/office/drawing/2014/main" id="{238E76F3-8136-44D2-84A3-E286E281879D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4" name="그림 93">
            <a:extLst>
              <a:ext uri="{FF2B5EF4-FFF2-40B4-BE49-F238E27FC236}">
                <a16:creationId xmlns:a16="http://schemas.microsoft.com/office/drawing/2014/main" id="{F15248FD-0274-433A-BE89-4304E1E09BE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40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B6E94973-FD9B-4BC0-8751-DE0C675B9AB3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70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2C6A4557-339E-4554-8911-5CD8C6288134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372DF759-32ED-41A6-87E4-8500600F3CC2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2774387F-7CA7-4363-8576-E21E55DDB16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26BF3D5-44AE-4545-98F6-899BD7246505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4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D3B263A-8B4D-4089-86AA-CE8DB34B6839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7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60AB036-FE71-4D40-AFB9-066246FACDA6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9" name="Navigation Buttons">
              <a:extLst>
                <a:ext uri="{FF2B5EF4-FFF2-40B4-BE49-F238E27FC236}">
                  <a16:creationId xmlns:a16="http://schemas.microsoft.com/office/drawing/2014/main" id="{05379E01-29A1-4FC9-B2EE-4101322DF8A7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81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E7F3605-320B-4E92-9EE9-225D5A7BE9D6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2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B4A7FF30-4CD0-4461-92B2-8C05413F9188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3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9C7EB737-905A-4A4F-95B2-A27D75594557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9335" y="5795507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18047" y="5859349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사용자 메뉴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18047" y="6085948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사용자 메뉴 조회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12A29F7-A763-4F57-8BCD-0B60FBE19A8E}"/>
              </a:ext>
            </a:extLst>
          </p:cNvPr>
          <p:cNvSpPr/>
          <p:nvPr userDrawn="1"/>
        </p:nvSpPr>
        <p:spPr>
          <a:xfrm>
            <a:off x="-27383" y="5030013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화면 그룹 권한 관리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27383" y="528911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18979404">
              <a:off x="1340344" y="52735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35B814B-B578-4EEE-9635-7C7A0AD66963}"/>
              </a:ext>
            </a:extLst>
          </p:cNvPr>
          <p:cNvSpPr/>
          <p:nvPr userDrawn="1"/>
        </p:nvSpPr>
        <p:spPr>
          <a:xfrm>
            <a:off x="-27383" y="5574066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사용자 메뉴 관리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23B237-FD2E-4128-BF12-C50CBFA4940A}"/>
              </a:ext>
            </a:extLst>
          </p:cNvPr>
          <p:cNvSpPr/>
          <p:nvPr userDrawn="1"/>
        </p:nvSpPr>
        <p:spPr>
          <a:xfrm>
            <a:off x="-27383" y="6413510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관리자 메뉴 관리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7E66683-3156-45A2-90D8-7E6E61C06C1E}"/>
              </a:ext>
            </a:extLst>
          </p:cNvPr>
          <p:cNvSpPr/>
          <p:nvPr userDrawn="1"/>
        </p:nvSpPr>
        <p:spPr>
          <a:xfrm>
            <a:off x="-27383" y="6656053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공통코드 관리</a:t>
            </a:r>
          </a:p>
        </p:txBody>
      </p:sp>
      <p:sp>
        <p:nvSpPr>
          <p:cNvPr id="65" name="L 도형 64">
            <a:extLst>
              <a:ext uri="{FF2B5EF4-FFF2-40B4-BE49-F238E27FC236}">
                <a16:creationId xmlns:a16="http://schemas.microsoft.com/office/drawing/2014/main" id="{C804945A-E2F4-40B2-92E3-922EFE844A51}"/>
              </a:ext>
            </a:extLst>
          </p:cNvPr>
          <p:cNvSpPr/>
          <p:nvPr userDrawn="1"/>
        </p:nvSpPr>
        <p:spPr>
          <a:xfrm rot="18866294">
            <a:off x="1187944" y="511160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L 도형 65">
            <a:extLst>
              <a:ext uri="{FF2B5EF4-FFF2-40B4-BE49-F238E27FC236}">
                <a16:creationId xmlns:a16="http://schemas.microsoft.com/office/drawing/2014/main" id="{B4F9441B-4357-48CC-9DDA-3EB982A6E550}"/>
              </a:ext>
            </a:extLst>
          </p:cNvPr>
          <p:cNvSpPr/>
          <p:nvPr userDrawn="1"/>
        </p:nvSpPr>
        <p:spPr>
          <a:xfrm rot="8250056">
            <a:off x="1187943" y="5672022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L 도형 66">
            <a:extLst>
              <a:ext uri="{FF2B5EF4-FFF2-40B4-BE49-F238E27FC236}">
                <a16:creationId xmlns:a16="http://schemas.microsoft.com/office/drawing/2014/main" id="{307D6E7C-4004-4C90-840F-3E32AF070E97}"/>
              </a:ext>
            </a:extLst>
          </p:cNvPr>
          <p:cNvSpPr/>
          <p:nvPr userDrawn="1"/>
        </p:nvSpPr>
        <p:spPr>
          <a:xfrm rot="18979404">
            <a:off x="1185206" y="6487498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L 도형 67">
            <a:extLst>
              <a:ext uri="{FF2B5EF4-FFF2-40B4-BE49-F238E27FC236}">
                <a16:creationId xmlns:a16="http://schemas.microsoft.com/office/drawing/2014/main" id="{FDDCBEA0-47A4-48CF-9073-E3EAC2618BE1}"/>
              </a:ext>
            </a:extLst>
          </p:cNvPr>
          <p:cNvSpPr/>
          <p:nvPr userDrawn="1"/>
        </p:nvSpPr>
        <p:spPr>
          <a:xfrm rot="18979404">
            <a:off x="1185204" y="671632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767E0794-0391-4902-B6E8-531D66FB5D00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6E77B8B-AC30-4B43-9AD9-7AD7F10B688A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0470D58-4E3D-4894-A1BA-14D4B9776AB0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D19316A5-565A-475A-AB65-E114868D5C78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21F5059D-649F-44CC-9A4F-7AD91C369DCF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0BEFF7F-28DE-41CF-A451-07EF23B42F7B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F0A3609F-47AF-4FBC-8B4D-D9237CB97A4F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99" name="타원 98">
            <a:extLst>
              <a:ext uri="{FF2B5EF4-FFF2-40B4-BE49-F238E27FC236}">
                <a16:creationId xmlns:a16="http://schemas.microsoft.com/office/drawing/2014/main" id="{8E82E7AF-C52F-4CFA-8177-8512CD5E4559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15847D96-30AC-4CC8-924D-7C9A70EA5225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330B4536-27B3-4C17-915D-4AF2008ED006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" name="그래픽 101" descr="카메라">
              <a:extLst>
                <a:ext uri="{FF2B5EF4-FFF2-40B4-BE49-F238E27FC236}">
                  <a16:creationId xmlns:a16="http://schemas.microsoft.com/office/drawing/2014/main" id="{94389B2D-ED5F-4398-94BB-C721648E14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5AC83A51-8C46-493D-B5B6-1D183C52177C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31648138-4355-493D-8E9B-B12C1DEF43D8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L 도형 95">
            <a:extLst>
              <a:ext uri="{FF2B5EF4-FFF2-40B4-BE49-F238E27FC236}">
                <a16:creationId xmlns:a16="http://schemas.microsoft.com/office/drawing/2014/main" id="{F702F35A-D5D8-4240-8A09-F50DF7571994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D7CEB168-23CF-48CD-9421-D23B54C1E3C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30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57FF6CED-D14C-48E3-ABFD-9E15B2B9000A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6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D6EAA139-4DFE-4C0D-8924-6C9BD4EA370A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574AFFD-7746-4E07-A76A-79970A0EFF41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AF1B600-5933-4CF8-A357-45A6AFE7415B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6A127C2-AB54-4C33-A4AC-1689BBAF6004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A8E5A09-5B1F-4699-911F-FEC51864F45C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B4D7E96A-0B74-4985-9382-4A58C091D49B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3" name="Navigation Buttons">
              <a:extLst>
                <a:ext uri="{FF2B5EF4-FFF2-40B4-BE49-F238E27FC236}">
                  <a16:creationId xmlns:a16="http://schemas.microsoft.com/office/drawing/2014/main" id="{E6A329A7-F227-4702-B2F9-E163181BB476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50393D7-45B0-49E9-8B06-ACAB2D8104C7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38D58846-A1DA-4A31-B612-3259E2AE432E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8F2ACCD4-20C4-4526-A30F-9841F807D1F5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9335" y="5795507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18047" y="5859349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사용자 메뉴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18047" y="6085948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사용자 메뉴 조회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12A29F7-A763-4F57-8BCD-0B60FBE19A8E}"/>
              </a:ext>
            </a:extLst>
          </p:cNvPr>
          <p:cNvSpPr/>
          <p:nvPr userDrawn="1"/>
        </p:nvSpPr>
        <p:spPr>
          <a:xfrm>
            <a:off x="-27383" y="5030013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화면 그룹 권한 관리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27383" y="528911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18979404">
              <a:off x="1340344" y="52735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35B814B-B578-4EEE-9635-7C7A0AD66963}"/>
              </a:ext>
            </a:extLst>
          </p:cNvPr>
          <p:cNvSpPr/>
          <p:nvPr userDrawn="1"/>
        </p:nvSpPr>
        <p:spPr>
          <a:xfrm>
            <a:off x="-27383" y="5574066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사용자 메뉴 관리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23B237-FD2E-4128-BF12-C50CBFA4940A}"/>
              </a:ext>
            </a:extLst>
          </p:cNvPr>
          <p:cNvSpPr/>
          <p:nvPr userDrawn="1"/>
        </p:nvSpPr>
        <p:spPr>
          <a:xfrm>
            <a:off x="-27383" y="6413510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관리자 메뉴 관리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7E66683-3156-45A2-90D8-7E6E61C06C1E}"/>
              </a:ext>
            </a:extLst>
          </p:cNvPr>
          <p:cNvSpPr/>
          <p:nvPr userDrawn="1"/>
        </p:nvSpPr>
        <p:spPr>
          <a:xfrm>
            <a:off x="-27383" y="6656053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공통코드 관리</a:t>
            </a:r>
          </a:p>
        </p:txBody>
      </p:sp>
      <p:sp>
        <p:nvSpPr>
          <p:cNvPr id="65" name="L 도형 64">
            <a:extLst>
              <a:ext uri="{FF2B5EF4-FFF2-40B4-BE49-F238E27FC236}">
                <a16:creationId xmlns:a16="http://schemas.microsoft.com/office/drawing/2014/main" id="{C804945A-E2F4-40B2-92E3-922EFE844A51}"/>
              </a:ext>
            </a:extLst>
          </p:cNvPr>
          <p:cNvSpPr/>
          <p:nvPr userDrawn="1"/>
        </p:nvSpPr>
        <p:spPr>
          <a:xfrm rot="18866294">
            <a:off x="1187944" y="511160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L 도형 65">
            <a:extLst>
              <a:ext uri="{FF2B5EF4-FFF2-40B4-BE49-F238E27FC236}">
                <a16:creationId xmlns:a16="http://schemas.microsoft.com/office/drawing/2014/main" id="{B4F9441B-4357-48CC-9DDA-3EB982A6E550}"/>
              </a:ext>
            </a:extLst>
          </p:cNvPr>
          <p:cNvSpPr/>
          <p:nvPr userDrawn="1"/>
        </p:nvSpPr>
        <p:spPr>
          <a:xfrm rot="8250056">
            <a:off x="1187943" y="5672022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L 도형 66">
            <a:extLst>
              <a:ext uri="{FF2B5EF4-FFF2-40B4-BE49-F238E27FC236}">
                <a16:creationId xmlns:a16="http://schemas.microsoft.com/office/drawing/2014/main" id="{307D6E7C-4004-4C90-840F-3E32AF070E97}"/>
              </a:ext>
            </a:extLst>
          </p:cNvPr>
          <p:cNvSpPr/>
          <p:nvPr userDrawn="1"/>
        </p:nvSpPr>
        <p:spPr>
          <a:xfrm rot="18979404">
            <a:off x="1185206" y="6487498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L 도형 67">
            <a:extLst>
              <a:ext uri="{FF2B5EF4-FFF2-40B4-BE49-F238E27FC236}">
                <a16:creationId xmlns:a16="http://schemas.microsoft.com/office/drawing/2014/main" id="{FDDCBEA0-47A4-48CF-9073-E3EAC2618BE1}"/>
              </a:ext>
            </a:extLst>
          </p:cNvPr>
          <p:cNvSpPr/>
          <p:nvPr userDrawn="1"/>
        </p:nvSpPr>
        <p:spPr>
          <a:xfrm rot="18979404">
            <a:off x="1185204" y="671632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77E0147-D02E-42D9-AB69-DD986C77A5AC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8CBC6D-71D7-4943-84F0-6CB31CE3B5E7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076B09B-DFC8-491E-A618-BE31ADE041BD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14B09207-30B6-494A-A5A4-9C47475A34C4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9FFC2F90-8C4D-4B94-B0CA-C33A98F2C397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106A168D-6C97-4EDB-8C39-9B486DEBE8D4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4477FE42-6F71-4018-AAD6-1E64B37226F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99" name="타원 98">
            <a:extLst>
              <a:ext uri="{FF2B5EF4-FFF2-40B4-BE49-F238E27FC236}">
                <a16:creationId xmlns:a16="http://schemas.microsoft.com/office/drawing/2014/main" id="{A1C70990-0D0C-4E63-A7E6-D82D0FAE6485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A18D484E-6CB9-4415-90EC-EF3C64A775AD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3DB1EA16-5B82-4D90-B909-5AAA6F8F2B17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" name="그래픽 101" descr="카메라">
              <a:extLst>
                <a:ext uri="{FF2B5EF4-FFF2-40B4-BE49-F238E27FC236}">
                  <a16:creationId xmlns:a16="http://schemas.microsoft.com/office/drawing/2014/main" id="{C924C124-7C87-4209-AA75-C2B02ADF1D8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6F8DE259-1703-4B09-923A-DC17BBE8FF38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7A52FC9B-C6C3-4332-937A-5CB5095EDFB6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L 도형 95">
            <a:extLst>
              <a:ext uri="{FF2B5EF4-FFF2-40B4-BE49-F238E27FC236}">
                <a16:creationId xmlns:a16="http://schemas.microsoft.com/office/drawing/2014/main" id="{AB56776E-85DA-47D3-B648-FAC43637BF40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5ABF228F-DD92-4F9C-A74F-F6D932C0548D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702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3D65BBEA-A84C-49CD-A1EF-3CEBF5388457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6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CB51AA6-7063-42E0-B7C5-991114650FD0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1E9B636-F360-42C0-B107-685541094C94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B8387CB-6300-484B-BBEC-C630892A399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199E5784-59AC-452F-8652-1712604DB31E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EABA9AB0-7DE2-4F76-B137-873380D988AE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76CCAC55-EAB5-4F6B-8046-AB955E975861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Navigation Buttons">
              <a:extLst>
                <a:ext uri="{FF2B5EF4-FFF2-40B4-BE49-F238E27FC236}">
                  <a16:creationId xmlns:a16="http://schemas.microsoft.com/office/drawing/2014/main" id="{F1881ACA-8F16-447B-AB9A-0A64221C258B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7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75FCFCB-F3CA-4A93-B5A5-E93FC8B2B6E8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3DC431D-7B83-4339-8407-71C365787ED9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A7D4E136-DF16-478C-9764-51C8C638C39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6953" y="6024578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20429" y="6088420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관리자 메뉴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20429" y="6315019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관리자 메뉴 조회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12A29F7-A763-4F57-8BCD-0B60FBE19A8E}"/>
              </a:ext>
            </a:extLst>
          </p:cNvPr>
          <p:cNvSpPr/>
          <p:nvPr userDrawn="1"/>
        </p:nvSpPr>
        <p:spPr>
          <a:xfrm>
            <a:off x="-27383" y="5030013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화면 그룹 권한 관리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27383" y="528911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18979404">
              <a:off x="1340344" y="52735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35B814B-B578-4EEE-9635-7C7A0AD66963}"/>
              </a:ext>
            </a:extLst>
          </p:cNvPr>
          <p:cNvSpPr/>
          <p:nvPr userDrawn="1"/>
        </p:nvSpPr>
        <p:spPr>
          <a:xfrm>
            <a:off x="-27383" y="5574066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사용자 메뉴 관리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23B237-FD2E-4128-BF12-C50CBFA4940A}"/>
              </a:ext>
            </a:extLst>
          </p:cNvPr>
          <p:cNvSpPr/>
          <p:nvPr userDrawn="1"/>
        </p:nvSpPr>
        <p:spPr>
          <a:xfrm>
            <a:off x="-27383" y="5822631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관리자 메뉴 관리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7E66683-3156-45A2-90D8-7E6E61C06C1E}"/>
              </a:ext>
            </a:extLst>
          </p:cNvPr>
          <p:cNvSpPr/>
          <p:nvPr userDrawn="1"/>
        </p:nvSpPr>
        <p:spPr>
          <a:xfrm>
            <a:off x="-27383" y="6656053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공통코드 관리</a:t>
            </a:r>
          </a:p>
        </p:txBody>
      </p:sp>
      <p:sp>
        <p:nvSpPr>
          <p:cNvPr id="65" name="L 도형 64">
            <a:extLst>
              <a:ext uri="{FF2B5EF4-FFF2-40B4-BE49-F238E27FC236}">
                <a16:creationId xmlns:a16="http://schemas.microsoft.com/office/drawing/2014/main" id="{C804945A-E2F4-40B2-92E3-922EFE844A51}"/>
              </a:ext>
            </a:extLst>
          </p:cNvPr>
          <p:cNvSpPr/>
          <p:nvPr userDrawn="1"/>
        </p:nvSpPr>
        <p:spPr>
          <a:xfrm rot="18866294">
            <a:off x="1187944" y="511160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L 도형 66">
            <a:extLst>
              <a:ext uri="{FF2B5EF4-FFF2-40B4-BE49-F238E27FC236}">
                <a16:creationId xmlns:a16="http://schemas.microsoft.com/office/drawing/2014/main" id="{307D6E7C-4004-4C90-840F-3E32AF070E97}"/>
              </a:ext>
            </a:extLst>
          </p:cNvPr>
          <p:cNvSpPr/>
          <p:nvPr userDrawn="1"/>
        </p:nvSpPr>
        <p:spPr>
          <a:xfrm rot="8300089">
            <a:off x="1185206" y="592154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L 도형 67">
            <a:extLst>
              <a:ext uri="{FF2B5EF4-FFF2-40B4-BE49-F238E27FC236}">
                <a16:creationId xmlns:a16="http://schemas.microsoft.com/office/drawing/2014/main" id="{FDDCBEA0-47A4-48CF-9073-E3EAC2618BE1}"/>
              </a:ext>
            </a:extLst>
          </p:cNvPr>
          <p:cNvSpPr/>
          <p:nvPr userDrawn="1"/>
        </p:nvSpPr>
        <p:spPr>
          <a:xfrm rot="18979404">
            <a:off x="1185204" y="671632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L 도형 61">
            <a:extLst>
              <a:ext uri="{FF2B5EF4-FFF2-40B4-BE49-F238E27FC236}">
                <a16:creationId xmlns:a16="http://schemas.microsoft.com/office/drawing/2014/main" id="{3D8C0FF5-C4C3-4DB9-B701-0F651A85B7F5}"/>
              </a:ext>
            </a:extLst>
          </p:cNvPr>
          <p:cNvSpPr/>
          <p:nvPr userDrawn="1"/>
        </p:nvSpPr>
        <p:spPr>
          <a:xfrm rot="18979404">
            <a:off x="1185204" y="564637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0B04D70-4F61-4E87-8AA5-99E9E574281C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73BB0D7-8CBA-4593-B9FE-8DE580D3E4C0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8B7BA5-4CC2-4BD5-A6A3-294B4E9DBFC1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A1E141A3-EEE4-4D00-A5B6-408E2D41DCF3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19F878B9-A142-4633-B030-B2D163B34E3F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25DFBD3B-6CC8-474A-953A-08AEE1C673F2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DDAC69A4-F4AA-404F-8841-1407751555D4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99" name="타원 98">
            <a:extLst>
              <a:ext uri="{FF2B5EF4-FFF2-40B4-BE49-F238E27FC236}">
                <a16:creationId xmlns:a16="http://schemas.microsoft.com/office/drawing/2014/main" id="{C7CAF574-0675-4CD7-B095-475CD303D473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1081EA07-84ED-4883-960C-CD2C8E98FE5E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6A8A6AAE-88E5-4DF5-AB80-F05B54B89C09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" name="그래픽 101" descr="카메라">
              <a:extLst>
                <a:ext uri="{FF2B5EF4-FFF2-40B4-BE49-F238E27FC236}">
                  <a16:creationId xmlns:a16="http://schemas.microsoft.com/office/drawing/2014/main" id="{AC898F60-51EF-4AF8-AEAF-CE64A17185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362E05C3-2836-423E-86C1-E30A7DBDB2C7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84C933E5-237F-43ED-9F89-C7FBE6759584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L 도형 95">
            <a:extLst>
              <a:ext uri="{FF2B5EF4-FFF2-40B4-BE49-F238E27FC236}">
                <a16:creationId xmlns:a16="http://schemas.microsoft.com/office/drawing/2014/main" id="{01C36090-D008-47D7-81D7-23E3392F49B7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54168295-8B88-4588-A13D-CB30C678F0FA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5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3FC5C2AD-7AB3-4F1E-AF99-531FE366DC35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64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3CE07D28-33D2-4583-BF1A-4EF1F6161467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6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08C51030-5A6D-4BD3-819F-210BE0693EC4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56E7CE5-28B1-480E-B580-DF6D33425973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AB413921-5768-4AFF-89D9-6564FEE14342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3C0CE3-7BDD-4ACF-B2A9-D15DC28B8C48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5D4D874A-4137-4948-A7F4-F85D45CC824B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3" name="Navigation Buttons">
              <a:extLst>
                <a:ext uri="{FF2B5EF4-FFF2-40B4-BE49-F238E27FC236}">
                  <a16:creationId xmlns:a16="http://schemas.microsoft.com/office/drawing/2014/main" id="{A97F0507-F808-4A85-A296-7888D1DD6963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4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50C7993-85B3-42DF-9A3D-EE1A7741BD3B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7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6CBB19DA-F0D8-4066-9A07-058828A3F8F3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288433A-0ECC-4A2D-A0CD-20B984B53F48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6953" y="6024578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20429" y="6088420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관리자 메뉴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20429" y="6315019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관리자 메뉴 조회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12A29F7-A763-4F57-8BCD-0B60FBE19A8E}"/>
              </a:ext>
            </a:extLst>
          </p:cNvPr>
          <p:cNvSpPr/>
          <p:nvPr userDrawn="1"/>
        </p:nvSpPr>
        <p:spPr>
          <a:xfrm>
            <a:off x="-27383" y="5030013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화면 그룹 권한 관리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27383" y="528911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18979404">
              <a:off x="1340344" y="52735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35B814B-B578-4EEE-9635-7C7A0AD66963}"/>
              </a:ext>
            </a:extLst>
          </p:cNvPr>
          <p:cNvSpPr/>
          <p:nvPr userDrawn="1"/>
        </p:nvSpPr>
        <p:spPr>
          <a:xfrm>
            <a:off x="-27383" y="5574066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사용자 메뉴 관리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23B237-FD2E-4128-BF12-C50CBFA4940A}"/>
              </a:ext>
            </a:extLst>
          </p:cNvPr>
          <p:cNvSpPr/>
          <p:nvPr userDrawn="1"/>
        </p:nvSpPr>
        <p:spPr>
          <a:xfrm>
            <a:off x="-27383" y="5822631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관리자 메뉴 관리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7E66683-3156-45A2-90D8-7E6E61C06C1E}"/>
              </a:ext>
            </a:extLst>
          </p:cNvPr>
          <p:cNvSpPr/>
          <p:nvPr userDrawn="1"/>
        </p:nvSpPr>
        <p:spPr>
          <a:xfrm>
            <a:off x="-27383" y="6656053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공통코드 관리</a:t>
            </a:r>
          </a:p>
        </p:txBody>
      </p:sp>
      <p:sp>
        <p:nvSpPr>
          <p:cNvPr id="65" name="L 도형 64">
            <a:extLst>
              <a:ext uri="{FF2B5EF4-FFF2-40B4-BE49-F238E27FC236}">
                <a16:creationId xmlns:a16="http://schemas.microsoft.com/office/drawing/2014/main" id="{C804945A-E2F4-40B2-92E3-922EFE844A51}"/>
              </a:ext>
            </a:extLst>
          </p:cNvPr>
          <p:cNvSpPr/>
          <p:nvPr userDrawn="1"/>
        </p:nvSpPr>
        <p:spPr>
          <a:xfrm rot="18866294">
            <a:off x="1187944" y="511160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L 도형 66">
            <a:extLst>
              <a:ext uri="{FF2B5EF4-FFF2-40B4-BE49-F238E27FC236}">
                <a16:creationId xmlns:a16="http://schemas.microsoft.com/office/drawing/2014/main" id="{307D6E7C-4004-4C90-840F-3E32AF070E97}"/>
              </a:ext>
            </a:extLst>
          </p:cNvPr>
          <p:cNvSpPr/>
          <p:nvPr userDrawn="1"/>
        </p:nvSpPr>
        <p:spPr>
          <a:xfrm rot="8300089">
            <a:off x="1185206" y="592154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L 도형 67">
            <a:extLst>
              <a:ext uri="{FF2B5EF4-FFF2-40B4-BE49-F238E27FC236}">
                <a16:creationId xmlns:a16="http://schemas.microsoft.com/office/drawing/2014/main" id="{FDDCBEA0-47A4-48CF-9073-E3EAC2618BE1}"/>
              </a:ext>
            </a:extLst>
          </p:cNvPr>
          <p:cNvSpPr/>
          <p:nvPr userDrawn="1"/>
        </p:nvSpPr>
        <p:spPr>
          <a:xfrm rot="18979404">
            <a:off x="1185204" y="671632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L 도형 61">
            <a:extLst>
              <a:ext uri="{FF2B5EF4-FFF2-40B4-BE49-F238E27FC236}">
                <a16:creationId xmlns:a16="http://schemas.microsoft.com/office/drawing/2014/main" id="{3D8C0FF5-C4C3-4DB9-B701-0F651A85B7F5}"/>
              </a:ext>
            </a:extLst>
          </p:cNvPr>
          <p:cNvSpPr/>
          <p:nvPr userDrawn="1"/>
        </p:nvSpPr>
        <p:spPr>
          <a:xfrm rot="18979404">
            <a:off x="1185204" y="564637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A935F46-E5D2-4ED6-82B7-41B9E5F87C55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D930C52-52E3-4F40-82D5-BF3EBBE68207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A4B3346-6069-49B0-8176-130871941ADF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88745C2C-644D-4C9C-81F9-7EFDEA5ED179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7DD9E4B8-9506-4C59-9FFB-F3355B100B4B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6A3FB1FD-5841-431F-AC55-1FD46DF0BBC0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9125E4F2-7397-4F22-8949-595C082E77C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99" name="타원 98">
            <a:extLst>
              <a:ext uri="{FF2B5EF4-FFF2-40B4-BE49-F238E27FC236}">
                <a16:creationId xmlns:a16="http://schemas.microsoft.com/office/drawing/2014/main" id="{85052DB1-E29F-4842-B7F8-AD4E736366D1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69069F0A-781C-4E40-AC3E-559DC9CA8746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D5C3C630-1C1B-46E4-B099-41F80E963064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" name="그래픽 101" descr="카메라">
              <a:extLst>
                <a:ext uri="{FF2B5EF4-FFF2-40B4-BE49-F238E27FC236}">
                  <a16:creationId xmlns:a16="http://schemas.microsoft.com/office/drawing/2014/main" id="{619FB314-9B76-48F6-9C9B-8F579775D88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BDD4AD72-7091-4124-AACE-520F001E70A2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490A41CD-FF72-4146-BD24-6A9D0A5597A4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L 도형 95">
            <a:extLst>
              <a:ext uri="{FF2B5EF4-FFF2-40B4-BE49-F238E27FC236}">
                <a16:creationId xmlns:a16="http://schemas.microsoft.com/office/drawing/2014/main" id="{0FBEB465-668F-46DE-8893-6824B4C19863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C8067BCD-40B0-4C5C-AC2C-1C8EFD03BD7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1020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6F222F86-7C9B-4FAA-8EF7-9FC105F80C49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66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BF226F2A-12E7-4A6D-AFD1-66BD71FB9F23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9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B73379A3-4441-45F3-AC33-AE2D38078EDC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0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FFB52249-BBE6-49BA-90D3-98CE75751FD7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1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BF363D6-2B11-46BC-AEDE-DBB687F4DA23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2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9B489CF1-B2E7-4FDB-856A-6AA7D75F58C3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3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EA6F9D85-F8BC-46D3-9B17-FD018FD4B4E0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Navigation Buttons">
              <a:extLst>
                <a:ext uri="{FF2B5EF4-FFF2-40B4-BE49-F238E27FC236}">
                  <a16:creationId xmlns:a16="http://schemas.microsoft.com/office/drawing/2014/main" id="{CC364EAA-E684-4641-AD32-5F560ED952CF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77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169EFED1-4734-43D1-BBC5-8EE15DBA10C9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40045BC-DFBF-43CC-AD2B-B4894AF818C7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1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5FBA83E8-8997-47A5-B638-0288FCE51659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-2450" y="6256449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29832" y="6320291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공통코드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29832" y="6546890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공통코드 조회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12A29F7-A763-4F57-8BCD-0B60FBE19A8E}"/>
              </a:ext>
            </a:extLst>
          </p:cNvPr>
          <p:cNvSpPr/>
          <p:nvPr userDrawn="1"/>
        </p:nvSpPr>
        <p:spPr>
          <a:xfrm>
            <a:off x="-27383" y="5030013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화면 그룹 권한 관리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27383" y="528911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18979404">
              <a:off x="1340344" y="52735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35B814B-B578-4EEE-9635-7C7A0AD66963}"/>
              </a:ext>
            </a:extLst>
          </p:cNvPr>
          <p:cNvSpPr/>
          <p:nvPr userDrawn="1"/>
        </p:nvSpPr>
        <p:spPr>
          <a:xfrm>
            <a:off x="-27383" y="5574066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사용자 메뉴 관리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23B237-FD2E-4128-BF12-C50CBFA4940A}"/>
              </a:ext>
            </a:extLst>
          </p:cNvPr>
          <p:cNvSpPr/>
          <p:nvPr userDrawn="1"/>
        </p:nvSpPr>
        <p:spPr>
          <a:xfrm>
            <a:off x="-27383" y="5822631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관리자 메뉴 관리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7E66683-3156-45A2-90D8-7E6E61C06C1E}"/>
              </a:ext>
            </a:extLst>
          </p:cNvPr>
          <p:cNvSpPr/>
          <p:nvPr userDrawn="1"/>
        </p:nvSpPr>
        <p:spPr>
          <a:xfrm>
            <a:off x="-27383" y="6060545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공통코드 관리</a:t>
            </a:r>
          </a:p>
        </p:txBody>
      </p:sp>
      <p:sp>
        <p:nvSpPr>
          <p:cNvPr id="65" name="L 도형 64">
            <a:extLst>
              <a:ext uri="{FF2B5EF4-FFF2-40B4-BE49-F238E27FC236}">
                <a16:creationId xmlns:a16="http://schemas.microsoft.com/office/drawing/2014/main" id="{C804945A-E2F4-40B2-92E3-922EFE844A51}"/>
              </a:ext>
            </a:extLst>
          </p:cNvPr>
          <p:cNvSpPr/>
          <p:nvPr userDrawn="1"/>
        </p:nvSpPr>
        <p:spPr>
          <a:xfrm rot="18866294">
            <a:off x="1187944" y="511160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L 도형 67">
            <a:extLst>
              <a:ext uri="{FF2B5EF4-FFF2-40B4-BE49-F238E27FC236}">
                <a16:creationId xmlns:a16="http://schemas.microsoft.com/office/drawing/2014/main" id="{FDDCBEA0-47A4-48CF-9073-E3EAC2618BE1}"/>
              </a:ext>
            </a:extLst>
          </p:cNvPr>
          <p:cNvSpPr/>
          <p:nvPr userDrawn="1"/>
        </p:nvSpPr>
        <p:spPr>
          <a:xfrm rot="8312293">
            <a:off x="1185204" y="615186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L 도형 61">
            <a:extLst>
              <a:ext uri="{FF2B5EF4-FFF2-40B4-BE49-F238E27FC236}">
                <a16:creationId xmlns:a16="http://schemas.microsoft.com/office/drawing/2014/main" id="{3D8C0FF5-C4C3-4DB9-B701-0F651A85B7F5}"/>
              </a:ext>
            </a:extLst>
          </p:cNvPr>
          <p:cNvSpPr/>
          <p:nvPr userDrawn="1"/>
        </p:nvSpPr>
        <p:spPr>
          <a:xfrm rot="18979404">
            <a:off x="1185204" y="564637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L 도형 62">
            <a:extLst>
              <a:ext uri="{FF2B5EF4-FFF2-40B4-BE49-F238E27FC236}">
                <a16:creationId xmlns:a16="http://schemas.microsoft.com/office/drawing/2014/main" id="{3EE83FA7-0920-401C-BFBB-944301041A2B}"/>
              </a:ext>
            </a:extLst>
          </p:cNvPr>
          <p:cNvSpPr/>
          <p:nvPr userDrawn="1"/>
        </p:nvSpPr>
        <p:spPr>
          <a:xfrm rot="18979404">
            <a:off x="1185205" y="5895582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8CACD6F-1472-492E-8B5D-02F5E1772DD8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39A8FFB-1D9B-404F-BFAB-02A78A02A5D8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A54A42A-662A-4FC7-8B8A-737517342A01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F2E42AD-A870-4795-8CAB-6247A8B9483A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735AC5F3-F899-4FAA-B099-D5CB154D7709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8A0B7FAA-4600-4543-ACB0-5E2EE250AEAD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5CF0598C-8A44-40E8-9987-F384098062A2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99" name="타원 98">
            <a:extLst>
              <a:ext uri="{FF2B5EF4-FFF2-40B4-BE49-F238E27FC236}">
                <a16:creationId xmlns:a16="http://schemas.microsoft.com/office/drawing/2014/main" id="{43F21A0E-D31B-4763-838C-A4D627F632F3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EE0804E4-0026-4DFC-AC19-7C732F92E589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38E8D646-BD39-4242-B171-348F5C78983C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02" name="그래픽 101" descr="카메라">
              <a:extLst>
                <a:ext uri="{FF2B5EF4-FFF2-40B4-BE49-F238E27FC236}">
                  <a16:creationId xmlns:a16="http://schemas.microsoft.com/office/drawing/2014/main" id="{BDD0A213-4ACA-46FE-A582-CEDEA3ADE9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103" name="TextBox 102">
            <a:extLst>
              <a:ext uri="{FF2B5EF4-FFF2-40B4-BE49-F238E27FC236}">
                <a16:creationId xmlns:a16="http://schemas.microsoft.com/office/drawing/2014/main" id="{02A63E4C-F3A3-468C-AE99-ADBB1BDE2C87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50389680-7B2C-40D1-87A4-07B3C2D38D94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6" name="L 도형 95">
            <a:extLst>
              <a:ext uri="{FF2B5EF4-FFF2-40B4-BE49-F238E27FC236}">
                <a16:creationId xmlns:a16="http://schemas.microsoft.com/office/drawing/2014/main" id="{93E3A417-5F17-48CE-A79E-B002D789070D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7" name="그림 96">
            <a:extLst>
              <a:ext uri="{FF2B5EF4-FFF2-40B4-BE49-F238E27FC236}">
                <a16:creationId xmlns:a16="http://schemas.microsoft.com/office/drawing/2014/main" id="{DDF91ED9-DAFF-4F03-A14F-A2559C192D0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6517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62FB6395-5352-4427-A461-1A4719BEA386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-1" y="457199"/>
            <a:ext cx="9383279" cy="6400798"/>
            <a:chOff x="595684" y="1261242"/>
            <a:chExt cx="6668462" cy="4352543"/>
          </a:xfrm>
        </p:grpSpPr>
        <p:sp>
          <p:nvSpPr>
            <p:cNvPr id="52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A27B4EBF-6A91-4FE8-8DAA-ABDE5F54D54B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4" y="1625032"/>
              <a:ext cx="6668462" cy="398875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9816582-BAE6-4D32-973F-C4CDF0B1F876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4" y="1261242"/>
              <a:ext cx="6668461" cy="3652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4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8D495AB-D9BA-4E3A-81D3-C6F3B8D05340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95090" y="1470383"/>
              <a:ext cx="106050" cy="7664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59F13408-6534-4AE8-82E1-C9BED652167E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114276" y="1309690"/>
              <a:ext cx="69948" cy="64770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1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6FDC8523-99EA-45E7-A8D5-193003C10BDD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237364" y="1427872"/>
              <a:ext cx="5794720" cy="161666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D492D2B3-8575-41F0-91EE-C38A998EEAC4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291463" y="1463366"/>
              <a:ext cx="66564" cy="90678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66" name="Navigation Buttons">
              <a:extLst>
                <a:ext uri="{FF2B5EF4-FFF2-40B4-BE49-F238E27FC236}">
                  <a16:creationId xmlns:a16="http://schemas.microsoft.com/office/drawing/2014/main" id="{6A4D67CD-8DA8-4D52-BF5C-620B832AE281}"/>
                </a:ext>
              </a:extLst>
            </p:cNvPr>
            <p:cNvGrpSpPr/>
            <p:nvPr userDrawn="1"/>
          </p:nvGrpSpPr>
          <p:grpSpPr>
            <a:xfrm>
              <a:off x="685168" y="1449872"/>
              <a:ext cx="455792" cy="117666"/>
              <a:chOff x="685168" y="1449872"/>
              <a:chExt cx="455792" cy="117666"/>
            </a:xfrm>
          </p:grpSpPr>
          <p:sp>
            <p:nvSpPr>
              <p:cNvPr id="67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F0287C5F-7401-4D66-8C13-BE3BC275727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685168" y="1467684"/>
                <a:ext cx="108307" cy="82042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9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DC13D986-4B13-4699-ABC1-010E747FBC02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856654" y="1467684"/>
                <a:ext cx="108307" cy="82042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77507554-3ADE-4A56-B5BD-7A805EC08EE4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028140" y="1449872"/>
                <a:ext cx="112820" cy="117666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571DD23C-1679-4DB6-A734-923B8F77F6BB}"/>
              </a:ext>
            </a:extLst>
          </p:cNvPr>
          <p:cNvSpPr/>
          <p:nvPr userDrawn="1"/>
        </p:nvSpPr>
        <p:spPr>
          <a:xfrm>
            <a:off x="0" y="1010567"/>
            <a:ext cx="1349157" cy="5840479"/>
          </a:xfrm>
          <a:prstGeom prst="rect">
            <a:avLst/>
          </a:prstGeom>
          <a:solidFill>
            <a:srgbClr val="A792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276908A-CB34-40CB-A15B-03D978FA5F11}"/>
              </a:ext>
            </a:extLst>
          </p:cNvPr>
          <p:cNvSpPr/>
          <p:nvPr userDrawn="1"/>
        </p:nvSpPr>
        <p:spPr>
          <a:xfrm>
            <a:off x="0" y="2532211"/>
            <a:ext cx="1349157" cy="4318836"/>
          </a:xfrm>
          <a:prstGeom prst="rect">
            <a:avLst/>
          </a:prstGeom>
          <a:solidFill>
            <a:srgbClr val="C2B3E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33B5DEBC-6CD4-46CB-A47A-F9A22DBA9BD8}"/>
              </a:ext>
            </a:extLst>
          </p:cNvPr>
          <p:cNvSpPr/>
          <p:nvPr userDrawn="1"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AAF7AE9A-F58F-4258-B01F-DC4EE3793D19}"/>
              </a:ext>
            </a:extLst>
          </p:cNvPr>
          <p:cNvSpPr/>
          <p:nvPr userDrawn="1"/>
        </p:nvSpPr>
        <p:spPr>
          <a:xfrm>
            <a:off x="-27382" y="3058443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회원 관리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EE68B77-AAD0-42DE-AED4-1D93739AC8CD}"/>
              </a:ext>
            </a:extLst>
          </p:cNvPr>
          <p:cNvSpPr/>
          <p:nvPr userDrawn="1"/>
        </p:nvSpPr>
        <p:spPr>
          <a:xfrm>
            <a:off x="-27382" y="3441967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클래스 관리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42B577B-70BE-47A3-A3F2-6F384B376007}"/>
              </a:ext>
            </a:extLst>
          </p:cNvPr>
          <p:cNvSpPr/>
          <p:nvPr userDrawn="1"/>
        </p:nvSpPr>
        <p:spPr>
          <a:xfrm>
            <a:off x="-27382" y="3825491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게시판 관리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D4C6CBD0-C195-442D-807D-E943634894F8}"/>
              </a:ext>
            </a:extLst>
          </p:cNvPr>
          <p:cNvSpPr/>
          <p:nvPr userDrawn="1"/>
        </p:nvSpPr>
        <p:spPr>
          <a:xfrm>
            <a:off x="-27382" y="4209015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팝업 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2A8BD92-F456-4F10-B0D2-B0D02A4F6B82}"/>
              </a:ext>
            </a:extLst>
          </p:cNvPr>
          <p:cNvSpPr/>
          <p:nvPr userDrawn="1"/>
        </p:nvSpPr>
        <p:spPr>
          <a:xfrm>
            <a:off x="-27382" y="4592538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시스템 관리</a:t>
            </a:r>
          </a:p>
        </p:txBody>
      </p:sp>
      <p:sp>
        <p:nvSpPr>
          <p:cNvPr id="44" name="L 도형 43">
            <a:extLst>
              <a:ext uri="{FF2B5EF4-FFF2-40B4-BE49-F238E27FC236}">
                <a16:creationId xmlns:a16="http://schemas.microsoft.com/office/drawing/2014/main" id="{48E5650E-6B6A-4A70-8EA8-7EB60E1F1EFB}"/>
              </a:ext>
            </a:extLst>
          </p:cNvPr>
          <p:cNvSpPr/>
          <p:nvPr userDrawn="1"/>
        </p:nvSpPr>
        <p:spPr>
          <a:xfrm rot="18882919">
            <a:off x="1187944" y="2849767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119AF7A7-FBD9-421C-8AF9-ACA5C2A1DFED}"/>
              </a:ext>
            </a:extLst>
          </p:cNvPr>
          <p:cNvSpPr/>
          <p:nvPr userDrawn="1"/>
        </p:nvSpPr>
        <p:spPr>
          <a:xfrm rot="18882919">
            <a:off x="1187944" y="3233291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L 도형 45">
            <a:extLst>
              <a:ext uri="{FF2B5EF4-FFF2-40B4-BE49-F238E27FC236}">
                <a16:creationId xmlns:a16="http://schemas.microsoft.com/office/drawing/2014/main" id="{49689189-8602-48CF-9EE5-7C2BD97C698D}"/>
              </a:ext>
            </a:extLst>
          </p:cNvPr>
          <p:cNvSpPr/>
          <p:nvPr userDrawn="1"/>
        </p:nvSpPr>
        <p:spPr>
          <a:xfrm rot="18882919">
            <a:off x="1187944" y="361681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L 도형 46">
            <a:extLst>
              <a:ext uri="{FF2B5EF4-FFF2-40B4-BE49-F238E27FC236}">
                <a16:creationId xmlns:a16="http://schemas.microsoft.com/office/drawing/2014/main" id="{64A674AA-1284-4346-937F-87BDA9001DE1}"/>
              </a:ext>
            </a:extLst>
          </p:cNvPr>
          <p:cNvSpPr/>
          <p:nvPr userDrawn="1"/>
        </p:nvSpPr>
        <p:spPr>
          <a:xfrm rot="18882919">
            <a:off x="1187944" y="400033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L 도형 47">
            <a:extLst>
              <a:ext uri="{FF2B5EF4-FFF2-40B4-BE49-F238E27FC236}">
                <a16:creationId xmlns:a16="http://schemas.microsoft.com/office/drawing/2014/main" id="{10F50E20-E95E-4904-9C1A-F08661C53316}"/>
              </a:ext>
            </a:extLst>
          </p:cNvPr>
          <p:cNvSpPr/>
          <p:nvPr userDrawn="1"/>
        </p:nvSpPr>
        <p:spPr>
          <a:xfrm rot="18882919">
            <a:off x="1187944" y="438386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L 도형 48">
            <a:extLst>
              <a:ext uri="{FF2B5EF4-FFF2-40B4-BE49-F238E27FC236}">
                <a16:creationId xmlns:a16="http://schemas.microsoft.com/office/drawing/2014/main" id="{08F87775-4A78-4F97-B5BF-DDDBC123E41F}"/>
              </a:ext>
            </a:extLst>
          </p:cNvPr>
          <p:cNvSpPr/>
          <p:nvPr userDrawn="1"/>
        </p:nvSpPr>
        <p:spPr>
          <a:xfrm rot="8300341">
            <a:off x="1187944" y="4798343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7AB751FC-E85F-4527-A22C-D6660FABF5D0}"/>
              </a:ext>
            </a:extLst>
          </p:cNvPr>
          <p:cNvCxnSpPr>
            <a:cxnSpLocks/>
          </p:cNvCxnSpPr>
          <p:nvPr userDrawn="1"/>
        </p:nvCxnSpPr>
        <p:spPr>
          <a:xfrm>
            <a:off x="68156" y="3070334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81B046C-D505-40C5-BF6F-2883AD1A0828}"/>
              </a:ext>
            </a:extLst>
          </p:cNvPr>
          <p:cNvCxnSpPr>
            <a:cxnSpLocks/>
          </p:cNvCxnSpPr>
          <p:nvPr userDrawn="1"/>
        </p:nvCxnSpPr>
        <p:spPr>
          <a:xfrm>
            <a:off x="68156" y="3453858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0CACF569-1AF0-42DB-8474-EE26D0E39E11}"/>
              </a:ext>
            </a:extLst>
          </p:cNvPr>
          <p:cNvCxnSpPr>
            <a:cxnSpLocks/>
          </p:cNvCxnSpPr>
          <p:nvPr userDrawn="1"/>
        </p:nvCxnSpPr>
        <p:spPr>
          <a:xfrm>
            <a:off x="68156" y="3837382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738926FB-91E6-4362-A343-87B3F93420FE}"/>
              </a:ext>
            </a:extLst>
          </p:cNvPr>
          <p:cNvCxnSpPr>
            <a:cxnSpLocks/>
          </p:cNvCxnSpPr>
          <p:nvPr userDrawn="1"/>
        </p:nvCxnSpPr>
        <p:spPr>
          <a:xfrm>
            <a:off x="68156" y="4220906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EF5F53-3E0C-41FD-AFFF-9B9A0ADC6230}"/>
              </a:ext>
            </a:extLst>
          </p:cNvPr>
          <p:cNvCxnSpPr>
            <a:cxnSpLocks/>
          </p:cNvCxnSpPr>
          <p:nvPr userDrawn="1"/>
        </p:nvCxnSpPr>
        <p:spPr>
          <a:xfrm>
            <a:off x="68156" y="4604430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7101CA82-7D80-41DA-BA1E-1E6E6873BD81}"/>
              </a:ext>
            </a:extLst>
          </p:cNvPr>
          <p:cNvCxnSpPr>
            <a:cxnSpLocks/>
          </p:cNvCxnSpPr>
          <p:nvPr userDrawn="1"/>
        </p:nvCxnSpPr>
        <p:spPr>
          <a:xfrm>
            <a:off x="68156" y="4987953"/>
            <a:ext cx="121057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C174346A-5E15-4902-B1D1-92E70EDAB193}"/>
              </a:ext>
            </a:extLst>
          </p:cNvPr>
          <p:cNvGrpSpPr/>
          <p:nvPr userDrawn="1"/>
        </p:nvGrpSpPr>
        <p:grpSpPr>
          <a:xfrm>
            <a:off x="-18324" y="4991650"/>
            <a:ext cx="1367481" cy="1859383"/>
            <a:chOff x="-29833" y="4164808"/>
            <a:chExt cx="1367481" cy="1674604"/>
          </a:xfrm>
        </p:grpSpPr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188FBD7D-FE59-47DD-91E5-607231858D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5159666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A4B09035-D6E0-4A61-913D-EFA480ACB665}"/>
                </a:ext>
              </a:extLst>
            </p:cNvPr>
            <p:cNvGrpSpPr/>
            <p:nvPr userDrawn="1"/>
          </p:nvGrpSpPr>
          <p:grpSpPr>
            <a:xfrm>
              <a:off x="-29833" y="4164808"/>
              <a:ext cx="1367481" cy="1674604"/>
              <a:chOff x="-27382" y="2859683"/>
              <a:chExt cx="1367481" cy="1674604"/>
            </a:xfrm>
          </p:grpSpPr>
          <p:cxnSp>
            <p:nvCxnSpPr>
              <p:cNvPr id="84" name="직선 연결선 83">
                <a:extLst>
                  <a:ext uri="{FF2B5EF4-FFF2-40B4-BE49-F238E27FC236}">
                    <a16:creationId xmlns:a16="http://schemas.microsoft.com/office/drawing/2014/main" id="{5A8D1B10-41B7-47A7-A5AF-AC9339972F6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68156" y="3671892"/>
                <a:ext cx="1210577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직선 연결선 84">
                <a:extLst>
                  <a:ext uri="{FF2B5EF4-FFF2-40B4-BE49-F238E27FC236}">
                    <a16:creationId xmlns:a16="http://schemas.microsoft.com/office/drawing/2014/main" id="{2E0BD889-6801-4964-AE7F-C1849A6CA218}"/>
                  </a:ext>
                </a:extLst>
              </p:cNvPr>
              <p:cNvCxnSpPr/>
              <p:nvPr userDrawn="1"/>
            </p:nvCxnSpPr>
            <p:spPr>
              <a:xfrm>
                <a:off x="0" y="3070334"/>
                <a:ext cx="1340099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DF655EC3-E3E7-49EE-A6FC-6A9855897F02}"/>
                  </a:ext>
                </a:extLst>
              </p:cNvPr>
              <p:cNvSpPr/>
              <p:nvPr userDrawn="1"/>
            </p:nvSpPr>
            <p:spPr>
              <a:xfrm>
                <a:off x="0" y="2859683"/>
                <a:ext cx="1340099" cy="1674604"/>
              </a:xfrm>
              <a:prstGeom prst="rect">
                <a:avLst/>
              </a:prstGeom>
              <a:solidFill>
                <a:srgbClr val="A792DC"/>
              </a:solidFill>
              <a:ln w="6350">
                <a:solidFill>
                  <a:srgbClr val="DCDCD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1CB3AEF4-F09F-4432-929B-0F250EA4CF07}"/>
                  </a:ext>
                </a:extLst>
              </p:cNvPr>
              <p:cNvSpPr/>
              <p:nvPr userDrawn="1"/>
            </p:nvSpPr>
            <p:spPr>
              <a:xfrm>
                <a:off x="-27382" y="3134176"/>
                <a:ext cx="1367481" cy="24435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endParaRPr lang="ko-KR" altLang="en-US" sz="800" b="1" dirty="0">
                  <a:solidFill>
                    <a:srgbClr val="E6E6E6"/>
                  </a:solidFill>
                </a:endParaRPr>
              </a:p>
            </p:txBody>
          </p:sp>
        </p:grp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6DF942E2-F44B-4F42-8219-BA69090FB1ED}"/>
                </a:ext>
              </a:extLst>
            </p:cNvPr>
            <p:cNvSpPr/>
            <p:nvPr userDrawn="1"/>
          </p:nvSpPr>
          <p:spPr>
            <a:xfrm>
              <a:off x="-29833" y="4222747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endParaRPr lang="ko-KR" altLang="en-US" sz="800" b="1" dirty="0">
                <a:solidFill>
                  <a:srgbClr val="E6E6E6"/>
                </a:solidFill>
              </a:endParaRP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EB93EE34-12C5-4814-898A-37B2D41B237D}"/>
              </a:ext>
            </a:extLst>
          </p:cNvPr>
          <p:cNvSpPr/>
          <p:nvPr userDrawn="1"/>
        </p:nvSpPr>
        <p:spPr>
          <a:xfrm>
            <a:off x="-2450" y="6256449"/>
            <a:ext cx="1340099" cy="601551"/>
          </a:xfrm>
          <a:prstGeom prst="rect">
            <a:avLst/>
          </a:prstGeom>
          <a:solidFill>
            <a:srgbClr val="7351C7"/>
          </a:solidFill>
          <a:ln w="63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773DAF7-CFFF-4DA6-955E-D88EC17726DB}"/>
              </a:ext>
            </a:extLst>
          </p:cNvPr>
          <p:cNvSpPr/>
          <p:nvPr userDrawn="1"/>
        </p:nvSpPr>
        <p:spPr>
          <a:xfrm>
            <a:off x="-29832" y="6320291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E6E6E6"/>
                </a:solidFill>
              </a:rPr>
              <a:t> 공통코드 등록</a:t>
            </a: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91B32BB5-A959-4C9D-A9B9-1699F5A0FC65}"/>
              </a:ext>
            </a:extLst>
          </p:cNvPr>
          <p:cNvSpPr/>
          <p:nvPr userDrawn="1"/>
        </p:nvSpPr>
        <p:spPr>
          <a:xfrm>
            <a:off x="-29832" y="6546890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800" b="1" dirty="0">
                <a:solidFill>
                  <a:srgbClr val="57F380"/>
                </a:solidFill>
              </a:rPr>
              <a:t> 공통코드 조회</a:t>
            </a: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212A29F7-A763-4F57-8BCD-0B60FBE19A8E}"/>
              </a:ext>
            </a:extLst>
          </p:cNvPr>
          <p:cNvSpPr/>
          <p:nvPr userDrawn="1"/>
        </p:nvSpPr>
        <p:spPr>
          <a:xfrm>
            <a:off x="-27383" y="5030013"/>
            <a:ext cx="1367481" cy="24435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화면 그룹 권한 관리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1A8EBD2-AED7-4778-90D9-BDFE16EE792A}"/>
              </a:ext>
            </a:extLst>
          </p:cNvPr>
          <p:cNvGrpSpPr/>
          <p:nvPr userDrawn="1"/>
        </p:nvGrpSpPr>
        <p:grpSpPr>
          <a:xfrm>
            <a:off x="-27383" y="5289113"/>
            <a:ext cx="1367481" cy="244356"/>
            <a:chOff x="125017" y="5182413"/>
            <a:chExt cx="1367481" cy="244356"/>
          </a:xfrm>
        </p:grpSpPr>
        <p:sp>
          <p:nvSpPr>
            <p:cNvPr id="108" name="L 도형 107">
              <a:extLst>
                <a:ext uri="{FF2B5EF4-FFF2-40B4-BE49-F238E27FC236}">
                  <a16:creationId xmlns:a16="http://schemas.microsoft.com/office/drawing/2014/main" id="{900D9BD8-4ECE-436B-98E5-39C8BDEA4664}"/>
                </a:ext>
              </a:extLst>
            </p:cNvPr>
            <p:cNvSpPr/>
            <p:nvPr userDrawn="1"/>
          </p:nvSpPr>
          <p:spPr>
            <a:xfrm rot="18979404">
              <a:off x="1340344" y="5273531"/>
              <a:ext cx="45719" cy="45719"/>
            </a:xfrm>
            <a:prstGeom prst="corner">
              <a:avLst>
                <a:gd name="adj1" fmla="val 12240"/>
                <a:gd name="adj2" fmla="val 12240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3F9D0279-1DD3-45A2-AF03-73544A91A79F}"/>
                </a:ext>
              </a:extLst>
            </p:cNvPr>
            <p:cNvSpPr/>
            <p:nvPr userDrawn="1"/>
          </p:nvSpPr>
          <p:spPr>
            <a:xfrm>
              <a:off x="125017" y="5182413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chemeClr val="bg1"/>
                  </a:solidFill>
                </a:rPr>
                <a:t> </a:t>
              </a:r>
              <a:r>
                <a:rPr lang="ko-KR" altLang="en-US" sz="800" b="1" dirty="0">
                  <a:solidFill>
                    <a:schemeClr val="bg1"/>
                  </a:solidFill>
                </a:rPr>
                <a:t>게시판 그룹 권한 관리</a:t>
              </a:r>
            </a:p>
          </p:txBody>
        </p:sp>
      </p:grp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735B814B-B578-4EEE-9635-7C7A0AD66963}"/>
              </a:ext>
            </a:extLst>
          </p:cNvPr>
          <p:cNvSpPr/>
          <p:nvPr userDrawn="1"/>
        </p:nvSpPr>
        <p:spPr>
          <a:xfrm>
            <a:off x="-27383" y="5574066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사용자 메뉴 관리</a:t>
            </a: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5C23B237-FD2E-4128-BF12-C50CBFA4940A}"/>
              </a:ext>
            </a:extLst>
          </p:cNvPr>
          <p:cNvSpPr/>
          <p:nvPr userDrawn="1"/>
        </p:nvSpPr>
        <p:spPr>
          <a:xfrm>
            <a:off x="-27383" y="5822631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관리자 메뉴 관리</a:t>
            </a:r>
          </a:p>
        </p:txBody>
      </p: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C7E66683-3156-45A2-90D8-7E6E61C06C1E}"/>
              </a:ext>
            </a:extLst>
          </p:cNvPr>
          <p:cNvSpPr/>
          <p:nvPr userDrawn="1"/>
        </p:nvSpPr>
        <p:spPr>
          <a:xfrm>
            <a:off x="-27383" y="6060545"/>
            <a:ext cx="1367481" cy="20194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ko-KR" sz="800" b="1" dirty="0">
                <a:solidFill>
                  <a:schemeClr val="bg1"/>
                </a:solidFill>
              </a:rPr>
              <a:t> </a:t>
            </a:r>
            <a:r>
              <a:rPr lang="ko-KR" altLang="en-US" sz="800" b="1" dirty="0">
                <a:solidFill>
                  <a:schemeClr val="bg1"/>
                </a:solidFill>
              </a:rPr>
              <a:t>공통코드 관리</a:t>
            </a:r>
          </a:p>
        </p:txBody>
      </p:sp>
      <p:sp>
        <p:nvSpPr>
          <p:cNvPr id="65" name="L 도형 64">
            <a:extLst>
              <a:ext uri="{FF2B5EF4-FFF2-40B4-BE49-F238E27FC236}">
                <a16:creationId xmlns:a16="http://schemas.microsoft.com/office/drawing/2014/main" id="{C804945A-E2F4-40B2-92E3-922EFE844A51}"/>
              </a:ext>
            </a:extLst>
          </p:cNvPr>
          <p:cNvSpPr/>
          <p:nvPr userDrawn="1"/>
        </p:nvSpPr>
        <p:spPr>
          <a:xfrm rot="18866294">
            <a:off x="1187944" y="511160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L 도형 67">
            <a:extLst>
              <a:ext uri="{FF2B5EF4-FFF2-40B4-BE49-F238E27FC236}">
                <a16:creationId xmlns:a16="http://schemas.microsoft.com/office/drawing/2014/main" id="{FDDCBEA0-47A4-48CF-9073-E3EAC2618BE1}"/>
              </a:ext>
            </a:extLst>
          </p:cNvPr>
          <p:cNvSpPr/>
          <p:nvPr userDrawn="1"/>
        </p:nvSpPr>
        <p:spPr>
          <a:xfrm rot="8312293">
            <a:off x="1185204" y="6151865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L 도형 61">
            <a:extLst>
              <a:ext uri="{FF2B5EF4-FFF2-40B4-BE49-F238E27FC236}">
                <a16:creationId xmlns:a16="http://schemas.microsoft.com/office/drawing/2014/main" id="{3D8C0FF5-C4C3-4DB9-B701-0F651A85B7F5}"/>
              </a:ext>
            </a:extLst>
          </p:cNvPr>
          <p:cNvSpPr/>
          <p:nvPr userDrawn="1"/>
        </p:nvSpPr>
        <p:spPr>
          <a:xfrm rot="18979404">
            <a:off x="1185204" y="5646376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L 도형 62">
            <a:extLst>
              <a:ext uri="{FF2B5EF4-FFF2-40B4-BE49-F238E27FC236}">
                <a16:creationId xmlns:a16="http://schemas.microsoft.com/office/drawing/2014/main" id="{3EE83FA7-0920-401C-BFBB-944301041A2B}"/>
              </a:ext>
            </a:extLst>
          </p:cNvPr>
          <p:cNvSpPr/>
          <p:nvPr userDrawn="1"/>
        </p:nvSpPr>
        <p:spPr>
          <a:xfrm rot="18979404">
            <a:off x="1185205" y="5895582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788E38D-182D-4EB0-A799-F79C43F342F7}"/>
              </a:ext>
            </a:extLst>
          </p:cNvPr>
          <p:cNvSpPr/>
          <p:nvPr userDrawn="1"/>
        </p:nvSpPr>
        <p:spPr>
          <a:xfrm>
            <a:off x="10250" y="989820"/>
            <a:ext cx="9367403" cy="276109"/>
          </a:xfrm>
          <a:prstGeom prst="rect">
            <a:avLst/>
          </a:prstGeom>
          <a:solidFill>
            <a:srgbClr val="A792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3C3A4C0-9051-4AFA-A02E-DE3CBE07704B}"/>
              </a:ext>
            </a:extLst>
          </p:cNvPr>
          <p:cNvSpPr txBox="1"/>
          <p:nvPr userDrawn="1"/>
        </p:nvSpPr>
        <p:spPr>
          <a:xfrm>
            <a:off x="8674824" y="1010297"/>
            <a:ext cx="7980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로그아웃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0E01C55-E2D4-474B-817C-3E6AF6730B4B}"/>
              </a:ext>
            </a:extLst>
          </p:cNvPr>
          <p:cNvSpPr txBox="1"/>
          <p:nvPr userDrawn="1"/>
        </p:nvSpPr>
        <p:spPr>
          <a:xfrm>
            <a:off x="784242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마이페이지</a:t>
            </a:r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F7E53B21-5089-4C7D-9397-4F8B2B03565F}"/>
              </a:ext>
            </a:extLst>
          </p:cNvPr>
          <p:cNvCxnSpPr>
            <a:cxnSpLocks/>
          </p:cNvCxnSpPr>
          <p:nvPr userDrawn="1"/>
        </p:nvCxnSpPr>
        <p:spPr>
          <a:xfrm>
            <a:off x="8635887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F6C5A312-0C37-40C8-BFCD-95CEA52F6892}"/>
              </a:ext>
            </a:extLst>
          </p:cNvPr>
          <p:cNvCxnSpPr>
            <a:cxnSpLocks/>
          </p:cNvCxnSpPr>
          <p:nvPr userDrawn="1"/>
        </p:nvCxnSpPr>
        <p:spPr>
          <a:xfrm>
            <a:off x="7842422" y="1035318"/>
            <a:ext cx="0" cy="19102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92E1BA0-2F88-4007-A826-4997DF2ECFFE}"/>
              </a:ext>
            </a:extLst>
          </p:cNvPr>
          <p:cNvSpPr txBox="1"/>
          <p:nvPr userDrawn="1"/>
        </p:nvSpPr>
        <p:spPr>
          <a:xfrm>
            <a:off x="7162352" y="999145"/>
            <a:ext cx="101672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>
                <a:solidFill>
                  <a:schemeClr val="bg1"/>
                </a:solidFill>
              </a:rPr>
              <a:t>OOO</a:t>
            </a:r>
            <a:r>
              <a:rPr lang="ko-KR" altLang="en-US" sz="1000" dirty="0">
                <a:solidFill>
                  <a:schemeClr val="bg1"/>
                </a:solidFill>
              </a:rPr>
              <a:t> 님</a:t>
            </a:r>
          </a:p>
        </p:txBody>
      </p:sp>
      <p:pic>
        <p:nvPicPr>
          <p:cNvPr id="82" name="그림 81">
            <a:extLst>
              <a:ext uri="{FF2B5EF4-FFF2-40B4-BE49-F238E27FC236}">
                <a16:creationId xmlns:a16="http://schemas.microsoft.com/office/drawing/2014/main" id="{EB9669CD-E7AB-4DE0-86B1-7A3CF83E4CC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955" y="982797"/>
            <a:ext cx="1345202" cy="293362"/>
          </a:xfrm>
          <a:prstGeom prst="rect">
            <a:avLst/>
          </a:prstGeom>
        </p:spPr>
      </p:pic>
      <p:sp>
        <p:nvSpPr>
          <p:cNvPr id="94" name="타원 93">
            <a:extLst>
              <a:ext uri="{FF2B5EF4-FFF2-40B4-BE49-F238E27FC236}">
                <a16:creationId xmlns:a16="http://schemas.microsoft.com/office/drawing/2014/main" id="{C4C16508-F981-4966-9B0E-C740CE4A1F97}"/>
              </a:ext>
            </a:extLst>
          </p:cNvPr>
          <p:cNvSpPr/>
          <p:nvPr userDrawn="1"/>
        </p:nvSpPr>
        <p:spPr>
          <a:xfrm>
            <a:off x="157098" y="1386591"/>
            <a:ext cx="998519" cy="998519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프로필 사진</a:t>
            </a:r>
            <a:endParaRPr lang="en-US" altLang="ko-KR" sz="1100" dirty="0">
              <a:solidFill>
                <a:schemeClr val="tx1"/>
              </a:solidFill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</a:rPr>
              <a:t>없을시</a:t>
            </a:r>
            <a:r>
              <a:rPr lang="ko-KR" altLang="en-US" sz="1100" dirty="0">
                <a:solidFill>
                  <a:schemeClr val="tx1"/>
                </a:solidFill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</a:rPr>
              <a:t>기본이미지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0B049797-D0E1-497F-824D-194141444BF9}"/>
              </a:ext>
            </a:extLst>
          </p:cNvPr>
          <p:cNvGrpSpPr/>
          <p:nvPr userDrawn="1"/>
        </p:nvGrpSpPr>
        <p:grpSpPr>
          <a:xfrm>
            <a:off x="879157" y="2147996"/>
            <a:ext cx="203517" cy="197814"/>
            <a:chOff x="2861908" y="2009695"/>
            <a:chExt cx="222922" cy="216675"/>
          </a:xfrm>
        </p:grpSpPr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79F3B87E-2018-4127-BBFA-18CA3D28F638}"/>
                </a:ext>
              </a:extLst>
            </p:cNvPr>
            <p:cNvSpPr/>
            <p:nvPr userDrawn="1"/>
          </p:nvSpPr>
          <p:spPr>
            <a:xfrm>
              <a:off x="2861908" y="2009695"/>
              <a:ext cx="222922" cy="216675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97" name="그래픽 96" descr="카메라">
              <a:extLst>
                <a:ext uri="{FF2B5EF4-FFF2-40B4-BE49-F238E27FC236}">
                  <a16:creationId xmlns:a16="http://schemas.microsoft.com/office/drawing/2014/main" id="{32E8D4A3-AEED-4A2A-9684-D224BD18E35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12269" y="2049046"/>
              <a:ext cx="128170" cy="128170"/>
            </a:xfrm>
            <a:prstGeom prst="rect">
              <a:avLst/>
            </a:prstGeom>
          </p:spPr>
        </p:pic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C3D07BB6-ACCE-48A3-A36C-14248D45E48B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3D8C612-63B2-47B8-85CE-6E5B25132CA4}"/>
              </a:ext>
            </a:extLst>
          </p:cNvPr>
          <p:cNvSpPr/>
          <p:nvPr userDrawn="1"/>
        </p:nvSpPr>
        <p:spPr>
          <a:xfrm>
            <a:off x="1351428" y="1251370"/>
            <a:ext cx="179848" cy="276110"/>
          </a:xfrm>
          <a:prstGeom prst="roundRect">
            <a:avLst>
              <a:gd name="adj" fmla="val 10934"/>
            </a:avLst>
          </a:prstGeom>
          <a:solidFill>
            <a:srgbClr val="002060"/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L 도형 82">
            <a:extLst>
              <a:ext uri="{FF2B5EF4-FFF2-40B4-BE49-F238E27FC236}">
                <a16:creationId xmlns:a16="http://schemas.microsoft.com/office/drawing/2014/main" id="{77794963-7DC8-4119-B133-FB4997210D4E}"/>
              </a:ext>
            </a:extLst>
          </p:cNvPr>
          <p:cNvSpPr/>
          <p:nvPr userDrawn="1"/>
        </p:nvSpPr>
        <p:spPr>
          <a:xfrm rot="2791374">
            <a:off x="1422981" y="1355851"/>
            <a:ext cx="69484" cy="69172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7F040F9C-5EB4-46ED-B2ED-3C8D9E88172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8730" y="1006291"/>
            <a:ext cx="1311369" cy="259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30392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0EC0945-698F-493E-B2AE-CD3BAEEEB975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2450" y="6954"/>
          <a:ext cx="12194450" cy="457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9250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295296589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276954837"/>
                    </a:ext>
                  </a:extLst>
                </a:gridCol>
                <a:gridCol w="6649200">
                  <a:extLst>
                    <a:ext uri="{9D8B030D-6E8A-4147-A177-3AD203B41FA5}">
                      <a16:colId xmlns:a16="http://schemas.microsoft.com/office/drawing/2014/main" val="2256846263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958454273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32631559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화면명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주제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담당자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화면경로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화면</a:t>
                      </a:r>
                      <a:r>
                        <a:rPr lang="en-US" altLang="ko-KR" sz="900" dirty="0"/>
                        <a:t>ID</a:t>
                      </a:r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2DC42FC-7B0B-4A23-97D1-FCEB4BC23409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9385729" y="457200"/>
          <a:ext cx="2806271" cy="6400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6271">
                  <a:extLst>
                    <a:ext uri="{9D8B030D-6E8A-4147-A177-3AD203B41FA5}">
                      <a16:colId xmlns:a16="http://schemas.microsoft.com/office/drawing/2014/main" val="807699407"/>
                    </a:ext>
                  </a:extLst>
                </a:gridCol>
              </a:tblGrid>
              <a:tr h="2304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5088803"/>
                  </a:ext>
                </a:extLst>
              </a:tr>
              <a:tr h="617040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4048"/>
                  </a:ext>
                </a:extLst>
              </a:tr>
            </a:tbl>
          </a:graphicData>
        </a:graphic>
      </p:graphicFrame>
      <p:grpSp>
        <p:nvGrpSpPr>
          <p:cNvPr id="12" name="Browser" descr="&lt;SmartSettings&gt;&lt;SmartResize enabled=&quot;True&quot; minWidth=&quot;140&quot; minHeight=&quot;50&quot; /&gt;&lt;/SmartSettings&gt;">
            <a:extLst>
              <a:ext uri="{FF2B5EF4-FFF2-40B4-BE49-F238E27FC236}">
                <a16:creationId xmlns:a16="http://schemas.microsoft.com/office/drawing/2014/main" id="{92E43702-B912-467D-AEC0-1CB6A0D3CD6D}"/>
              </a:ext>
            </a:extLst>
          </p:cNvPr>
          <p:cNvGrpSpPr/>
          <p:nvPr userDrawn="1">
            <p:custDataLst>
              <p:tags r:id="rId1"/>
            </p:custDataLst>
          </p:nvPr>
        </p:nvGrpSpPr>
        <p:grpSpPr>
          <a:xfrm>
            <a:off x="1610302" y="571889"/>
            <a:ext cx="6162675" cy="6178375"/>
            <a:chOff x="595683" y="1261242"/>
            <a:chExt cx="6668462" cy="4352542"/>
          </a:xfrm>
        </p:grpSpPr>
        <p:sp>
          <p:nvSpPr>
            <p:cNvPr id="13" name="Window Body" descr="&lt;SmartSettings&gt;&lt;SmartResize anchorLeft=&quot;Absolute&quot; anchorTop=&quot;Absolute&quot; anchorRight=&quot;Absolute&quot; anchorBottom=&quot;Absolute&quot; /&gt;&lt;/SmartSettings&gt;">
              <a:extLst>
                <a:ext uri="{FF2B5EF4-FFF2-40B4-BE49-F238E27FC236}">
                  <a16:creationId xmlns:a16="http://schemas.microsoft.com/office/drawing/2014/main" id="{4EAA739C-14C5-46C3-9A05-DA8C7DF1F3AB}"/>
                </a:ext>
              </a:extLst>
            </p:cNvPr>
            <p:cNvSpPr/>
            <p:nvPr userDrawn="1">
              <p:custDataLst>
                <p:tags r:id="rId2"/>
              </p:custDataLst>
            </p:nvPr>
          </p:nvSpPr>
          <p:spPr>
            <a:xfrm>
              <a:off x="595683" y="1638128"/>
              <a:ext cx="6668462" cy="3975656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4" name="Title Bar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CF65A4B5-1DFD-4C30-8E3C-24E60B179FCD}"/>
                </a:ext>
              </a:extLst>
            </p:cNvPr>
            <p:cNvSpPr/>
            <p:nvPr userDrawn="1">
              <p:custDataLst>
                <p:tags r:id="rId3"/>
              </p:custDataLst>
            </p:nvPr>
          </p:nvSpPr>
          <p:spPr>
            <a:xfrm>
              <a:off x="595685" y="1261242"/>
              <a:ext cx="6668460" cy="37836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dirty="0" err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피오니키즈</a:t>
              </a:r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Menu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4086CA36-6058-44AD-88F9-B8D9C0BA30B1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4"/>
              </p:custDataLst>
            </p:nvPr>
          </p:nvSpPr>
          <p:spPr bwMode="auto">
            <a:xfrm>
              <a:off x="7006742" y="1477911"/>
              <a:ext cx="161469" cy="79405"/>
            </a:xfrm>
            <a:custGeom>
              <a:avLst/>
              <a:gdLst>
                <a:gd name="T0" fmla="*/ 0 w 415"/>
                <a:gd name="T1" fmla="*/ 309 h 309"/>
                <a:gd name="T2" fmla="*/ 415 w 415"/>
                <a:gd name="T3" fmla="*/ 309 h 309"/>
                <a:gd name="T4" fmla="*/ 0 w 415"/>
                <a:gd name="T5" fmla="*/ 155 h 309"/>
                <a:gd name="T6" fmla="*/ 415 w 415"/>
                <a:gd name="T7" fmla="*/ 155 h 309"/>
                <a:gd name="T8" fmla="*/ 0 w 415"/>
                <a:gd name="T9" fmla="*/ 0 h 309"/>
                <a:gd name="T10" fmla="*/ 415 w 415"/>
                <a:gd name="T11" fmla="*/ 0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15" h="309">
                  <a:moveTo>
                    <a:pt x="0" y="309"/>
                  </a:moveTo>
                  <a:lnTo>
                    <a:pt x="415" y="309"/>
                  </a:lnTo>
                  <a:moveTo>
                    <a:pt x="0" y="155"/>
                  </a:moveTo>
                  <a:lnTo>
                    <a:pt x="415" y="155"/>
                  </a:lnTo>
                  <a:moveTo>
                    <a:pt x="0" y="0"/>
                  </a:moveTo>
                  <a:lnTo>
                    <a:pt x="415" y="0"/>
                  </a:lnTo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6" name="Close Button" descr="&lt;SmartSettings&gt;&lt;SmartResize anchorLeft=&quot;Non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DB8E28D-8706-4C59-B4AF-2678E3785347}"/>
                </a:ext>
              </a:extLst>
            </p:cNvPr>
            <p:cNvSpPr>
              <a:spLocks noEditPoints="1"/>
            </p:cNvSpPr>
            <p:nvPr userDrawn="1">
              <p:custDataLst>
                <p:tags r:id="rId5"/>
              </p:custDataLst>
            </p:nvPr>
          </p:nvSpPr>
          <p:spPr bwMode="auto">
            <a:xfrm>
              <a:off x="7035956" y="1311434"/>
              <a:ext cx="106503" cy="67102"/>
            </a:xfrm>
            <a:custGeom>
              <a:avLst/>
              <a:gdLst>
                <a:gd name="T0" fmla="*/ 254 w 254"/>
                <a:gd name="T1" fmla="*/ 0 h 254"/>
                <a:gd name="T2" fmla="*/ 0 w 254"/>
                <a:gd name="T3" fmla="*/ 254 h 254"/>
                <a:gd name="T4" fmla="*/ 0 w 254"/>
                <a:gd name="T5" fmla="*/ 0 h 254"/>
                <a:gd name="T6" fmla="*/ 254 w 254"/>
                <a:gd name="T7" fmla="*/ 254 h 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54" h="254">
                  <a:moveTo>
                    <a:pt x="254" y="0"/>
                  </a:moveTo>
                  <a:lnTo>
                    <a:pt x="0" y="254"/>
                  </a:lnTo>
                  <a:moveTo>
                    <a:pt x="0" y="0"/>
                  </a:moveTo>
                  <a:lnTo>
                    <a:pt x="254" y="254"/>
                  </a:lnTo>
                </a:path>
              </a:pathLst>
            </a:custGeom>
            <a:noFill/>
            <a:ln w="9525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7" name="Address Box" descr="&lt;SmartSettings&gt;&lt;SmartResize anchorLeft=&quot;Absolute&quot; anchorTop=&quot;Absolute&quot; anchorRight=&quot;Absolute&quot; anchorBottom=&quot;None&quot; /&gt;&lt;/SmartSettings&gt;">
              <a:extLst>
                <a:ext uri="{FF2B5EF4-FFF2-40B4-BE49-F238E27FC236}">
                  <a16:creationId xmlns:a16="http://schemas.microsoft.com/office/drawing/2014/main" id="{80F5F444-7EBC-40F3-ADAA-B9E42AD113A7}"/>
                </a:ext>
              </a:extLst>
            </p:cNvPr>
            <p:cNvSpPr/>
            <p:nvPr userDrawn="1">
              <p:custDataLst>
                <p:tags r:id="rId6"/>
              </p:custDataLst>
            </p:nvPr>
          </p:nvSpPr>
          <p:spPr>
            <a:xfrm>
              <a:off x="1572703" y="1433872"/>
              <a:ext cx="5338102" cy="16748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237744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www.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pioneerkids.us/admin/...........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8" name="Document Icon" descr="&lt;SmartSettings&gt;&lt;SmartResize anchorLeft=&quot;Absolute&quot; anchorTop=&quot;Absolute&quot; anchorRight=&quot;None&quot; anchorBottom=&quot;None&quot; /&gt;&lt;/SmartSettings&gt;">
              <a:extLst>
                <a:ext uri="{FF2B5EF4-FFF2-40B4-BE49-F238E27FC236}">
                  <a16:creationId xmlns:a16="http://schemas.microsoft.com/office/drawing/2014/main" id="{32795389-3146-46B8-AF1F-2D49EAD1475F}"/>
                </a:ext>
              </a:extLst>
            </p:cNvPr>
            <p:cNvSpPr>
              <a:spLocks noChangeAspect="1" noEditPoints="1"/>
            </p:cNvSpPr>
            <p:nvPr userDrawn="1">
              <p:custDataLst>
                <p:tags r:id="rId7"/>
              </p:custDataLst>
            </p:nvPr>
          </p:nvSpPr>
          <p:spPr bwMode="auto">
            <a:xfrm>
              <a:off x="1655075" y="1470642"/>
              <a:ext cx="101350" cy="93942"/>
            </a:xfrm>
            <a:custGeom>
              <a:avLst/>
              <a:gdLst>
                <a:gd name="T0" fmla="*/ 153 w 260"/>
                <a:gd name="T1" fmla="*/ 7 h 367"/>
                <a:gd name="T2" fmla="*/ 153 w 260"/>
                <a:gd name="T3" fmla="*/ 108 h 367"/>
                <a:gd name="T4" fmla="*/ 253 w 260"/>
                <a:gd name="T5" fmla="*/ 108 h 367"/>
                <a:gd name="T6" fmla="*/ 0 w 260"/>
                <a:gd name="T7" fmla="*/ 0 h 367"/>
                <a:gd name="T8" fmla="*/ 0 w 260"/>
                <a:gd name="T9" fmla="*/ 367 h 367"/>
                <a:gd name="T10" fmla="*/ 260 w 260"/>
                <a:gd name="T11" fmla="*/ 367 h 367"/>
                <a:gd name="T12" fmla="*/ 260 w 260"/>
                <a:gd name="T13" fmla="*/ 100 h 367"/>
                <a:gd name="T14" fmla="*/ 161 w 260"/>
                <a:gd name="T15" fmla="*/ 1 h 367"/>
                <a:gd name="T16" fmla="*/ 0 w 260"/>
                <a:gd name="T17" fmla="*/ 0 h 3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60" h="367">
                  <a:moveTo>
                    <a:pt x="153" y="7"/>
                  </a:moveTo>
                  <a:lnTo>
                    <a:pt x="153" y="108"/>
                  </a:lnTo>
                  <a:lnTo>
                    <a:pt x="253" y="108"/>
                  </a:lnTo>
                  <a:moveTo>
                    <a:pt x="0" y="0"/>
                  </a:moveTo>
                  <a:lnTo>
                    <a:pt x="0" y="367"/>
                  </a:lnTo>
                  <a:lnTo>
                    <a:pt x="260" y="367"/>
                  </a:lnTo>
                  <a:lnTo>
                    <a:pt x="260" y="100"/>
                  </a:lnTo>
                  <a:lnTo>
                    <a:pt x="161" y="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6350" cap="flat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9" name="Navigation Buttons">
              <a:extLst>
                <a:ext uri="{FF2B5EF4-FFF2-40B4-BE49-F238E27FC236}">
                  <a16:creationId xmlns:a16="http://schemas.microsoft.com/office/drawing/2014/main" id="{5544A8D4-C1DE-4A07-9217-8FCCBDC738F2}"/>
                </a:ext>
              </a:extLst>
            </p:cNvPr>
            <p:cNvGrpSpPr/>
            <p:nvPr userDrawn="1"/>
          </p:nvGrpSpPr>
          <p:grpSpPr>
            <a:xfrm>
              <a:off x="731929" y="1456662"/>
              <a:ext cx="693990" cy="121901"/>
              <a:chOff x="731929" y="1456662"/>
              <a:chExt cx="693990" cy="121901"/>
            </a:xfrm>
          </p:grpSpPr>
          <p:sp>
            <p:nvSpPr>
              <p:cNvPr id="20" name="Back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E54F3070-4B8A-4C65-81BA-359FB4A9EC1F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8"/>
                </p:custDataLst>
              </p:nvPr>
            </p:nvSpPr>
            <p:spPr bwMode="auto">
              <a:xfrm>
                <a:off x="731929" y="1475118"/>
                <a:ext cx="164908" cy="84995"/>
              </a:xfrm>
              <a:custGeom>
                <a:avLst/>
                <a:gdLst>
                  <a:gd name="T0" fmla="*/ 159 w 423"/>
                  <a:gd name="T1" fmla="*/ 332 h 332"/>
                  <a:gd name="T2" fmla="*/ 0 w 423"/>
                  <a:gd name="T3" fmla="*/ 166 h 332"/>
                  <a:gd name="T4" fmla="*/ 159 w 423"/>
                  <a:gd name="T5" fmla="*/ 0 h 332"/>
                  <a:gd name="T6" fmla="*/ 15 w 423"/>
                  <a:gd name="T7" fmla="*/ 166 h 332"/>
                  <a:gd name="T8" fmla="*/ 423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159" y="332"/>
                    </a:moveTo>
                    <a:lnTo>
                      <a:pt x="0" y="166"/>
                    </a:lnTo>
                    <a:lnTo>
                      <a:pt x="159" y="0"/>
                    </a:lnTo>
                    <a:moveTo>
                      <a:pt x="15" y="166"/>
                    </a:moveTo>
                    <a:lnTo>
                      <a:pt x="423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1" name="Forwar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2098C70B-03AC-49F4-B17E-4CAFF6F82F3D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9"/>
                </p:custDataLst>
              </p:nvPr>
            </p:nvSpPr>
            <p:spPr bwMode="auto">
              <a:xfrm>
                <a:off x="993035" y="1475118"/>
                <a:ext cx="164908" cy="84995"/>
              </a:xfrm>
              <a:custGeom>
                <a:avLst/>
                <a:gdLst>
                  <a:gd name="T0" fmla="*/ 265 w 423"/>
                  <a:gd name="T1" fmla="*/ 0 h 332"/>
                  <a:gd name="T2" fmla="*/ 423 w 423"/>
                  <a:gd name="T3" fmla="*/ 166 h 332"/>
                  <a:gd name="T4" fmla="*/ 265 w 423"/>
                  <a:gd name="T5" fmla="*/ 332 h 332"/>
                  <a:gd name="T6" fmla="*/ 408 w 423"/>
                  <a:gd name="T7" fmla="*/ 166 h 332"/>
                  <a:gd name="T8" fmla="*/ 0 w 423"/>
                  <a:gd name="T9" fmla="*/ 166 h 3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423" h="332">
                    <a:moveTo>
                      <a:pt x="265" y="0"/>
                    </a:moveTo>
                    <a:lnTo>
                      <a:pt x="423" y="166"/>
                    </a:lnTo>
                    <a:lnTo>
                      <a:pt x="265" y="332"/>
                    </a:lnTo>
                    <a:moveTo>
                      <a:pt x="408" y="166"/>
                    </a:moveTo>
                    <a:lnTo>
                      <a:pt x="0" y="166"/>
                    </a:lnTo>
                  </a:path>
                </a:pathLst>
              </a:custGeom>
              <a:noFill/>
              <a:ln w="6350" cap="sq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22" name="Reload Button" descr="&lt;SmartSettings&gt;&lt;SmartResize anchorLeft=&quot;Absolute&quot; anchorTop=&quot;Absolute&quot; anchorRight=&quot;None&quot; anchorBottom=&quot;None&quot; /&gt;&lt;/SmartSettings&gt;">
                <a:extLst>
                  <a:ext uri="{FF2B5EF4-FFF2-40B4-BE49-F238E27FC236}">
                    <a16:creationId xmlns:a16="http://schemas.microsoft.com/office/drawing/2014/main" id="{C132BD65-9D41-4046-997B-395E60AD22CC}"/>
                  </a:ext>
                </a:extLst>
              </p:cNvPr>
              <p:cNvSpPr>
                <a:spLocks noChangeAspect="1" noEditPoints="1"/>
              </p:cNvSpPr>
              <p:nvPr userDrawn="1">
                <p:custDataLst>
                  <p:tags r:id="rId10"/>
                </p:custDataLst>
              </p:nvPr>
            </p:nvSpPr>
            <p:spPr bwMode="auto">
              <a:xfrm>
                <a:off x="1254139" y="1456662"/>
                <a:ext cx="171780" cy="121901"/>
              </a:xfrm>
              <a:custGeom>
                <a:avLst/>
                <a:gdLst>
                  <a:gd name="T0" fmla="*/ 441 w 441"/>
                  <a:gd name="T1" fmla="*/ 7 h 474"/>
                  <a:gd name="T2" fmla="*/ 441 w 441"/>
                  <a:gd name="T3" fmla="*/ 144 h 474"/>
                  <a:gd name="T4" fmla="*/ 296 w 441"/>
                  <a:gd name="T5" fmla="*/ 144 h 474"/>
                  <a:gd name="T6" fmla="*/ 438 w 441"/>
                  <a:gd name="T7" fmla="*/ 309 h 474"/>
                  <a:gd name="T8" fmla="*/ 166 w 441"/>
                  <a:gd name="T9" fmla="*/ 434 h 474"/>
                  <a:gd name="T10" fmla="*/ 41 w 441"/>
                  <a:gd name="T11" fmla="*/ 162 h 474"/>
                  <a:gd name="T12" fmla="*/ 313 w 441"/>
                  <a:gd name="T13" fmla="*/ 37 h 474"/>
                  <a:gd name="T14" fmla="*/ 428 w 441"/>
                  <a:gd name="T15" fmla="*/ 139 h 4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41" h="474">
                    <a:moveTo>
                      <a:pt x="441" y="7"/>
                    </a:moveTo>
                    <a:lnTo>
                      <a:pt x="441" y="144"/>
                    </a:lnTo>
                    <a:lnTo>
                      <a:pt x="296" y="144"/>
                    </a:lnTo>
                    <a:moveTo>
                      <a:pt x="438" y="309"/>
                    </a:moveTo>
                    <a:cubicBezTo>
                      <a:pt x="397" y="418"/>
                      <a:pt x="276" y="474"/>
                      <a:pt x="166" y="434"/>
                    </a:cubicBezTo>
                    <a:cubicBezTo>
                      <a:pt x="56" y="393"/>
                      <a:pt x="0" y="271"/>
                      <a:pt x="41" y="162"/>
                    </a:cubicBezTo>
                    <a:cubicBezTo>
                      <a:pt x="82" y="52"/>
                      <a:pt x="202" y="0"/>
                      <a:pt x="313" y="37"/>
                    </a:cubicBezTo>
                    <a:cubicBezTo>
                      <a:pt x="357" y="51"/>
                      <a:pt x="398" y="91"/>
                      <a:pt x="428" y="139"/>
                    </a:cubicBezTo>
                  </a:path>
                </a:pathLst>
              </a:custGeom>
              <a:noFill/>
              <a:ln w="6350" cap="flat">
                <a:solidFill>
                  <a:schemeClr val="tx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61158C6-E8E5-41BF-BBCF-741EE9EE0FFE}"/>
              </a:ext>
            </a:extLst>
          </p:cNvPr>
          <p:cNvSpPr txBox="1"/>
          <p:nvPr userDrawn="1"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34905AB2-72E2-4FEE-AB12-D108992AEBD3}"/>
              </a:ext>
            </a:extLst>
          </p:cNvPr>
          <p:cNvCxnSpPr>
            <a:cxnSpLocks/>
          </p:cNvCxnSpPr>
          <p:nvPr userDrawn="1"/>
        </p:nvCxnSpPr>
        <p:spPr>
          <a:xfrm>
            <a:off x="2129916" y="1647825"/>
            <a:ext cx="5643061" cy="0"/>
          </a:xfrm>
          <a:prstGeom prst="line">
            <a:avLst/>
          </a:prstGeom>
          <a:ln w="381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F842D75-7EEF-40A5-B46B-E30E523C15B4}"/>
              </a:ext>
            </a:extLst>
          </p:cNvPr>
          <p:cNvCxnSpPr>
            <a:cxnSpLocks/>
          </p:cNvCxnSpPr>
          <p:nvPr userDrawn="1"/>
        </p:nvCxnSpPr>
        <p:spPr>
          <a:xfrm>
            <a:off x="1610302" y="1781175"/>
            <a:ext cx="1025871" cy="0"/>
          </a:xfrm>
          <a:prstGeom prst="line">
            <a:avLst/>
          </a:prstGeom>
          <a:ln w="381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5AA27AF2-9E46-42A3-9134-72A4C63AE8A3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723376" y="1233205"/>
            <a:ext cx="1579681" cy="27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7610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D14D3E-B345-4A5E-AC6A-FE41ED93B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9B981E3-B4A3-4D3C-B068-5AD82DE643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192CE2-9700-4AAE-85D4-007B131DC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15251-6ECC-4541-9F73-A8B3653F0F10}" type="datetimeFigureOut">
              <a:rPr lang="ko-KR" altLang="en-US" smtClean="0"/>
              <a:t>2023-11-10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5BA310-372F-4186-A9FA-430156A22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BCDBD6-77C8-4B55-A968-AFB420BDC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BB0881-134B-4911-A8F9-D58A9D1FC0D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82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6601D64-0CAF-4A12-AEF4-03A94320B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0C29BCC-6DFA-4748-B548-349DC2F83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27C9BA-832F-40FD-88FD-0955629BF9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258E86-E615-406D-A2AF-E49ADB3C2BAB}" type="datetimeFigureOut">
              <a:rPr lang="ko-KR" altLang="en-US" smtClean="0"/>
              <a:t>2023-11-10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C880B-5F7C-4C29-B5FB-4B843198C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379BD4-4198-4DCD-A400-D8A2D03932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4A3E54-8C03-4929-8522-A8E4AE2C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47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60" r:id="rId5"/>
    <p:sldLayoutId id="2147483656" r:id="rId6"/>
    <p:sldLayoutId id="2147483667" r:id="rId7"/>
    <p:sldLayoutId id="2147483657" r:id="rId8"/>
    <p:sldLayoutId id="2147483706" r:id="rId9"/>
    <p:sldLayoutId id="2147483705" r:id="rId10"/>
    <p:sldLayoutId id="2147483708" r:id="rId11"/>
    <p:sldLayoutId id="2147483709" r:id="rId12"/>
    <p:sldLayoutId id="2147483670" r:id="rId13"/>
    <p:sldLayoutId id="2147483713" r:id="rId14"/>
    <p:sldLayoutId id="2147483686" r:id="rId15"/>
    <p:sldLayoutId id="2147483710" r:id="rId16"/>
    <p:sldLayoutId id="2147483687" r:id="rId17"/>
    <p:sldLayoutId id="2147483711" r:id="rId18"/>
    <p:sldLayoutId id="2147483683" r:id="rId19"/>
    <p:sldLayoutId id="2147483712" r:id="rId20"/>
    <p:sldLayoutId id="2147483666" r:id="rId21"/>
    <p:sldLayoutId id="2147483684" r:id="rId22"/>
    <p:sldLayoutId id="2147483682" r:id="rId23"/>
    <p:sldLayoutId id="2147483689" r:id="rId24"/>
    <p:sldLayoutId id="2147483690" r:id="rId25"/>
    <p:sldLayoutId id="2147483698" r:id="rId26"/>
    <p:sldLayoutId id="2147483692" r:id="rId27"/>
    <p:sldLayoutId id="2147483699" r:id="rId28"/>
    <p:sldLayoutId id="2147483700" r:id="rId29"/>
    <p:sldLayoutId id="2147483701" r:id="rId30"/>
    <p:sldLayoutId id="2147483702" r:id="rId31"/>
    <p:sldLayoutId id="2147483703" r:id="rId32"/>
    <p:sldLayoutId id="2147483704" r:id="rId33"/>
    <p:sldLayoutId id="2147483652" r:id="rId3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3.xml"/><Relationship Id="rId1" Type="http://schemas.openxmlformats.org/officeDocument/2006/relationships/tags" Target="../tags/tag3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pxhere.com/ko/photo/1236256" TargetMode="External"/><Relationship Id="rId5" Type="http://schemas.openxmlformats.org/officeDocument/2006/relationships/hyperlink" Target="https://pixabay.com/ko/%ED%83%9C%EC%96%91-%EC%84%9D%EC%96%91-%EB%B9%88-%EA%B5%AC%EB%A6%84-%EB%85%B8%EC%9D%84-%ED%99%A9%ED%98%BC-%EC%9D%BC%EB%B3%B8-%EC%9D%BC%EB%AA%B0-%ED%92%8D%EA%B2%BD-%EB%B9%9B-3406172/" TargetMode="External"/><Relationship Id="rId4" Type="http://schemas.openxmlformats.org/officeDocument/2006/relationships/hyperlink" Target="https://pixabay.com/ko/%EB%B9%84%EC%B9%98-%EC%97%AC%EB%A6%84-%ED%9C%B4%EA%B0%80-%EC%97%AC%EB%A6%84-%ED%95%B4%EB%B3%80-%ED%95%98%EC%99%80%EC%9D%B4-972533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pxhere.com/ko/photo/1236256" TargetMode="External"/><Relationship Id="rId4" Type="http://schemas.openxmlformats.org/officeDocument/2006/relationships/hyperlink" Target="https://pixabay.com/ko/%ED%83%9C%EC%96%91-%EC%84%9D%EC%96%91-%EB%B9%88-%EA%B5%AC%EB%A6%84-%EB%85%B8%EC%9D%84-%ED%99%A9%ED%98%BC-%EC%9D%BC%EB%B3%B8-%EC%9D%BC%EB%AA%B0-%ED%92%8D%EA%B2%BD-%EB%B9%9B-3406172/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pxhere.com/ko/photo/1236256" TargetMode="External"/><Relationship Id="rId4" Type="http://schemas.openxmlformats.org/officeDocument/2006/relationships/hyperlink" Target="https://pixabay.com/ko/%ED%83%9C%EC%96%91-%EC%84%9D%EC%96%91-%EB%B9%88-%EA%B5%AC%EB%A6%84-%EB%85%B8%EC%9D%84-%ED%99%A9%ED%98%BC-%EC%9D%BC%EB%B3%B8-%EC%9D%BC%EB%AA%B0-%ED%92%8D%EA%B2%BD-%EB%B9%9B-3406172/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pxhere.com/ko/photo/1236256" TargetMode="External"/><Relationship Id="rId4" Type="http://schemas.openxmlformats.org/officeDocument/2006/relationships/hyperlink" Target="https://pixabay.com/ko/%ED%83%9C%EC%96%91-%EC%84%9D%EC%96%91-%EB%B9%88-%EA%B5%AC%EB%A6%84-%EB%85%B8%EC%9D%84-%ED%99%A9%ED%98%BC-%EC%9D%BC%EB%B3%B8-%EC%9D%BC%EB%AA%B0-%ED%92%8D%EA%B2%BD-%EB%B9%9B-3406172/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pixabay.com/ko/%ED%83%9C%EC%96%91-%EC%84%9D%EC%96%91-%EB%B9%88-%EA%B5%AC%EB%A6%84-%EB%85%B8%EC%9D%84-%ED%99%A9%ED%98%BC-%EC%9D%BC%EB%B3%B8-%EC%9D%BC%EB%AA%B0-%ED%92%8D%EA%B2%BD-%EB%B9%9B-3406172/" TargetMode="Externa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ko/%EB%B9%84%EC%B9%98-%EC%97%AC%EB%A6%84-%ED%9C%B4%EA%B0%80-%EC%97%AC%EB%A6%84-%ED%95%B4%EB%B3%80-%ED%95%98%EC%99%80%EC%9D%B4-972533/" TargetMode="External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pxhere.com/ko/photo/1236256" TargetMode="External"/><Relationship Id="rId4" Type="http://schemas.openxmlformats.org/officeDocument/2006/relationships/hyperlink" Target="https://pixabay.com/ko/%ED%83%9C%EC%96%91-%EC%84%9D%EC%96%91-%EB%B9%88-%EA%B5%AC%EB%A6%84-%EB%85%B8%EC%9D%84-%ED%99%A9%ED%98%BC-%EC%9D%BC%EB%B3%B8-%EC%9D%BC%EB%AA%B0-%ED%92%8D%EA%B2%BD-%EB%B9%9B-3406172/" TargetMode="Externa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370BB8-59B9-41C7-A565-76277A46A5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PONKIDS-</a:t>
            </a:r>
            <a:r>
              <a:rPr lang="ko-KR" altLang="en-US" dirty="0"/>
              <a:t>화면설계서</a:t>
            </a:r>
          </a:p>
        </p:txBody>
      </p:sp>
    </p:spTree>
    <p:extLst>
      <p:ext uri="{BB962C8B-B14F-4D97-AF65-F5344CB8AC3E}">
        <p14:creationId xmlns:p14="http://schemas.microsoft.com/office/powerpoint/2010/main" val="567708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로그인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로그인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PONADMLGIOOOOH</a:t>
            </a:r>
            <a:endParaRPr lang="ko-KR" altLang="en-US" sz="10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703FEF1-275D-4AB2-B649-4F421A734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511" y="1938290"/>
            <a:ext cx="3143689" cy="6763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AF03E10-5047-4E02-8002-4A1813418C75}"/>
              </a:ext>
            </a:extLst>
          </p:cNvPr>
          <p:cNvSpPr txBox="1"/>
          <p:nvPr/>
        </p:nvSpPr>
        <p:spPr>
          <a:xfrm>
            <a:off x="3654205" y="2614659"/>
            <a:ext cx="1638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관리자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76A0E573-9F16-4B7B-9C7B-CA9D2A7373EC}"/>
              </a:ext>
            </a:extLst>
          </p:cNvPr>
          <p:cNvCxnSpPr>
            <a:cxnSpLocks/>
          </p:cNvCxnSpPr>
          <p:nvPr/>
        </p:nvCxnSpPr>
        <p:spPr>
          <a:xfrm>
            <a:off x="2618361" y="3145916"/>
            <a:ext cx="3709988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8640F48A-54C7-405B-823A-190221705306}"/>
              </a:ext>
            </a:extLst>
          </p:cNvPr>
          <p:cNvSpPr/>
          <p:nvPr/>
        </p:nvSpPr>
        <p:spPr>
          <a:xfrm>
            <a:off x="3139855" y="3515248"/>
            <a:ext cx="2667000" cy="971543"/>
          </a:xfrm>
          <a:prstGeom prst="roundRect">
            <a:avLst>
              <a:gd name="adj" fmla="val 11580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376DCA6C-EC30-4BE6-AB14-1FC425A0B7F8}"/>
              </a:ext>
            </a:extLst>
          </p:cNvPr>
          <p:cNvCxnSpPr>
            <a:stCxn id="15" idx="1"/>
            <a:endCxn id="15" idx="3"/>
          </p:cNvCxnSpPr>
          <p:nvPr/>
        </p:nvCxnSpPr>
        <p:spPr>
          <a:xfrm>
            <a:off x="3139855" y="4001020"/>
            <a:ext cx="2667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BF2B06A-436B-473C-A4CB-AE55EAF1628F}"/>
              </a:ext>
            </a:extLst>
          </p:cNvPr>
          <p:cNvSpPr txBox="1"/>
          <p:nvPr/>
        </p:nvSpPr>
        <p:spPr>
          <a:xfrm>
            <a:off x="3223226" y="3647652"/>
            <a:ext cx="1358064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>
                    <a:lumMod val="85000"/>
                  </a:schemeClr>
                </a:solidFill>
              </a:rPr>
              <a:t>아이디 또는 이메일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0072B-7398-47A6-A680-3EC85F6CFF66}"/>
              </a:ext>
            </a:extLst>
          </p:cNvPr>
          <p:cNvSpPr txBox="1"/>
          <p:nvPr/>
        </p:nvSpPr>
        <p:spPr>
          <a:xfrm>
            <a:off x="3223226" y="4116948"/>
            <a:ext cx="72327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dirty="0">
                <a:solidFill>
                  <a:schemeClr val="bg1">
                    <a:lumMod val="85000"/>
                  </a:schemeClr>
                </a:solidFill>
              </a:rPr>
              <a:t>비밀번호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4C8643D6-0960-46BA-9A36-6C00218F8F7F}"/>
              </a:ext>
            </a:extLst>
          </p:cNvPr>
          <p:cNvSpPr/>
          <p:nvPr/>
        </p:nvSpPr>
        <p:spPr>
          <a:xfrm>
            <a:off x="3299113" y="4692072"/>
            <a:ext cx="2396837" cy="328100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5FAE12-F128-4A2B-A6B4-6F9A44A3227D}"/>
              </a:ext>
            </a:extLst>
          </p:cNvPr>
          <p:cNvSpPr txBox="1"/>
          <p:nvPr/>
        </p:nvSpPr>
        <p:spPr>
          <a:xfrm>
            <a:off x="3305428" y="5110037"/>
            <a:ext cx="8792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아이디</a:t>
            </a:r>
            <a:r>
              <a:rPr lang="en-US" altLang="ko-KR" sz="800" dirty="0"/>
              <a:t> </a:t>
            </a:r>
            <a:r>
              <a:rPr lang="ko-KR" altLang="en-US" sz="800" dirty="0"/>
              <a:t>찾기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0C17D2-2BD9-4564-B94B-338E72B48DBC}"/>
              </a:ext>
            </a:extLst>
          </p:cNvPr>
          <p:cNvSpPr txBox="1"/>
          <p:nvPr/>
        </p:nvSpPr>
        <p:spPr>
          <a:xfrm>
            <a:off x="4082993" y="5110037"/>
            <a:ext cx="1061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비밀번호 찾기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93CEF744-2EF3-4311-B064-230AFC285BE4}"/>
              </a:ext>
            </a:extLst>
          </p:cNvPr>
          <p:cNvCxnSpPr>
            <a:cxnSpLocks/>
          </p:cNvCxnSpPr>
          <p:nvPr/>
        </p:nvCxnSpPr>
        <p:spPr>
          <a:xfrm>
            <a:off x="4011534" y="5152029"/>
            <a:ext cx="0" cy="1449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6D2C3B8F-53D8-4767-9857-83C1F206FEAC}"/>
              </a:ext>
            </a:extLst>
          </p:cNvPr>
          <p:cNvCxnSpPr>
            <a:cxnSpLocks/>
          </p:cNvCxnSpPr>
          <p:nvPr/>
        </p:nvCxnSpPr>
        <p:spPr>
          <a:xfrm>
            <a:off x="4968794" y="5152029"/>
            <a:ext cx="0" cy="14492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428661C-779D-40E0-AA4B-9A94BB7F1A3A}"/>
              </a:ext>
            </a:extLst>
          </p:cNvPr>
          <p:cNvSpPr txBox="1"/>
          <p:nvPr/>
        </p:nvSpPr>
        <p:spPr>
          <a:xfrm>
            <a:off x="5021544" y="5110037"/>
            <a:ext cx="10617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회원가입</a:t>
            </a: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C62F42E3-8492-4149-A16E-D87A13047325}"/>
              </a:ext>
            </a:extLst>
          </p:cNvPr>
          <p:cNvSpPr/>
          <p:nvPr/>
        </p:nvSpPr>
        <p:spPr>
          <a:xfrm>
            <a:off x="2333059" y="1539976"/>
            <a:ext cx="266009" cy="266009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1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683444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6A97DCD-856B-4BA9-AD33-A1465F83A061}"/>
              </a:ext>
            </a:extLst>
          </p:cNvPr>
          <p:cNvSpPr/>
          <p:nvPr/>
        </p:nvSpPr>
        <p:spPr>
          <a:xfrm>
            <a:off x="2612266" y="3154311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A9579-0093-4536-905C-462F50A88C39}"/>
              </a:ext>
            </a:extLst>
          </p:cNvPr>
          <p:cNvSpPr txBox="1"/>
          <p:nvPr/>
        </p:nvSpPr>
        <p:spPr>
          <a:xfrm>
            <a:off x="2536067" y="2512488"/>
            <a:ext cx="1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회원가입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9EE1124-0BE3-49F4-8369-4EA1036744D6}"/>
              </a:ext>
            </a:extLst>
          </p:cNvPr>
          <p:cNvSpPr/>
          <p:nvPr/>
        </p:nvSpPr>
        <p:spPr>
          <a:xfrm>
            <a:off x="2615669" y="2912750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 입력</a:t>
            </a:r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09C5884-54AC-4579-9CC1-297DEE8BEC16}"/>
              </a:ext>
            </a:extLst>
          </p:cNvPr>
          <p:cNvGrpSpPr/>
          <p:nvPr/>
        </p:nvGrpSpPr>
        <p:grpSpPr>
          <a:xfrm>
            <a:off x="2663825" y="3217371"/>
            <a:ext cx="1411686" cy="150854"/>
            <a:chOff x="3386576" y="3530964"/>
            <a:chExt cx="2034546" cy="245076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8575DAD6-9A9A-43FF-B8B8-4B108D67DC10}"/>
                </a:ext>
              </a:extLst>
            </p:cNvPr>
            <p:cNvSpPr/>
            <p:nvPr/>
          </p:nvSpPr>
          <p:spPr>
            <a:xfrm>
              <a:off x="3386576" y="3530964"/>
              <a:ext cx="1017270" cy="245069"/>
            </a:xfrm>
            <a:prstGeom prst="roundRect">
              <a:avLst>
                <a:gd name="adj" fmla="val 17468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남자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FF40C375-4C4F-4106-9DAF-6771E277E8AB}"/>
                </a:ext>
              </a:extLst>
            </p:cNvPr>
            <p:cNvSpPr/>
            <p:nvPr/>
          </p:nvSpPr>
          <p:spPr>
            <a:xfrm>
              <a:off x="4403849" y="3530971"/>
              <a:ext cx="1017273" cy="245069"/>
            </a:xfrm>
            <a:prstGeom prst="roundRect">
              <a:avLst>
                <a:gd name="adj" fmla="val 2375"/>
              </a:avLst>
            </a:prstGeom>
            <a:solidFill>
              <a:srgbClr val="BA8AE3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bg1"/>
                  </a:solidFill>
                </a:rPr>
                <a:t>여자</a:t>
              </a:r>
            </a:p>
          </p:txBody>
        </p:sp>
      </p:grp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E746133-6D4F-4630-BBFF-F7AFF3C70B93}"/>
              </a:ext>
            </a:extLst>
          </p:cNvPr>
          <p:cNvSpPr/>
          <p:nvPr/>
        </p:nvSpPr>
        <p:spPr>
          <a:xfrm>
            <a:off x="2612266" y="3396625"/>
            <a:ext cx="2037943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이메일 입력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19A8F96-7214-4DDE-80FE-9E1E048F9BFC}"/>
              </a:ext>
            </a:extLst>
          </p:cNvPr>
          <p:cNvSpPr/>
          <p:nvPr/>
        </p:nvSpPr>
        <p:spPr>
          <a:xfrm>
            <a:off x="2615919" y="3888619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비밀번호 입력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24AA09E-B2BC-4E03-868E-97DB9A9B13CD}"/>
              </a:ext>
            </a:extLst>
          </p:cNvPr>
          <p:cNvSpPr/>
          <p:nvPr/>
        </p:nvSpPr>
        <p:spPr>
          <a:xfrm>
            <a:off x="2612266" y="4130180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비밀번호 재입력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9B9797-D1E8-40B6-9ABD-66F54EA75EC4}"/>
              </a:ext>
            </a:extLst>
          </p:cNvPr>
          <p:cNvSpPr txBox="1"/>
          <p:nvPr/>
        </p:nvSpPr>
        <p:spPr>
          <a:xfrm>
            <a:off x="4731749" y="3900148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영문 </a:t>
            </a:r>
            <a:r>
              <a:rPr lang="en-US" altLang="ko-KR" sz="700" dirty="0"/>
              <a:t>(</a:t>
            </a:r>
            <a:r>
              <a:rPr lang="ko-KR" altLang="en-US" sz="700" dirty="0"/>
              <a:t>대소문자 구분</a:t>
            </a:r>
            <a:r>
              <a:rPr lang="en-US" altLang="ko-KR" sz="700" dirty="0"/>
              <a:t>), </a:t>
            </a:r>
            <a:r>
              <a:rPr lang="ko-KR" altLang="en-US" sz="700" dirty="0"/>
              <a:t>숫자</a:t>
            </a:r>
            <a:r>
              <a:rPr lang="en-US" altLang="ko-KR" sz="700" dirty="0"/>
              <a:t>, </a:t>
            </a:r>
            <a:r>
              <a:rPr lang="ko-KR" altLang="en-US" sz="700" dirty="0"/>
              <a:t>특수문자를 포함하여 최소 </a:t>
            </a:r>
            <a:r>
              <a:rPr lang="en-US" altLang="ko-KR" sz="700" dirty="0"/>
              <a:t>8</a:t>
            </a:r>
            <a:r>
              <a:rPr lang="ko-KR" altLang="en-US" sz="700" dirty="0"/>
              <a:t>자리로 구성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869F3E7-6732-4CAF-9FAA-1B21274F8DE4}"/>
              </a:ext>
            </a:extLst>
          </p:cNvPr>
          <p:cNvSpPr/>
          <p:nvPr/>
        </p:nvSpPr>
        <p:spPr>
          <a:xfrm>
            <a:off x="2644797" y="4625374"/>
            <a:ext cx="2018915" cy="24506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가입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F4A85C-EC17-4869-A185-2A25D6BE24C2}"/>
              </a:ext>
            </a:extLst>
          </p:cNvPr>
          <p:cNvSpPr txBox="1"/>
          <p:nvPr/>
        </p:nvSpPr>
        <p:spPr>
          <a:xfrm>
            <a:off x="4731749" y="3450203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비밀번호 찾기 시 해당 이메일로 인증번호를 발송합니다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695217-8715-4922-ABC6-9620F2C301FF}"/>
              </a:ext>
            </a:extLst>
          </p:cNvPr>
          <p:cNvSpPr txBox="1"/>
          <p:nvPr/>
        </p:nvSpPr>
        <p:spPr>
          <a:xfrm>
            <a:off x="4731749" y="2954759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최소 </a:t>
            </a:r>
            <a:r>
              <a:rPr lang="en-US" altLang="ko-KR" sz="700" dirty="0"/>
              <a:t>2</a:t>
            </a:r>
            <a:r>
              <a:rPr lang="ko-KR" altLang="en-US" sz="700" dirty="0"/>
              <a:t>자 이상 </a:t>
            </a:r>
            <a:r>
              <a:rPr lang="en-US" altLang="ko-KR" sz="700" dirty="0"/>
              <a:t>, 10</a:t>
            </a:r>
            <a:r>
              <a:rPr lang="ko-KR" altLang="en-US" sz="700" dirty="0"/>
              <a:t>자 이하로 입력해주세요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grpSp>
        <p:nvGrpSpPr>
          <p:cNvPr id="55" name="Alert" descr="&lt;SmartSettings&gt;&lt;SmartOptions&gt;&lt;Code&gt;H4sIAAAAAAAEAO29B2AcSZYlJi9tynt/SvVK1+B0oQiAYBMk2JBAEOzBiM3mkuwdaUcjKasqgcplVmVdZhZAzO2dvPfee++999577733ujudTif33/8/XGZkAWz2zkrayZ4hgKrIHz9+fB8/ItZNsbxIvyimddVU5+34y/PzYpqPz5ZtXler8cvqKq9fVsWyPfyNE2n7+rpp80Xnz/Gr9bItFvbF13l9SXCabrPvFstZddWMn1X1wn353XV5zr1zd19U07fr1fj1Iqvb03dtvmyKaimAz7Np/vXeGp9Uy7auyq/Z6fj0Ml+2ePk3TpbZIm9W9GEatv6Nk1/8GycpPav1pCym6bTMmkbafLlqqUGTPgr+fJI1ubyhL/LLdXGZtXl69iqbFdWTddtWy7SYVsuz5Xnlf/ZZulyX5eEt3vxuVi9pxF/v5dO6ruqv9+pPrPMGA42+fcP71TKX396/6/ZKf2u+xrvzOteO42/332fO+Ha2nJV5/d06W63ymkfvvX4yz6dv89nJPFte5DP/hWG0YmAnXYrcBrAHWviyuszrupjl6aSqyvRsWbRbZz5bQjbTpvPBKD07Xq1SwuOOA+ixLZ4J8fOY4fXfxosBMnhEELeOCd/29Txb5U2aeb/TEPKr1Pt2i6CMX+dlPm3zmXwkkD2cInjhKc7TLQ/2+KxhuJ0XB17Gc/duejybpR+d0dR+lE5Vm8Tbvtf00xAjc711FsL4/UMgdzyO8Z+z59kkLxkB+e2z3kyOaRj83RaP5dFHQ7AskPEXWX1RLBXZl9lsRtO21f16/Dw/b0e9t8ZvqlXk01fFxZxa7wwOxBv753W1XjEI+S0+pu4LW5vGxS2Gx+V/7Y0r+NiOK/hUx9X7/ElFiC3ST9L7m9Dq63gHKBwiTR613Th3HWBj5SACGgjCFP18JmKGP8Z47/3BKmOmnwjOt2L/sf/Hhi6jBmyYMtp8I3H6IG9NH331awH/2aRSxFIP04gbb6RQF9yt6cMvfg3AP5u0ibsiw+Qx7TdSKAL01kQy73498N8EqTabOfWBbrJ07+mRDNi6J10o72ftBIlb2Dsd1LDJ8yDFjUO/gZqHyBdsICKfv7/pEyDNN2L9Bhxrv4ueNOym8tsg3WJAB0RB58BKg/49/tKA+BpdeOLwHgx5G90xFEtsJNeekqsZpFcU7HsS7I2F8XU6+Vkk2WAItZFo924mWhzw+5LNg/L1OvrZI1380zpv1/Uybet1Hnnvl/Q/ykuTV/CfX7wR+nlGL90M3vvzl2wKLS+rYpY+LZpV1eRbwxEjorJbG7D0d5WY9hbB3m1Bji2KkaHfGko/iMfToRyG+h7scvvBvgfQjcN9DziDAw4/4HxArMuQdTThwSxzFtK84wdsVZOfptg/bfLlLK9H4ksc1xdNmg/zWJDfqQOFJHDSrAkadYaFifNf04lJf+Ev9KEZ5XDzfFkfkBksvUXk1cXgM/H6OoFYJJXBL9+yEyiNoZ768cxtOxuOlTb1140QbtvbUOSxqa+Il33b7jwfPuZOsyF6BcYlRvNzVrBUvURWBO22vu5/OKDG3zuVFqIUTaOZZ6BLPLdPq5lnAzA8/aiJ6X44FK+Yh+KWL7K3ROl1bchdQMQaMnBNW9Vkr7PzloS9mVdXRKq78wIOPf2JrjbDDkml87bVWzM5oV7GXzTVm7p43ZJGGy/w+zof8mfwRKz3wMeRj86LZVaWt+cRij9ouOX4FQ2AVPNJtfiS9WmHF2L43tYN8HW5CNPPB20uLzXGwTVKQj8ebwptIlopFukMCNTX6HBIF0ajhffrdmNEMthv3Nl+z55Dp/5Huvgb18WGxW0U9yON/P8pjZwv1wvnurjvu+qVnMNR+JG6cJ1P2dXqfGb8oVujokw1iI3VY52OnKLpfuHpgQEs7hJfPm7WC8qhXR+FH78uFquyOC8gr9NpTov3baXsmFbnabZMP2K0Pxp3wN3twzODnZYZwfFVwaP0TGKibFJ6YXpn6HZ1Wldd4yGXacWg04ImD7Mrf93ihSuZ2vd6J8fEv9cbv0jZ4r1eEi2z+57t996z/b1O+/CNAVYxX2Glu8jK4gfgF9bpj5ucZrzOzz/7yJvxj+4e0dQ0bbac5ul5TauA7Zw04iqfgtdmfcDCch6TWWQijIZHsy++SfENnv01uoiPJ6Ke2nnRjIXx6N+otgcBntF4XF9brq+uzuplBxTpSVWVqZqqG5G6yDttBtrh0cRWKBSeu9djfu+7DpO7b+Jd4elzuQcv4Obe58q1vc+VO/XzW9mA92Lgz/OWFBsZYPwET3KEOyPlVGbXZJ5p9QOfshtAH2dldfE1mZIjudDw4PnAGYbDs9nJucFbCnhj/JNFU5BKhlN6e09iuAM8yoM3Jl/MY53kLnP+UJDbvLCNx+IXCsgPBbtNy8p4LG49SfyhoHfDgm5PNs1DEvQ0P8/WZZteZuU6krjHc1tGivikzQ9Lopqrop3O0y0extePOqbkCHcG+mjzG3gGRPn2872Bs8wzLJS36+bZwBpL9xkSrm+2lw1i8s12NKnz7O0N7TqTrproZ3vebzuCD534W/LXj+addfz/X2b9tv182LTfkrf+3zzrxnT+aOJ/Nnr54Jm/JYfdZuJn4uncYqIpLVxdSaK0vlgvaGXg9N00X2EgWx99tWzWq1VVU4LMiy/Y7xh/9LOS3Pvg0IpyXhPKdVIayaSwfzbiLJOl7aXA8ET8rh9qtOUHwV/LJd8Yf+Pxw+n37oHl6ZZd3PuALr6+Z+wHAWblY9NSj3kGuB6PDZr+Xz4579HD/3vmZuN6mHl+NDm37OEbnptwxXDo1WGDEf/i/aP52wjyz2VUH+e920/b4aZ1wm88ZdCj5i1cjTjv326Et3XC4tz/DfdxCwesTymnpH6WSXVbN/L/vZTyVMb/92l12y5uQaqfLa9eaf3DdezVnb6silkq67T51s2rZSe0fl9v3bjmdUPU8NHLrG5owZDDgYviMl/6S4o8za+wtoYVxXNEF/gE8UXWkk1Z1XlDFMXLfdCrrG55FbsTabxXpKErqEybyOKf+9Vbc3wf2vW/g+lysOAvYClswFKIWY3Caevr/ocbzKXrc/zmesUdD0oVDxutIFaf19V6hSU8D8JJtaZpIRC7+IJWU8f8yldtUTZjihRfZItg5RRNZQH5o/e314wAw2/SC/x+1uaLhrSCh9Dn9vMNIgUyeAB0FfLrG+noFPjPDe/jAdPTql2bFjSg3UP68fgzb5RCafr4k09uWL7Bc4v+8DAthXqp39n3iu/fQn/i4SXuabZ8lROnN/lrBdXeTgPjuZF25rnlmPBYNn9PDj9et/LBjS5/95He7Ps3dhu0RNeiYGiOZ/nsVT5tiZnLr4vGt7PmTf6OVBgJ3zcVh3Sf95gNPN1Qz6g7q07GLxTZj8Q0prtDCmLoeU+M8IQYCSK3ZFv/6fP/+S29Nf/ZEC3Hnk4EvXdLsu790MhqMPr/NFnv3ZKs935oZDUY/X+HrO/R1FL/62jvZxTDkBVdvMdMvOcsALNgmWYDY2BxP0XDHwJndHD6/w5r4LFz3l2b2kBcXUT/YdG3j9n/R0kcLsttIDCvVv+wyNvF6v+jxO2tRm6gr1kX/mGROILb/3eofMumt2x2XiyzsvzZCTo6pHnPef2CUiTzrBwriJNq8eXkpykWEGu4KUfkP7cgww1Nbvj6VgS8BeEGh+sC0ZvGvAHTr502wzPNOHd/8uUXNomX5u8i0zkwTCRCnlcXF3k9Zk269dGzrCgp+ddWZKyLlhbCix9oDpY5paGPGwr6pnl6TpknWgMpiRL0Ak99M/5ohP4PhxYc4jk6PB+42P+K8m66zO+l677Imya7yJ9U7wR5JO0M/l836aZDCFtEyNv3wYbTNwOzM8h4Adwh3us6W+j7ZsLzmzEn55vDvgt6aAARb+b9xtCx19/cCELAQ/j33IX3w75vCr+5AfRgD40hZo/fbxhB7uKbG4EPdgj5Ttrk6+CtyYFvGu+9W+Bt8xJfB2+Nvr9pvO/dAm8b+N8Ob+9P/ZV+/JL/B/oonOwUWQAA&lt;/Code&gt;&lt;CodeSignature&gt;bHVvIBe/xGgEx0M8oiCg4rstsOtiCOor/WgbWE0aAsY9XXZKrU5wDsRSy9qBgW9o4Q9DAo3tq+JbBpuzOw1QWslHWDrIAg3VrhxbAIv35i716zryLq+5HcFRzVBthddBBIJnQasTr/zPtKml0C4rGrLtU1s6MAA5M9DUjmExWOLnV2KOPl1DcGQxs92pfzdEHigYeexiEBshbL+tycl2fulyNg4/nrUBUhxmnUMZIRvfrXjku0QuLn25kIjAn2DsQh/DQzcAW6lwFqiwF4J5cAXxaxDu0xTyFjoLH1BagTMBUcXbFRkLs4w6RrAoZXA1hHfic2nU44voVUpaTv9jdw==&lt;/CodeSignature&gt;&lt;/SmartOptions&gt;&lt;SmartResize enabled=&quot;True&quot; minWidth=&quot;190&quot; minHeight=&quot;110&quot; /&gt;&lt;/SmartSettings&gt;">
            <a:extLst>
              <a:ext uri="{FF2B5EF4-FFF2-40B4-BE49-F238E27FC236}">
                <a16:creationId xmlns:a16="http://schemas.microsoft.com/office/drawing/2014/main" id="{88543816-9CFA-48A4-A424-BB082C39D693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4815610" y="4941014"/>
            <a:ext cx="2560780" cy="1397000"/>
            <a:chOff x="595686" y="1261242"/>
            <a:chExt cx="3222246" cy="1507358"/>
          </a:xfrm>
        </p:grpSpPr>
        <p:sp>
          <p:nvSpPr>
            <p:cNvPr id="56" name="Window Body">
              <a:extLst>
                <a:ext uri="{FF2B5EF4-FFF2-40B4-BE49-F238E27FC236}">
                  <a16:creationId xmlns:a16="http://schemas.microsoft.com/office/drawing/2014/main" id="{2F6796F4-2698-4F46-B1F2-86ED03F04295}"/>
                </a:ext>
              </a:extLst>
            </p:cNvPr>
            <p:cNvSpPr/>
            <p:nvPr/>
          </p:nvSpPr>
          <p:spPr>
            <a:xfrm>
              <a:off x="595686" y="1498986"/>
              <a:ext cx="3222246" cy="126961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7" name="Text">
              <a:extLst>
                <a:ext uri="{FF2B5EF4-FFF2-40B4-BE49-F238E27FC236}">
                  <a16:creationId xmlns:a16="http://schemas.microsoft.com/office/drawing/2014/main" id="{F6F7D482-E00D-4BFD-BCF4-2684B13E3F78}"/>
                </a:ext>
              </a:extLst>
            </p:cNvPr>
            <p:cNvSpPr txBox="1"/>
            <p:nvPr/>
          </p:nvSpPr>
          <p:spPr>
            <a:xfrm>
              <a:off x="672526" y="1638802"/>
              <a:ext cx="2294511" cy="688281"/>
            </a:xfrm>
            <a:prstGeom prst="rect">
              <a:avLst/>
            </a:prstGeom>
            <a:noFill/>
          </p:spPr>
          <p:txBody>
            <a:bodyPr wrap="square" lIns="73152" tIns="36576" rIns="73152" bIns="36576" rtlCol="0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가입 요청 되었습니다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</a:p>
            <a:p>
              <a:endParaRPr lang="en-US" altLang="ko-KR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r>
                <a:rPr lang="ko-KR" altLang="en-US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관리자의 승인 처리 이후 사용 가능합니다</a:t>
              </a:r>
              <a:r>
                <a:rPr lang="en-US" altLang="ko-KR" sz="900" noProof="1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.</a:t>
              </a:r>
              <a:endParaRPr lang="en-US" sz="900" noProof="1">
                <a:solidFill>
                  <a:srgbClr val="5F5F5F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4" name="Title Bar">
              <a:extLst>
                <a:ext uri="{FF2B5EF4-FFF2-40B4-BE49-F238E27FC236}">
                  <a16:creationId xmlns:a16="http://schemas.microsoft.com/office/drawing/2014/main" id="{88F883BD-8C7B-4D7F-A039-03FE41BA242C}"/>
                </a:ext>
              </a:extLst>
            </p:cNvPr>
            <p:cNvSpPr/>
            <p:nvPr/>
          </p:nvSpPr>
          <p:spPr>
            <a:xfrm>
              <a:off x="595686" y="1261242"/>
              <a:ext cx="3222246" cy="237744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2286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900" dirty="0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Alert</a:t>
              </a:r>
            </a:p>
          </p:txBody>
        </p:sp>
        <p:grpSp>
          <p:nvGrpSpPr>
            <p:cNvPr id="66" name="Icons">
              <a:extLst>
                <a:ext uri="{FF2B5EF4-FFF2-40B4-BE49-F238E27FC236}">
                  <a16:creationId xmlns:a16="http://schemas.microsoft.com/office/drawing/2014/main" id="{A1ABCAB7-9A4F-4498-98E0-09A3B93C5AC0}"/>
                </a:ext>
              </a:extLst>
            </p:cNvPr>
            <p:cNvGrpSpPr/>
            <p:nvPr/>
          </p:nvGrpSpPr>
          <p:grpSpPr>
            <a:xfrm>
              <a:off x="773534" y="1669713"/>
              <a:ext cx="457200" cy="396875"/>
              <a:chOff x="773534" y="1669713"/>
              <a:chExt cx="457200" cy="396875"/>
            </a:xfrm>
          </p:grpSpPr>
          <p:sp>
            <p:nvSpPr>
              <p:cNvPr id="72" name="Warning Icon" hidden="1">
                <a:extLst>
                  <a:ext uri="{FF2B5EF4-FFF2-40B4-BE49-F238E27FC236}">
                    <a16:creationId xmlns:a16="http://schemas.microsoft.com/office/drawing/2014/main" id="{1236C3D7-0951-4E95-8A75-785E22BDD0D1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773534" y="1670507"/>
                <a:ext cx="457200" cy="395287"/>
              </a:xfrm>
              <a:custGeom>
                <a:avLst/>
                <a:gdLst>
                  <a:gd name="T0" fmla="*/ 1270 w 1270"/>
                  <a:gd name="T1" fmla="*/ 1101 h 1101"/>
                  <a:gd name="T2" fmla="*/ 0 w 1270"/>
                  <a:gd name="T3" fmla="*/ 1101 h 1101"/>
                  <a:gd name="T4" fmla="*/ 635 w 1270"/>
                  <a:gd name="T5" fmla="*/ 0 h 1101"/>
                  <a:gd name="T6" fmla="*/ 1270 w 1270"/>
                  <a:gd name="T7" fmla="*/ 1101 h 1101"/>
                  <a:gd name="T8" fmla="*/ 579 w 1270"/>
                  <a:gd name="T9" fmla="*/ 320 h 1101"/>
                  <a:gd name="T10" fmla="*/ 579 w 1270"/>
                  <a:gd name="T11" fmla="*/ 716 h 1101"/>
                  <a:gd name="T12" fmla="*/ 691 w 1270"/>
                  <a:gd name="T13" fmla="*/ 716 h 1101"/>
                  <a:gd name="T14" fmla="*/ 691 w 1270"/>
                  <a:gd name="T15" fmla="*/ 320 h 1101"/>
                  <a:gd name="T16" fmla="*/ 579 w 1270"/>
                  <a:gd name="T17" fmla="*/ 320 h 1101"/>
                  <a:gd name="T18" fmla="*/ 635 w 1270"/>
                  <a:gd name="T19" fmla="*/ 799 h 1101"/>
                  <a:gd name="T20" fmla="*/ 564 w 1270"/>
                  <a:gd name="T21" fmla="*/ 870 h 1101"/>
                  <a:gd name="T22" fmla="*/ 635 w 1270"/>
                  <a:gd name="T23" fmla="*/ 940 h 1101"/>
                  <a:gd name="T24" fmla="*/ 706 w 1270"/>
                  <a:gd name="T25" fmla="*/ 870 h 1101"/>
                  <a:gd name="T26" fmla="*/ 635 w 1270"/>
                  <a:gd name="T27" fmla="*/ 79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270" h="1101">
                    <a:moveTo>
                      <a:pt x="1270" y="1101"/>
                    </a:moveTo>
                    <a:lnTo>
                      <a:pt x="0" y="1101"/>
                    </a:lnTo>
                    <a:lnTo>
                      <a:pt x="635" y="0"/>
                    </a:lnTo>
                    <a:lnTo>
                      <a:pt x="1270" y="1101"/>
                    </a:lnTo>
                    <a:close/>
                    <a:moveTo>
                      <a:pt x="579" y="320"/>
                    </a:moveTo>
                    <a:lnTo>
                      <a:pt x="579" y="716"/>
                    </a:lnTo>
                    <a:lnTo>
                      <a:pt x="691" y="716"/>
                    </a:lnTo>
                    <a:lnTo>
                      <a:pt x="691" y="320"/>
                    </a:lnTo>
                    <a:lnTo>
                      <a:pt x="579" y="320"/>
                    </a:lnTo>
                    <a:close/>
                    <a:moveTo>
                      <a:pt x="635" y="799"/>
                    </a:moveTo>
                    <a:cubicBezTo>
                      <a:pt x="596" y="799"/>
                      <a:pt x="564" y="831"/>
                      <a:pt x="564" y="870"/>
                    </a:cubicBezTo>
                    <a:cubicBezTo>
                      <a:pt x="564" y="909"/>
                      <a:pt x="596" y="940"/>
                      <a:pt x="635" y="940"/>
                    </a:cubicBezTo>
                    <a:cubicBezTo>
                      <a:pt x="674" y="940"/>
                      <a:pt x="706" y="909"/>
                      <a:pt x="706" y="870"/>
                    </a:cubicBezTo>
                    <a:cubicBezTo>
                      <a:pt x="706" y="831"/>
                      <a:pt x="674" y="799"/>
                      <a:pt x="635" y="799"/>
                    </a:cubicBez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3" name="Error Icon" hidden="1">
                <a:extLst>
                  <a:ext uri="{FF2B5EF4-FFF2-40B4-BE49-F238E27FC236}">
                    <a16:creationId xmlns:a16="http://schemas.microsoft.com/office/drawing/2014/main" id="{96C982B7-97B1-4F18-94BA-4F553FD0457D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70507"/>
                <a:ext cx="398463" cy="395287"/>
              </a:xfrm>
              <a:custGeom>
                <a:avLst/>
                <a:gdLst>
                  <a:gd name="T0" fmla="*/ 1101 w 1101"/>
                  <a:gd name="T1" fmla="*/ 778 h 1100"/>
                  <a:gd name="T2" fmla="*/ 778 w 1101"/>
                  <a:gd name="T3" fmla="*/ 1100 h 1100"/>
                  <a:gd name="T4" fmla="*/ 322 w 1101"/>
                  <a:gd name="T5" fmla="*/ 1100 h 1100"/>
                  <a:gd name="T6" fmla="*/ 0 w 1101"/>
                  <a:gd name="T7" fmla="*/ 778 h 1100"/>
                  <a:gd name="T8" fmla="*/ 0 w 1101"/>
                  <a:gd name="T9" fmla="*/ 322 h 1100"/>
                  <a:gd name="T10" fmla="*/ 322 w 1101"/>
                  <a:gd name="T11" fmla="*/ 0 h 1100"/>
                  <a:gd name="T12" fmla="*/ 778 w 1101"/>
                  <a:gd name="T13" fmla="*/ 0 h 1100"/>
                  <a:gd name="T14" fmla="*/ 1101 w 1101"/>
                  <a:gd name="T15" fmla="*/ 322 h 1100"/>
                  <a:gd name="T16" fmla="*/ 1101 w 1101"/>
                  <a:gd name="T17" fmla="*/ 778 h 1100"/>
                  <a:gd name="T18" fmla="*/ 380 w 1101"/>
                  <a:gd name="T19" fmla="*/ 300 h 1100"/>
                  <a:gd name="T20" fmla="*/ 301 w 1101"/>
                  <a:gd name="T21" fmla="*/ 380 h 1100"/>
                  <a:gd name="T22" fmla="*/ 470 w 1101"/>
                  <a:gd name="T23" fmla="*/ 550 h 1100"/>
                  <a:gd name="T24" fmla="*/ 301 w 1101"/>
                  <a:gd name="T25" fmla="*/ 719 h 1100"/>
                  <a:gd name="T26" fmla="*/ 380 w 1101"/>
                  <a:gd name="T27" fmla="*/ 799 h 1100"/>
                  <a:gd name="T28" fmla="*/ 550 w 1101"/>
                  <a:gd name="T29" fmla="*/ 629 h 1100"/>
                  <a:gd name="T30" fmla="*/ 720 w 1101"/>
                  <a:gd name="T31" fmla="*/ 799 h 1100"/>
                  <a:gd name="T32" fmla="*/ 800 w 1101"/>
                  <a:gd name="T33" fmla="*/ 719 h 1100"/>
                  <a:gd name="T34" fmla="*/ 630 w 1101"/>
                  <a:gd name="T35" fmla="*/ 550 h 1100"/>
                  <a:gd name="T36" fmla="*/ 800 w 1101"/>
                  <a:gd name="T37" fmla="*/ 380 h 1100"/>
                  <a:gd name="T38" fmla="*/ 720 w 1101"/>
                  <a:gd name="T39" fmla="*/ 300 h 1100"/>
                  <a:gd name="T40" fmla="*/ 550 w 1101"/>
                  <a:gd name="T41" fmla="*/ 470 h 1100"/>
                  <a:gd name="T42" fmla="*/ 380 w 1101"/>
                  <a:gd name="T43" fmla="*/ 300 h 11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101" h="1100">
                    <a:moveTo>
                      <a:pt x="1101" y="778"/>
                    </a:moveTo>
                    <a:lnTo>
                      <a:pt x="778" y="1100"/>
                    </a:lnTo>
                    <a:lnTo>
                      <a:pt x="322" y="1100"/>
                    </a:lnTo>
                    <a:lnTo>
                      <a:pt x="0" y="778"/>
                    </a:lnTo>
                    <a:lnTo>
                      <a:pt x="0" y="322"/>
                    </a:lnTo>
                    <a:lnTo>
                      <a:pt x="322" y="0"/>
                    </a:lnTo>
                    <a:lnTo>
                      <a:pt x="778" y="0"/>
                    </a:lnTo>
                    <a:lnTo>
                      <a:pt x="1101" y="322"/>
                    </a:lnTo>
                    <a:lnTo>
                      <a:pt x="1101" y="778"/>
                    </a:lnTo>
                    <a:close/>
                    <a:moveTo>
                      <a:pt x="380" y="300"/>
                    </a:moveTo>
                    <a:lnTo>
                      <a:pt x="301" y="380"/>
                    </a:lnTo>
                    <a:lnTo>
                      <a:pt x="470" y="550"/>
                    </a:lnTo>
                    <a:lnTo>
                      <a:pt x="301" y="719"/>
                    </a:lnTo>
                    <a:lnTo>
                      <a:pt x="380" y="799"/>
                    </a:lnTo>
                    <a:lnTo>
                      <a:pt x="550" y="629"/>
                    </a:lnTo>
                    <a:lnTo>
                      <a:pt x="720" y="799"/>
                    </a:lnTo>
                    <a:lnTo>
                      <a:pt x="800" y="719"/>
                    </a:lnTo>
                    <a:lnTo>
                      <a:pt x="630" y="550"/>
                    </a:lnTo>
                    <a:lnTo>
                      <a:pt x="800" y="380"/>
                    </a:lnTo>
                    <a:lnTo>
                      <a:pt x="720" y="300"/>
                    </a:lnTo>
                    <a:lnTo>
                      <a:pt x="550" y="470"/>
                    </a:lnTo>
                    <a:lnTo>
                      <a:pt x="380" y="300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4" name="Question Icon" hidden="1">
                <a:extLst>
                  <a:ext uri="{FF2B5EF4-FFF2-40B4-BE49-F238E27FC236}">
                    <a16:creationId xmlns:a16="http://schemas.microsoft.com/office/drawing/2014/main" id="{40A6CD22-2FB4-4BC6-9384-2F49CE484524}"/>
                  </a:ext>
                </a:extLst>
              </p:cNvPr>
              <p:cNvSpPr>
                <a:spLocks noChangeAspect="1" noEditPoints="1"/>
              </p:cNvSpPr>
              <p:nvPr/>
            </p:nvSpPr>
            <p:spPr bwMode="auto">
              <a:xfrm>
                <a:off x="802903" y="1669713"/>
                <a:ext cx="398463" cy="396875"/>
              </a:xfrm>
              <a:custGeom>
                <a:avLst/>
                <a:gdLst>
                  <a:gd name="T0" fmla="*/ 1101 w 1101"/>
                  <a:gd name="T1" fmla="*/ 551 h 1101"/>
                  <a:gd name="T2" fmla="*/ 550 w 1101"/>
                  <a:gd name="T3" fmla="*/ 1101 h 1101"/>
                  <a:gd name="T4" fmla="*/ 0 w 1101"/>
                  <a:gd name="T5" fmla="*/ 551 h 1101"/>
                  <a:gd name="T6" fmla="*/ 550 w 1101"/>
                  <a:gd name="T7" fmla="*/ 0 h 1101"/>
                  <a:gd name="T8" fmla="*/ 1101 w 1101"/>
                  <a:gd name="T9" fmla="*/ 551 h 1101"/>
                  <a:gd name="T10" fmla="*/ 596 w 1101"/>
                  <a:gd name="T11" fmla="*/ 685 h 1101"/>
                  <a:gd name="T12" fmla="*/ 509 w 1101"/>
                  <a:gd name="T13" fmla="*/ 685 h 1101"/>
                  <a:gd name="T14" fmla="*/ 509 w 1101"/>
                  <a:gd name="T15" fmla="*/ 625 h 1101"/>
                  <a:gd name="T16" fmla="*/ 521 w 1101"/>
                  <a:gd name="T17" fmla="*/ 577 h 1101"/>
                  <a:gd name="T18" fmla="*/ 575 w 1101"/>
                  <a:gd name="T19" fmla="*/ 527 h 1101"/>
                  <a:gd name="T20" fmla="*/ 638 w 1101"/>
                  <a:gd name="T21" fmla="*/ 424 h 1101"/>
                  <a:gd name="T22" fmla="*/ 614 w 1101"/>
                  <a:gd name="T23" fmla="*/ 359 h 1101"/>
                  <a:gd name="T24" fmla="*/ 549 w 1101"/>
                  <a:gd name="T25" fmla="*/ 334 h 1101"/>
                  <a:gd name="T26" fmla="*/ 440 w 1101"/>
                  <a:gd name="T27" fmla="*/ 462 h 1101"/>
                  <a:gd name="T28" fmla="*/ 343 w 1101"/>
                  <a:gd name="T29" fmla="*/ 445 h 1101"/>
                  <a:gd name="T30" fmla="*/ 413 w 1101"/>
                  <a:gd name="T31" fmla="*/ 295 h 1101"/>
                  <a:gd name="T32" fmla="*/ 561 w 1101"/>
                  <a:gd name="T33" fmla="*/ 241 h 1101"/>
                  <a:gd name="T34" fmla="*/ 702 w 1101"/>
                  <a:gd name="T35" fmla="*/ 291 h 1101"/>
                  <a:gd name="T36" fmla="*/ 758 w 1101"/>
                  <a:gd name="T37" fmla="*/ 418 h 1101"/>
                  <a:gd name="T38" fmla="*/ 743 w 1101"/>
                  <a:gd name="T39" fmla="*/ 489 h 1101"/>
                  <a:gd name="T40" fmla="*/ 707 w 1101"/>
                  <a:gd name="T41" fmla="*/ 541 h 1101"/>
                  <a:gd name="T42" fmla="*/ 624 w 1101"/>
                  <a:gd name="T43" fmla="*/ 606 h 1101"/>
                  <a:gd name="T44" fmla="*/ 601 w 1101"/>
                  <a:gd name="T45" fmla="*/ 632 h 1101"/>
                  <a:gd name="T46" fmla="*/ 596 w 1101"/>
                  <a:gd name="T47" fmla="*/ 685 h 1101"/>
                  <a:gd name="T48" fmla="*/ 614 w 1101"/>
                  <a:gd name="T49" fmla="*/ 749 h 1101"/>
                  <a:gd name="T50" fmla="*/ 614 w 1101"/>
                  <a:gd name="T51" fmla="*/ 861 h 1101"/>
                  <a:gd name="T52" fmla="*/ 509 w 1101"/>
                  <a:gd name="T53" fmla="*/ 861 h 1101"/>
                  <a:gd name="T54" fmla="*/ 509 w 1101"/>
                  <a:gd name="T55" fmla="*/ 749 h 1101"/>
                  <a:gd name="T56" fmla="*/ 614 w 1101"/>
                  <a:gd name="T57" fmla="*/ 749 h 1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101" h="1101">
                    <a:moveTo>
                      <a:pt x="1101" y="551"/>
                    </a:moveTo>
                    <a:cubicBezTo>
                      <a:pt x="1101" y="854"/>
                      <a:pt x="854" y="1101"/>
                      <a:pt x="550" y="1101"/>
                    </a:cubicBezTo>
                    <a:cubicBezTo>
                      <a:pt x="246" y="1101"/>
                      <a:pt x="0" y="854"/>
                      <a:pt x="0" y="551"/>
                    </a:cubicBezTo>
                    <a:cubicBezTo>
                      <a:pt x="0" y="247"/>
                      <a:pt x="246" y="0"/>
                      <a:pt x="550" y="0"/>
                    </a:cubicBezTo>
                    <a:cubicBezTo>
                      <a:pt x="854" y="0"/>
                      <a:pt x="1101" y="247"/>
                      <a:pt x="1101" y="551"/>
                    </a:cubicBezTo>
                    <a:close/>
                    <a:moveTo>
                      <a:pt x="596" y="685"/>
                    </a:moveTo>
                    <a:lnTo>
                      <a:pt x="509" y="685"/>
                    </a:lnTo>
                    <a:lnTo>
                      <a:pt x="509" y="625"/>
                    </a:lnTo>
                    <a:cubicBezTo>
                      <a:pt x="509" y="605"/>
                      <a:pt x="513" y="589"/>
                      <a:pt x="521" y="577"/>
                    </a:cubicBezTo>
                    <a:cubicBezTo>
                      <a:pt x="529" y="565"/>
                      <a:pt x="547" y="549"/>
                      <a:pt x="575" y="527"/>
                    </a:cubicBezTo>
                    <a:cubicBezTo>
                      <a:pt x="617" y="495"/>
                      <a:pt x="638" y="460"/>
                      <a:pt x="638" y="424"/>
                    </a:cubicBezTo>
                    <a:cubicBezTo>
                      <a:pt x="638" y="397"/>
                      <a:pt x="630" y="375"/>
                      <a:pt x="614" y="359"/>
                    </a:cubicBezTo>
                    <a:cubicBezTo>
                      <a:pt x="597" y="343"/>
                      <a:pt x="576" y="334"/>
                      <a:pt x="549" y="334"/>
                    </a:cubicBezTo>
                    <a:cubicBezTo>
                      <a:pt x="488" y="334"/>
                      <a:pt x="451" y="377"/>
                      <a:pt x="440" y="462"/>
                    </a:cubicBezTo>
                    <a:lnTo>
                      <a:pt x="343" y="445"/>
                    </a:lnTo>
                    <a:cubicBezTo>
                      <a:pt x="349" y="381"/>
                      <a:pt x="372" y="331"/>
                      <a:pt x="413" y="295"/>
                    </a:cubicBezTo>
                    <a:cubicBezTo>
                      <a:pt x="454" y="259"/>
                      <a:pt x="503" y="241"/>
                      <a:pt x="561" y="241"/>
                    </a:cubicBezTo>
                    <a:cubicBezTo>
                      <a:pt x="618" y="241"/>
                      <a:pt x="665" y="257"/>
                      <a:pt x="702" y="291"/>
                    </a:cubicBezTo>
                    <a:cubicBezTo>
                      <a:pt x="739" y="325"/>
                      <a:pt x="758" y="367"/>
                      <a:pt x="758" y="418"/>
                    </a:cubicBezTo>
                    <a:cubicBezTo>
                      <a:pt x="758" y="443"/>
                      <a:pt x="753" y="467"/>
                      <a:pt x="743" y="489"/>
                    </a:cubicBezTo>
                    <a:cubicBezTo>
                      <a:pt x="732" y="512"/>
                      <a:pt x="721" y="529"/>
                      <a:pt x="707" y="541"/>
                    </a:cubicBezTo>
                    <a:cubicBezTo>
                      <a:pt x="694" y="554"/>
                      <a:pt x="667" y="575"/>
                      <a:pt x="624" y="606"/>
                    </a:cubicBezTo>
                    <a:cubicBezTo>
                      <a:pt x="612" y="615"/>
                      <a:pt x="605" y="624"/>
                      <a:pt x="601" y="632"/>
                    </a:cubicBezTo>
                    <a:cubicBezTo>
                      <a:pt x="598" y="640"/>
                      <a:pt x="596" y="658"/>
                      <a:pt x="596" y="685"/>
                    </a:cubicBezTo>
                    <a:close/>
                    <a:moveTo>
                      <a:pt x="614" y="749"/>
                    </a:moveTo>
                    <a:lnTo>
                      <a:pt x="614" y="861"/>
                    </a:lnTo>
                    <a:lnTo>
                      <a:pt x="509" y="861"/>
                    </a:lnTo>
                    <a:lnTo>
                      <a:pt x="509" y="749"/>
                    </a:lnTo>
                    <a:lnTo>
                      <a:pt x="614" y="749"/>
                    </a:lnTo>
                    <a:close/>
                  </a:path>
                </a:pathLst>
              </a:custGeom>
              <a:noFill/>
              <a:ln w="6350" cap="rnd">
                <a:solidFill>
                  <a:srgbClr val="808080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>
                  <a:solidFill>
                    <a:srgbClr val="5F5F5F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grpSp>
          <p:nvGrpSpPr>
            <p:cNvPr id="67" name="Buttons">
              <a:extLst>
                <a:ext uri="{FF2B5EF4-FFF2-40B4-BE49-F238E27FC236}">
                  <a16:creationId xmlns:a16="http://schemas.microsoft.com/office/drawing/2014/main" id="{601DD2C6-7CA4-4B9B-B179-0E1F8B3090DD}"/>
                </a:ext>
              </a:extLst>
            </p:cNvPr>
            <p:cNvGrpSpPr/>
            <p:nvPr/>
          </p:nvGrpSpPr>
          <p:grpSpPr>
            <a:xfrm>
              <a:off x="1538287" y="2386471"/>
              <a:ext cx="2091779" cy="240384"/>
              <a:chOff x="1538287" y="2386471"/>
              <a:chExt cx="2091779" cy="240384"/>
            </a:xfrm>
          </p:grpSpPr>
          <p:sp>
            <p:nvSpPr>
              <p:cNvPr id="68" name="Button 1">
                <a:extLst>
                  <a:ext uri="{FF2B5EF4-FFF2-40B4-BE49-F238E27FC236}">
                    <a16:creationId xmlns:a16="http://schemas.microsoft.com/office/drawing/2014/main" id="{5AC2AD6D-E451-4E34-823C-AEFAC8EDBD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703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확인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9" name="Button 2" hidden="1">
                <a:extLst>
                  <a:ext uri="{FF2B5EF4-FFF2-40B4-BE49-F238E27FC236}">
                    <a16:creationId xmlns:a16="http://schemas.microsoft.com/office/drawing/2014/main" id="{B0EF1501-1C70-4D78-99BD-855BE9889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2662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Cancel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0" name="Button 3" hidden="1">
                <a:extLst>
                  <a:ext uri="{FF2B5EF4-FFF2-40B4-BE49-F238E27FC236}">
                    <a16:creationId xmlns:a16="http://schemas.microsoft.com/office/drawing/2014/main" id="{8467FD74-229E-447C-A0CC-FD56A5CA5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87" y="2386471"/>
                <a:ext cx="663029" cy="240384"/>
              </a:xfrm>
              <a:prstGeom prst="roundRect">
                <a:avLst>
                  <a:gd name="adj" fmla="val 8776"/>
                </a:avLst>
              </a:prstGeom>
              <a:solidFill>
                <a:srgbClr val="FFFFFF"/>
              </a:solidFill>
              <a:ln w="6350" cap="flat" cmpd="sng" algn="ctr">
                <a:solidFill>
                  <a:srgbClr val="8080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900" dirty="0">
                    <a:solidFill>
                      <a:srgbClr val="5F5F5F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Abort</a:t>
                </a:r>
                <a:endParaRPr lang="en-US" sz="900" dirty="0">
                  <a:solidFill>
                    <a:srgbClr val="5F5F5F"/>
                  </a:solidFill>
                  <a:effectLst/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029A19F5-2DA0-4D8D-A44A-BABA9898DECF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회원가입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7F3C34D-D129-4D22-AAA5-33F8C9E4D5DA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C1047A9-E21B-4444-90C4-95C7736876F4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회원가입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DF5164-3AAC-417F-9BE0-CDF8DF07078A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PONADMRGOOOOP</a:t>
            </a:r>
            <a:endParaRPr lang="ko-KR" altLang="en-US" sz="10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D2E6CD6-C5D5-4EE7-A9B8-3753F43C74F2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80347C27-19BD-4455-A926-2FFEAD32B9E7}"/>
              </a:ext>
            </a:extLst>
          </p:cNvPr>
          <p:cNvSpPr/>
          <p:nvPr/>
        </p:nvSpPr>
        <p:spPr>
          <a:xfrm>
            <a:off x="2610564" y="3641637"/>
            <a:ext cx="2037943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생년월일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8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자리 입력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BA78679-CE0C-4788-8717-ADFD9D6BDE11}"/>
              </a:ext>
            </a:extLst>
          </p:cNvPr>
          <p:cNvSpPr txBox="1"/>
          <p:nvPr/>
        </p:nvSpPr>
        <p:spPr>
          <a:xfrm>
            <a:off x="4731749" y="3670541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ex ) 20000212. </a:t>
            </a:r>
            <a:r>
              <a:rPr lang="ko-KR" altLang="en-US" sz="700" dirty="0"/>
              <a:t>아이디 </a:t>
            </a:r>
            <a:r>
              <a:rPr lang="ko-KR" altLang="en-US" sz="700" dirty="0" err="1"/>
              <a:t>찾기시</a:t>
            </a:r>
            <a:r>
              <a:rPr lang="ko-KR" altLang="en-US" sz="700" dirty="0"/>
              <a:t> 생년월일 입력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9EFD247A-92E1-4998-92A4-66CB1B67F4F7}"/>
              </a:ext>
            </a:extLst>
          </p:cNvPr>
          <p:cNvCxnSpPr>
            <a:cxnSpLocks/>
          </p:cNvCxnSpPr>
          <p:nvPr/>
        </p:nvCxnSpPr>
        <p:spPr>
          <a:xfrm>
            <a:off x="2620090" y="2789487"/>
            <a:ext cx="1241425" cy="0"/>
          </a:xfrm>
          <a:prstGeom prst="line">
            <a:avLst/>
          </a:prstGeom>
          <a:ln w="127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661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아이디 찾기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아이디 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PONADMRGOOOOP</a:t>
            </a:r>
            <a:endParaRPr lang="ko-KR" altLang="en-US" sz="100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9EE1124-0BE3-49F4-8369-4EA1036744D6}"/>
              </a:ext>
            </a:extLst>
          </p:cNvPr>
          <p:cNvSpPr/>
          <p:nvPr/>
        </p:nvSpPr>
        <p:spPr>
          <a:xfrm>
            <a:off x="2615669" y="2912750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 입력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(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가입시 입력한 이름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E746133-6D4F-4630-BBFF-F7AFF3C70B93}"/>
              </a:ext>
            </a:extLst>
          </p:cNvPr>
          <p:cNvSpPr/>
          <p:nvPr/>
        </p:nvSpPr>
        <p:spPr>
          <a:xfrm>
            <a:off x="2612266" y="3160875"/>
            <a:ext cx="2037943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생년월일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8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자리 입력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869F3E7-6732-4CAF-9FAA-1B21274F8DE4}"/>
              </a:ext>
            </a:extLst>
          </p:cNvPr>
          <p:cNvSpPr/>
          <p:nvPr/>
        </p:nvSpPr>
        <p:spPr>
          <a:xfrm>
            <a:off x="2644797" y="3674184"/>
            <a:ext cx="2018915" cy="24506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찾기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F42CF2-158D-416B-991F-EE9DF7458AF7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7999A2-DB63-42A4-A0B3-B04018F22241}"/>
              </a:ext>
            </a:extLst>
          </p:cNvPr>
          <p:cNvSpPr txBox="1"/>
          <p:nvPr/>
        </p:nvSpPr>
        <p:spPr>
          <a:xfrm>
            <a:off x="2536067" y="2512488"/>
            <a:ext cx="1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아이디 찾기</a:t>
            </a: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9B5A3CBE-BD57-484B-96E2-BDF3F360CCA9}"/>
              </a:ext>
            </a:extLst>
          </p:cNvPr>
          <p:cNvCxnSpPr>
            <a:cxnSpLocks/>
          </p:cNvCxnSpPr>
          <p:nvPr/>
        </p:nvCxnSpPr>
        <p:spPr>
          <a:xfrm>
            <a:off x="2620090" y="2789487"/>
            <a:ext cx="1241425" cy="0"/>
          </a:xfrm>
          <a:prstGeom prst="line">
            <a:avLst/>
          </a:prstGeom>
          <a:ln w="127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2BFA57F-F862-432E-B03C-4E4FD0CB0E9E}"/>
              </a:ext>
            </a:extLst>
          </p:cNvPr>
          <p:cNvSpPr txBox="1"/>
          <p:nvPr/>
        </p:nvSpPr>
        <p:spPr>
          <a:xfrm>
            <a:off x="2536067" y="4368542"/>
            <a:ext cx="1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아이디 찾기 결과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0541CF53-8566-4D82-AE6C-3D0D8F128CF1}"/>
              </a:ext>
            </a:extLst>
          </p:cNvPr>
          <p:cNvCxnSpPr>
            <a:cxnSpLocks/>
          </p:cNvCxnSpPr>
          <p:nvPr/>
        </p:nvCxnSpPr>
        <p:spPr>
          <a:xfrm>
            <a:off x="2620090" y="4645541"/>
            <a:ext cx="1241425" cy="0"/>
          </a:xfrm>
          <a:prstGeom prst="line">
            <a:avLst/>
          </a:prstGeom>
          <a:ln w="127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1FAA0E2-0D05-4F2F-8234-BB4E4D6631D9}"/>
              </a:ext>
            </a:extLst>
          </p:cNvPr>
          <p:cNvSpPr/>
          <p:nvPr/>
        </p:nvSpPr>
        <p:spPr>
          <a:xfrm>
            <a:off x="2621937" y="4833369"/>
            <a:ext cx="4259505" cy="546351"/>
          </a:xfrm>
          <a:prstGeom prst="roundRect">
            <a:avLst>
              <a:gd name="adj" fmla="val 2048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/>
                </a:solidFill>
              </a:rPr>
              <a:t>ponkids123@gmail.com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39FADC2F-A24C-42D6-BD29-5D0468C27A80}"/>
              </a:ext>
            </a:extLst>
          </p:cNvPr>
          <p:cNvSpPr/>
          <p:nvPr/>
        </p:nvSpPr>
        <p:spPr>
          <a:xfrm>
            <a:off x="5509260" y="4984009"/>
            <a:ext cx="1173480" cy="24506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비밀번호 찾기</a:t>
            </a:r>
          </a:p>
        </p:txBody>
      </p:sp>
    </p:spTree>
    <p:extLst>
      <p:ext uri="{BB962C8B-B14F-4D97-AF65-F5344CB8AC3E}">
        <p14:creationId xmlns:p14="http://schemas.microsoft.com/office/powerpoint/2010/main" val="212747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9EE1124-0BE3-49F4-8369-4EA1036744D6}"/>
              </a:ext>
            </a:extLst>
          </p:cNvPr>
          <p:cNvSpPr/>
          <p:nvPr/>
        </p:nvSpPr>
        <p:spPr>
          <a:xfrm>
            <a:off x="2615669" y="2912750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이름 입력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(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가입시 입력한 이름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)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E746133-6D4F-4630-BBFF-F7AFF3C70B93}"/>
              </a:ext>
            </a:extLst>
          </p:cNvPr>
          <p:cNvSpPr/>
          <p:nvPr/>
        </p:nvSpPr>
        <p:spPr>
          <a:xfrm>
            <a:off x="2612266" y="3160875"/>
            <a:ext cx="2037943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생년월일 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8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자리 입력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869F3E7-6732-4CAF-9FAA-1B21274F8DE4}"/>
              </a:ext>
            </a:extLst>
          </p:cNvPr>
          <p:cNvSpPr/>
          <p:nvPr/>
        </p:nvSpPr>
        <p:spPr>
          <a:xfrm>
            <a:off x="2644797" y="3674184"/>
            <a:ext cx="2018915" cy="24506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찾기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E9964082-C7BF-4633-B620-C162CB45C2F4}"/>
              </a:ext>
            </a:extLst>
          </p:cNvPr>
          <p:cNvSpPr/>
          <p:nvPr/>
        </p:nvSpPr>
        <p:spPr>
          <a:xfrm>
            <a:off x="2621937" y="4833369"/>
            <a:ext cx="4259505" cy="1082609"/>
          </a:xfrm>
          <a:prstGeom prst="roundRect">
            <a:avLst>
              <a:gd name="adj" fmla="val 2048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****</a:t>
            </a:r>
            <a:r>
              <a:rPr lang="en-US" altLang="ko-KR" sz="1200" dirty="0">
                <a:solidFill>
                  <a:schemeClr val="tx1"/>
                </a:solidFill>
              </a:rPr>
              <a:t>ids123@gmail</a:t>
            </a:r>
            <a:r>
              <a:rPr lang="ko-KR" altLang="en-US" sz="1200" dirty="0">
                <a:solidFill>
                  <a:schemeClr val="tx1"/>
                </a:solidFill>
              </a:rPr>
              <a:t>****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2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/>
                </a:solidFill>
              </a:rPr>
              <a:t>****</a:t>
            </a:r>
            <a:r>
              <a:rPr lang="en-US" altLang="ko-KR" sz="1200" dirty="0">
                <a:solidFill>
                  <a:schemeClr val="tx1"/>
                </a:solidFill>
              </a:rPr>
              <a:t>ids2353@gmail</a:t>
            </a:r>
            <a:r>
              <a:rPr lang="ko-KR" altLang="en-US" sz="1200" dirty="0">
                <a:solidFill>
                  <a:schemeClr val="tx1"/>
                </a:solidFill>
              </a:rPr>
              <a:t>****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7BC8303-DC73-49BF-B452-8E01C38B71F1}"/>
              </a:ext>
            </a:extLst>
          </p:cNvPr>
          <p:cNvSpPr/>
          <p:nvPr/>
        </p:nvSpPr>
        <p:spPr>
          <a:xfrm>
            <a:off x="5509260" y="5060187"/>
            <a:ext cx="1173480" cy="24506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비밀번호 찾기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AE167468-3D0C-4C18-A46B-966C36459227}"/>
              </a:ext>
            </a:extLst>
          </p:cNvPr>
          <p:cNvSpPr/>
          <p:nvPr/>
        </p:nvSpPr>
        <p:spPr>
          <a:xfrm>
            <a:off x="5509260" y="5450961"/>
            <a:ext cx="1173480" cy="24506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비밀번호 찾기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E851E77-5C76-429C-9E7F-BE5E19594C71}"/>
              </a:ext>
            </a:extLst>
          </p:cNvPr>
          <p:cNvCxnSpPr>
            <a:cxnSpLocks/>
          </p:cNvCxnSpPr>
          <p:nvPr/>
        </p:nvCxnSpPr>
        <p:spPr>
          <a:xfrm flipV="1">
            <a:off x="6881442" y="4414311"/>
            <a:ext cx="2391524" cy="6458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BD2AE59-5873-4FBB-BE75-1FC3A2A6E3F5}"/>
              </a:ext>
            </a:extLst>
          </p:cNvPr>
          <p:cNvSpPr txBox="1"/>
          <p:nvPr/>
        </p:nvSpPr>
        <p:spPr>
          <a:xfrm>
            <a:off x="9385300" y="4265899"/>
            <a:ext cx="23463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우연의 일치로 </a:t>
            </a:r>
            <a:endParaRPr lang="en-US" altLang="ko-KR" sz="2000" dirty="0"/>
          </a:p>
          <a:p>
            <a:r>
              <a:rPr lang="ko-KR" altLang="en-US" sz="2000" dirty="0"/>
              <a:t>이메일이 </a:t>
            </a:r>
            <a:r>
              <a:rPr lang="en-US" altLang="ko-KR" sz="2000" dirty="0"/>
              <a:t>2</a:t>
            </a:r>
            <a:r>
              <a:rPr lang="ko-KR" altLang="en-US" sz="2000" dirty="0"/>
              <a:t>개 이상 나올 경우 </a:t>
            </a:r>
            <a:endParaRPr lang="en-US" altLang="ko-KR" sz="2000" dirty="0"/>
          </a:p>
          <a:p>
            <a:r>
              <a:rPr lang="ko-KR" altLang="en-US" sz="2000" dirty="0" err="1"/>
              <a:t>마스킹처리</a:t>
            </a:r>
            <a:endParaRPr lang="ko-KR" alt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D06F67-0825-4F17-8883-16C7C572441F}"/>
              </a:ext>
            </a:extLst>
          </p:cNvPr>
          <p:cNvSpPr txBox="1"/>
          <p:nvPr/>
        </p:nvSpPr>
        <p:spPr>
          <a:xfrm>
            <a:off x="2536067" y="2512488"/>
            <a:ext cx="1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아이디 찾기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058E3461-D3C0-4B58-9B08-8A7F1266A55E}"/>
              </a:ext>
            </a:extLst>
          </p:cNvPr>
          <p:cNvCxnSpPr>
            <a:cxnSpLocks/>
          </p:cNvCxnSpPr>
          <p:nvPr/>
        </p:nvCxnSpPr>
        <p:spPr>
          <a:xfrm>
            <a:off x="2620090" y="2789487"/>
            <a:ext cx="1241425" cy="0"/>
          </a:xfrm>
          <a:prstGeom prst="line">
            <a:avLst/>
          </a:prstGeom>
          <a:ln w="127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7B9D021-29E0-4CE3-837F-33CCF3F1C316}"/>
              </a:ext>
            </a:extLst>
          </p:cNvPr>
          <p:cNvSpPr txBox="1"/>
          <p:nvPr/>
        </p:nvSpPr>
        <p:spPr>
          <a:xfrm>
            <a:off x="2536067" y="4368542"/>
            <a:ext cx="1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아이디 찾기 결과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ACD54958-9F01-419E-8444-3F3E149600F0}"/>
              </a:ext>
            </a:extLst>
          </p:cNvPr>
          <p:cNvCxnSpPr>
            <a:cxnSpLocks/>
          </p:cNvCxnSpPr>
          <p:nvPr/>
        </p:nvCxnSpPr>
        <p:spPr>
          <a:xfrm>
            <a:off x="2620090" y="4645541"/>
            <a:ext cx="1241425" cy="0"/>
          </a:xfrm>
          <a:prstGeom prst="line">
            <a:avLst/>
          </a:prstGeom>
          <a:ln w="127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2FB49D1-2D34-4343-95D8-AB41551CDEF7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아이디 찾기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72FC101-0CDE-4492-8040-3360BB561947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6CC02B-0AEC-4C8A-9764-20BAE7BE0225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아이디 찾기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2D8A13-D2C9-4B3A-BB49-C409251B082C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PONADMRGOOOOP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71570A-9595-46C3-BC0C-E1C4307F01C4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</p:spTree>
    <p:extLst>
      <p:ext uri="{BB962C8B-B14F-4D97-AF65-F5344CB8AC3E}">
        <p14:creationId xmlns:p14="http://schemas.microsoft.com/office/powerpoint/2010/main" val="417578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비밀번호 찾기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비밀번호 찾기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PONADMPSOOOOP</a:t>
            </a:r>
            <a:endParaRPr lang="ko-KR" altLang="en-US" sz="1000" dirty="0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9EE1124-0BE3-49F4-8369-4EA1036744D6}"/>
              </a:ext>
            </a:extLst>
          </p:cNvPr>
          <p:cNvSpPr/>
          <p:nvPr/>
        </p:nvSpPr>
        <p:spPr>
          <a:xfrm>
            <a:off x="2615669" y="2912750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이메일 입력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E746133-6D4F-4630-BBFF-F7AFF3C70B93}"/>
              </a:ext>
            </a:extLst>
          </p:cNvPr>
          <p:cNvSpPr/>
          <p:nvPr/>
        </p:nvSpPr>
        <p:spPr>
          <a:xfrm>
            <a:off x="2612266" y="3160875"/>
            <a:ext cx="2037943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인증번호입력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869F3E7-6732-4CAF-9FAA-1B21274F8DE4}"/>
              </a:ext>
            </a:extLst>
          </p:cNvPr>
          <p:cNvSpPr/>
          <p:nvPr/>
        </p:nvSpPr>
        <p:spPr>
          <a:xfrm>
            <a:off x="2644797" y="3575555"/>
            <a:ext cx="2018915" cy="24506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인증완료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F42CF2-158D-416B-991F-EE9DF7458AF7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8CAD1CD-6DDB-4C0A-84FC-5B869BAC6808}"/>
              </a:ext>
            </a:extLst>
          </p:cNvPr>
          <p:cNvSpPr/>
          <p:nvPr/>
        </p:nvSpPr>
        <p:spPr>
          <a:xfrm>
            <a:off x="3979069" y="3219034"/>
            <a:ext cx="618752" cy="12874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인증요청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C054FA2-1E4F-4841-AB06-774BEFE3BD3F}"/>
              </a:ext>
            </a:extLst>
          </p:cNvPr>
          <p:cNvSpPr/>
          <p:nvPr/>
        </p:nvSpPr>
        <p:spPr>
          <a:xfrm>
            <a:off x="2615919" y="4771405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재설정 비밀번호 입력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A2C4824-DE01-4BC3-B765-9D8436734055}"/>
              </a:ext>
            </a:extLst>
          </p:cNvPr>
          <p:cNvSpPr/>
          <p:nvPr/>
        </p:nvSpPr>
        <p:spPr>
          <a:xfrm>
            <a:off x="2612266" y="5012966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재설정 비밀번호 재입력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815227-E977-4B6D-9F7A-8A0A03D679F4}"/>
              </a:ext>
            </a:extLst>
          </p:cNvPr>
          <p:cNvSpPr txBox="1"/>
          <p:nvPr/>
        </p:nvSpPr>
        <p:spPr>
          <a:xfrm>
            <a:off x="4731749" y="4893939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영문 </a:t>
            </a:r>
            <a:r>
              <a:rPr lang="en-US" altLang="ko-KR" sz="700" dirty="0"/>
              <a:t>(</a:t>
            </a:r>
            <a:r>
              <a:rPr lang="ko-KR" altLang="en-US" sz="700" dirty="0"/>
              <a:t>대소문자 구분</a:t>
            </a:r>
            <a:r>
              <a:rPr lang="en-US" altLang="ko-KR" sz="700" dirty="0"/>
              <a:t>), </a:t>
            </a:r>
            <a:r>
              <a:rPr lang="ko-KR" altLang="en-US" sz="700" dirty="0"/>
              <a:t>숫자</a:t>
            </a:r>
            <a:r>
              <a:rPr lang="en-US" altLang="ko-KR" sz="700" dirty="0"/>
              <a:t>, </a:t>
            </a:r>
            <a:r>
              <a:rPr lang="ko-KR" altLang="en-US" sz="700" dirty="0"/>
              <a:t>특수문자를 포함하여 최소 </a:t>
            </a:r>
            <a:r>
              <a:rPr lang="en-US" altLang="ko-KR" sz="700" dirty="0"/>
              <a:t>8</a:t>
            </a:r>
            <a:r>
              <a:rPr lang="ko-KR" altLang="en-US" sz="700" dirty="0"/>
              <a:t>자리로 구성</a:t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3100BC3-BCE7-42FF-9D13-CCF284318562}"/>
              </a:ext>
            </a:extLst>
          </p:cNvPr>
          <p:cNvSpPr/>
          <p:nvPr/>
        </p:nvSpPr>
        <p:spPr>
          <a:xfrm>
            <a:off x="2644797" y="5477975"/>
            <a:ext cx="2018915" cy="245069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재설정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37B5AC-9E74-41E7-9E41-6F50B319D87A}"/>
              </a:ext>
            </a:extLst>
          </p:cNvPr>
          <p:cNvSpPr txBox="1"/>
          <p:nvPr/>
        </p:nvSpPr>
        <p:spPr>
          <a:xfrm>
            <a:off x="2536067" y="2512488"/>
            <a:ext cx="1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비밀번호 찾기</a:t>
            </a:r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15AC998-4270-4E30-9111-BB01FA1DEEB5}"/>
              </a:ext>
            </a:extLst>
          </p:cNvPr>
          <p:cNvCxnSpPr>
            <a:cxnSpLocks/>
          </p:cNvCxnSpPr>
          <p:nvPr/>
        </p:nvCxnSpPr>
        <p:spPr>
          <a:xfrm>
            <a:off x="2620090" y="2789487"/>
            <a:ext cx="1241425" cy="0"/>
          </a:xfrm>
          <a:prstGeom prst="line">
            <a:avLst/>
          </a:prstGeom>
          <a:ln w="127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062378C-9294-465D-B4EF-79241A5457E4}"/>
              </a:ext>
            </a:extLst>
          </p:cNvPr>
          <p:cNvSpPr txBox="1"/>
          <p:nvPr/>
        </p:nvSpPr>
        <p:spPr>
          <a:xfrm>
            <a:off x="2536067" y="4371247"/>
            <a:ext cx="18316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비밀번호 재설정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4CA0F9A7-2195-450C-A538-F7A5A7D27090}"/>
              </a:ext>
            </a:extLst>
          </p:cNvPr>
          <p:cNvCxnSpPr>
            <a:cxnSpLocks/>
          </p:cNvCxnSpPr>
          <p:nvPr/>
        </p:nvCxnSpPr>
        <p:spPr>
          <a:xfrm>
            <a:off x="2620090" y="4648246"/>
            <a:ext cx="1241425" cy="0"/>
          </a:xfrm>
          <a:prstGeom prst="line">
            <a:avLst/>
          </a:prstGeom>
          <a:ln w="1270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85308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대시보드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PONADMDBOOOOH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1D6DF9D0-20A5-4D19-8715-D2A2B1B61C33}"/>
              </a:ext>
            </a:extLst>
          </p:cNvPr>
          <p:cNvSpPr/>
          <p:nvPr/>
        </p:nvSpPr>
        <p:spPr>
          <a:xfrm>
            <a:off x="1522200" y="4132800"/>
            <a:ext cx="3798600" cy="2350162"/>
          </a:xfrm>
          <a:prstGeom prst="roundRect">
            <a:avLst>
              <a:gd name="adj" fmla="val 7157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F5A3DF6-9904-45AE-BE39-A94D157EC6CA}"/>
              </a:ext>
            </a:extLst>
          </p:cNvPr>
          <p:cNvSpPr/>
          <p:nvPr/>
        </p:nvSpPr>
        <p:spPr>
          <a:xfrm>
            <a:off x="5460600" y="4132800"/>
            <a:ext cx="3798600" cy="2350162"/>
          </a:xfrm>
          <a:prstGeom prst="roundRect">
            <a:avLst>
              <a:gd name="adj" fmla="val 7157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00A1A1D-7DD0-48CF-849E-199ADEE23610}"/>
              </a:ext>
            </a:extLst>
          </p:cNvPr>
          <p:cNvSpPr/>
          <p:nvPr/>
        </p:nvSpPr>
        <p:spPr>
          <a:xfrm>
            <a:off x="1522200" y="1684800"/>
            <a:ext cx="3798600" cy="2350162"/>
          </a:xfrm>
          <a:prstGeom prst="roundRect">
            <a:avLst>
              <a:gd name="adj" fmla="val 7157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A92C036A-6C1B-457D-A692-612AD98181F4}"/>
              </a:ext>
            </a:extLst>
          </p:cNvPr>
          <p:cNvSpPr/>
          <p:nvPr/>
        </p:nvSpPr>
        <p:spPr>
          <a:xfrm>
            <a:off x="5428800" y="1684800"/>
            <a:ext cx="3798600" cy="2350162"/>
          </a:xfrm>
          <a:prstGeom prst="roundRect">
            <a:avLst>
              <a:gd name="adj" fmla="val 7157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F4A723-7443-4146-A44D-E25754637FA7}"/>
              </a:ext>
            </a:extLst>
          </p:cNvPr>
          <p:cNvSpPr txBox="1"/>
          <p:nvPr/>
        </p:nvSpPr>
        <p:spPr>
          <a:xfrm>
            <a:off x="5608800" y="4248000"/>
            <a:ext cx="167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공지사항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1E63B2F-2589-45F7-BE05-92A8F0A86BAB}"/>
              </a:ext>
            </a:extLst>
          </p:cNvPr>
          <p:cNvSpPr txBox="1"/>
          <p:nvPr/>
        </p:nvSpPr>
        <p:spPr>
          <a:xfrm>
            <a:off x="5608800" y="1820497"/>
            <a:ext cx="19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신규 회원 통계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0B54AE-14F4-4BB4-B708-AF8C41403B82}"/>
              </a:ext>
            </a:extLst>
          </p:cNvPr>
          <p:cNvSpPr txBox="1"/>
          <p:nvPr/>
        </p:nvSpPr>
        <p:spPr>
          <a:xfrm>
            <a:off x="1630200" y="1820497"/>
            <a:ext cx="19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클래스 관리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217C9F-2322-4DCC-B63D-33BBDB4E8E22}"/>
              </a:ext>
            </a:extLst>
          </p:cNvPr>
          <p:cNvSpPr txBox="1"/>
          <p:nvPr/>
        </p:nvSpPr>
        <p:spPr>
          <a:xfrm>
            <a:off x="1630200" y="4256229"/>
            <a:ext cx="1915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Q&amp;A </a:t>
            </a:r>
            <a:r>
              <a:rPr lang="ko-KR" altLang="en-US" dirty="0"/>
              <a:t>신규 문의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AA675D-27D6-4CF8-A3C4-D177CCF69049}"/>
              </a:ext>
            </a:extLst>
          </p:cNvPr>
          <p:cNvSpPr txBox="1"/>
          <p:nvPr/>
        </p:nvSpPr>
        <p:spPr>
          <a:xfrm>
            <a:off x="5839200" y="2620800"/>
            <a:ext cx="32184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사용자 </a:t>
            </a:r>
            <a:r>
              <a:rPr lang="en-US" altLang="ko-KR" sz="1100" dirty="0"/>
              <a:t>/ </a:t>
            </a:r>
            <a:r>
              <a:rPr lang="ko-KR" altLang="en-US" sz="1100" dirty="0"/>
              <a:t>관리자 구분 </a:t>
            </a:r>
            <a:endParaRPr lang="en-US" altLang="ko-KR" sz="1100" dirty="0"/>
          </a:p>
          <a:p>
            <a:r>
              <a:rPr lang="ko-KR" altLang="en-US" sz="1100" dirty="0"/>
              <a:t>관리자는 </a:t>
            </a:r>
            <a:r>
              <a:rPr lang="ko-KR" altLang="en-US" sz="1100" dirty="0" err="1"/>
              <a:t>승인해줘야함</a:t>
            </a:r>
            <a:r>
              <a:rPr lang="en-US" altLang="ko-KR" sz="1100" dirty="0"/>
              <a:t>.</a:t>
            </a:r>
          </a:p>
          <a:p>
            <a:r>
              <a:rPr lang="ko-KR" altLang="en-US" sz="1100" dirty="0"/>
              <a:t>승인할 관리자 표시 통계도 나쁘지 </a:t>
            </a:r>
            <a:r>
              <a:rPr lang="ko-KR" altLang="en-US" sz="1100" dirty="0" err="1"/>
              <a:t>않은듯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r>
              <a:rPr lang="en-US" altLang="ko-KR" sz="1100" dirty="0"/>
              <a:t>…..</a:t>
            </a:r>
          </a:p>
          <a:p>
            <a:endParaRPr lang="ko-KR" altLang="en-US" sz="11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F3D70E-4197-42FF-84CE-F24A0650A3B5}"/>
              </a:ext>
            </a:extLst>
          </p:cNvPr>
          <p:cNvSpPr txBox="1"/>
          <p:nvPr/>
        </p:nvSpPr>
        <p:spPr>
          <a:xfrm>
            <a:off x="5839200" y="4838521"/>
            <a:ext cx="321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공지사항 최신순서로 표시되게</a:t>
            </a:r>
            <a:r>
              <a:rPr lang="en-US" altLang="ko-KR" sz="1100" dirty="0"/>
              <a:t>..</a:t>
            </a:r>
          </a:p>
          <a:p>
            <a:endParaRPr lang="ko-KR" altLang="en-US" sz="11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72ADED1-ABD8-4C23-AA0C-544DEAABC012}"/>
              </a:ext>
            </a:extLst>
          </p:cNvPr>
          <p:cNvSpPr txBox="1"/>
          <p:nvPr/>
        </p:nvSpPr>
        <p:spPr>
          <a:xfrm>
            <a:off x="1936200" y="4838521"/>
            <a:ext cx="3218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신규 </a:t>
            </a:r>
            <a:r>
              <a:rPr lang="en-US" altLang="ko-KR" sz="1100" dirty="0"/>
              <a:t>Q&amp;A </a:t>
            </a:r>
            <a:r>
              <a:rPr lang="ko-KR" altLang="en-US" sz="1100" dirty="0"/>
              <a:t>문의 글 표시</a:t>
            </a:r>
            <a:r>
              <a:rPr lang="en-US" altLang="ko-KR" sz="1100" dirty="0"/>
              <a:t>.</a:t>
            </a:r>
            <a:endParaRPr lang="ko-KR" altLang="en-US" sz="11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7BC3CEA-F93A-471D-AC77-F196B29EB874}"/>
              </a:ext>
            </a:extLst>
          </p:cNvPr>
          <p:cNvSpPr txBox="1"/>
          <p:nvPr/>
        </p:nvSpPr>
        <p:spPr>
          <a:xfrm>
            <a:off x="1936200" y="2489995"/>
            <a:ext cx="3218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클래스 수강 </a:t>
            </a:r>
            <a:r>
              <a:rPr lang="ko-KR" altLang="en-US" sz="1100" dirty="0" err="1"/>
              <a:t>신청률</a:t>
            </a:r>
            <a:r>
              <a:rPr lang="ko-KR" altLang="en-US" sz="1100" dirty="0"/>
              <a:t> </a:t>
            </a:r>
            <a:r>
              <a:rPr lang="en-US" altLang="ko-KR" sz="1100" dirty="0"/>
              <a:t>? </a:t>
            </a:r>
          </a:p>
          <a:p>
            <a:r>
              <a:rPr lang="ko-KR" altLang="en-US" sz="1100" dirty="0"/>
              <a:t>최근 순서대로 클래스 보여주게 </a:t>
            </a:r>
            <a:r>
              <a:rPr lang="en-US" altLang="ko-KR" sz="1100" dirty="0"/>
              <a:t>?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ECE616F0-E822-45FB-94B5-F55E36206954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685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9923CE5-5779-4F36-BA28-942E04FCC684}"/>
              </a:ext>
            </a:extLst>
          </p:cNvPr>
          <p:cNvSpPr/>
          <p:nvPr/>
        </p:nvSpPr>
        <p:spPr>
          <a:xfrm>
            <a:off x="1531277" y="2223351"/>
            <a:ext cx="7674170" cy="423790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배너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배너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PONADMBANCUOOH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배너 등록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배너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CA410EB-DB63-49FA-AE4D-0CF42C2E12D3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92D1911-7284-48D8-9410-93FFB97FC9C2}"/>
              </a:ext>
            </a:extLst>
          </p:cNvPr>
          <p:cNvSpPr txBox="1"/>
          <p:nvPr/>
        </p:nvSpPr>
        <p:spPr>
          <a:xfrm>
            <a:off x="1680394" y="277127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노출순서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223BBD4-C22E-4A3E-8EAB-8C070C41A5D8}"/>
              </a:ext>
            </a:extLst>
          </p:cNvPr>
          <p:cNvSpPr/>
          <p:nvPr/>
        </p:nvSpPr>
        <p:spPr>
          <a:xfrm>
            <a:off x="9584247" y="961875"/>
            <a:ext cx="23935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분류 </a:t>
            </a:r>
          </a:p>
          <a:p>
            <a:r>
              <a:rPr lang="ko-KR" altLang="en-US" dirty="0"/>
              <a:t>순번</a:t>
            </a:r>
          </a:p>
          <a:p>
            <a:r>
              <a:rPr lang="ko-KR" altLang="en-US" dirty="0"/>
              <a:t>이름</a:t>
            </a:r>
          </a:p>
          <a:p>
            <a:r>
              <a:rPr lang="ko-KR" altLang="en-US" dirty="0"/>
              <a:t>설명</a:t>
            </a:r>
          </a:p>
          <a:p>
            <a:r>
              <a:rPr lang="ko-KR" altLang="en-US" dirty="0"/>
              <a:t>첨부파일</a:t>
            </a:r>
          </a:p>
          <a:p>
            <a:r>
              <a:rPr lang="ko-KR" altLang="en-US" dirty="0"/>
              <a:t>URL</a:t>
            </a:r>
          </a:p>
          <a:p>
            <a:r>
              <a:rPr lang="ko-KR" altLang="en-US" dirty="0"/>
              <a:t>배너기간설정여부</a:t>
            </a:r>
          </a:p>
          <a:p>
            <a:r>
              <a:rPr lang="ko-KR" altLang="en-US" dirty="0"/>
              <a:t>배너사용여부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69C6E7F-26BE-4C8A-B385-DEDC676124BA}"/>
              </a:ext>
            </a:extLst>
          </p:cNvPr>
          <p:cNvSpPr txBox="1"/>
          <p:nvPr/>
        </p:nvSpPr>
        <p:spPr>
          <a:xfrm>
            <a:off x="1680394" y="317544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095739-8B1E-451C-9977-AE3A221F1E42}"/>
              </a:ext>
            </a:extLst>
          </p:cNvPr>
          <p:cNvSpPr txBox="1"/>
          <p:nvPr/>
        </p:nvSpPr>
        <p:spPr>
          <a:xfrm>
            <a:off x="1680394" y="362016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F1A59C7-EDCD-498B-8AD1-92220AEF64DB}"/>
              </a:ext>
            </a:extLst>
          </p:cNvPr>
          <p:cNvSpPr txBox="1"/>
          <p:nvPr/>
        </p:nvSpPr>
        <p:spPr>
          <a:xfrm>
            <a:off x="1680394" y="445916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첨부파일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DBA5E10-2F5D-4955-B655-609419E45A2A}"/>
              </a:ext>
            </a:extLst>
          </p:cNvPr>
          <p:cNvSpPr txBox="1"/>
          <p:nvPr/>
        </p:nvSpPr>
        <p:spPr>
          <a:xfrm>
            <a:off x="1680394" y="497811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91313CA-7B30-4D37-8447-07BC9E9C2DA8}"/>
              </a:ext>
            </a:extLst>
          </p:cNvPr>
          <p:cNvSpPr txBox="1"/>
          <p:nvPr/>
        </p:nvSpPr>
        <p:spPr>
          <a:xfrm>
            <a:off x="1680394" y="549707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배너기간설정여부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E67DB64-6D92-4C58-BEB4-0CE8864E930C}"/>
              </a:ext>
            </a:extLst>
          </p:cNvPr>
          <p:cNvSpPr txBox="1"/>
          <p:nvPr/>
        </p:nvSpPr>
        <p:spPr>
          <a:xfrm>
            <a:off x="1680394" y="601602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배너사용여부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0CBF01D5-56F1-4633-8360-A60DA149DAD6}"/>
              </a:ext>
            </a:extLst>
          </p:cNvPr>
          <p:cNvCxnSpPr>
            <a:cxnSpLocks/>
          </p:cNvCxnSpPr>
          <p:nvPr/>
        </p:nvCxnSpPr>
        <p:spPr>
          <a:xfrm>
            <a:off x="1680394" y="3024399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75519E0B-4609-4DD2-8A9F-B74E8E548733}"/>
              </a:ext>
            </a:extLst>
          </p:cNvPr>
          <p:cNvCxnSpPr>
            <a:cxnSpLocks/>
          </p:cNvCxnSpPr>
          <p:nvPr/>
        </p:nvCxnSpPr>
        <p:spPr>
          <a:xfrm>
            <a:off x="1680394" y="342905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A842DCCA-09F6-4AB3-A64E-632D13F4A1EF}"/>
              </a:ext>
            </a:extLst>
          </p:cNvPr>
          <p:cNvCxnSpPr>
            <a:cxnSpLocks/>
          </p:cNvCxnSpPr>
          <p:nvPr/>
        </p:nvCxnSpPr>
        <p:spPr>
          <a:xfrm>
            <a:off x="1680394" y="4034018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C2B9427D-BEA3-4752-94F1-7FE31CAD8A87}"/>
              </a:ext>
            </a:extLst>
          </p:cNvPr>
          <p:cNvCxnSpPr>
            <a:cxnSpLocks/>
          </p:cNvCxnSpPr>
          <p:nvPr/>
        </p:nvCxnSpPr>
        <p:spPr>
          <a:xfrm>
            <a:off x="1680394" y="482707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A9EB1E0-6CD5-4E30-8978-515C841CF679}"/>
              </a:ext>
            </a:extLst>
          </p:cNvPr>
          <p:cNvCxnSpPr>
            <a:cxnSpLocks/>
          </p:cNvCxnSpPr>
          <p:nvPr/>
        </p:nvCxnSpPr>
        <p:spPr>
          <a:xfrm>
            <a:off x="1680394" y="534602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08292849-653D-4F92-8DE3-E5AE104121A3}"/>
              </a:ext>
            </a:extLst>
          </p:cNvPr>
          <p:cNvCxnSpPr>
            <a:cxnSpLocks/>
          </p:cNvCxnSpPr>
          <p:nvPr/>
        </p:nvCxnSpPr>
        <p:spPr>
          <a:xfrm>
            <a:off x="1680394" y="586498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0A191EC-1397-4401-9042-03C5C688627D}"/>
              </a:ext>
            </a:extLst>
          </p:cNvPr>
          <p:cNvGrpSpPr/>
          <p:nvPr/>
        </p:nvGrpSpPr>
        <p:grpSpPr>
          <a:xfrm>
            <a:off x="2804599" y="2376052"/>
            <a:ext cx="1233995" cy="216765"/>
            <a:chOff x="2804599" y="2467855"/>
            <a:chExt cx="1233995" cy="216765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71F0903A-3EF0-4561-9E9C-AC7A3FB350A3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메인클래스영역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7" name="이등변 삼각형 116">
              <a:extLst>
                <a:ext uri="{FF2B5EF4-FFF2-40B4-BE49-F238E27FC236}">
                  <a16:creationId xmlns:a16="http://schemas.microsoft.com/office/drawing/2014/main" id="{AD575256-BE00-4A6B-BF45-973CF5AC9AEE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33AE1BE-52FE-4A7D-B7F2-593BE5532C9E}"/>
              </a:ext>
            </a:extLst>
          </p:cNvPr>
          <p:cNvGrpSpPr/>
          <p:nvPr/>
        </p:nvGrpSpPr>
        <p:grpSpPr>
          <a:xfrm>
            <a:off x="4237547" y="2376052"/>
            <a:ext cx="1233995" cy="216765"/>
            <a:chOff x="2804599" y="2467855"/>
            <a:chExt cx="1233995" cy="216765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62B02950-34F9-49FF-A195-E909682C66B4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강력추천</a:t>
              </a:r>
            </a:p>
          </p:txBody>
        </p:sp>
        <p:sp>
          <p:nvSpPr>
            <p:cNvPr id="120" name="이등변 삼각형 119">
              <a:extLst>
                <a:ext uri="{FF2B5EF4-FFF2-40B4-BE49-F238E27FC236}">
                  <a16:creationId xmlns:a16="http://schemas.microsoft.com/office/drawing/2014/main" id="{028808D2-E604-4445-A894-FD902D2FDFAA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34B5A38D-D117-4A22-B2B4-2082FF37F2F6}"/>
              </a:ext>
            </a:extLst>
          </p:cNvPr>
          <p:cNvGrpSpPr/>
          <p:nvPr/>
        </p:nvGrpSpPr>
        <p:grpSpPr>
          <a:xfrm>
            <a:off x="5678822" y="2376052"/>
            <a:ext cx="1233995" cy="216765"/>
            <a:chOff x="2804599" y="2467855"/>
            <a:chExt cx="1233995" cy="216765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C9CE5CE-354C-4A02-90E7-2DEA3F0DCD2D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클래스선택</a:t>
              </a:r>
            </a:p>
          </p:txBody>
        </p:sp>
        <p:sp>
          <p:nvSpPr>
            <p:cNvPr id="123" name="이등변 삼각형 122">
              <a:extLst>
                <a:ext uri="{FF2B5EF4-FFF2-40B4-BE49-F238E27FC236}">
                  <a16:creationId xmlns:a16="http://schemas.microsoft.com/office/drawing/2014/main" id="{200F397D-F622-4A53-98A2-361956B377D1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DE22C473-CE0F-48DE-AF42-4832AB3703D4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DA623214-16DF-4BDD-A40D-3461C5EDC4A1}"/>
              </a:ext>
            </a:extLst>
          </p:cNvPr>
          <p:cNvSpPr/>
          <p:nvPr/>
        </p:nvSpPr>
        <p:spPr>
          <a:xfrm>
            <a:off x="2804599" y="2770610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순번 입력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7FB1DC34-BA6A-44D0-87D0-E5E45B2BC331}"/>
              </a:ext>
            </a:extLst>
          </p:cNvPr>
          <p:cNvSpPr/>
          <p:nvPr/>
        </p:nvSpPr>
        <p:spPr>
          <a:xfrm>
            <a:off x="2804599" y="3168166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bg1">
                    <a:lumMod val="75000"/>
                  </a:schemeClr>
                </a:solidFill>
              </a:rPr>
              <a:t>이름 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입력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FE5A8ED0-9849-4929-A3AE-B6F4779A536E}"/>
              </a:ext>
            </a:extLst>
          </p:cNvPr>
          <p:cNvSpPr/>
          <p:nvPr/>
        </p:nvSpPr>
        <p:spPr>
          <a:xfrm>
            <a:off x="2804599" y="3497755"/>
            <a:ext cx="4108218" cy="425936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설명 입력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3EE7AF7E-C7A2-4DA9-AB86-65B7E08FB90F}"/>
              </a:ext>
            </a:extLst>
          </p:cNvPr>
          <p:cNvSpPr/>
          <p:nvPr/>
        </p:nvSpPr>
        <p:spPr>
          <a:xfrm>
            <a:off x="3758050" y="4486905"/>
            <a:ext cx="998378" cy="22983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첨부파일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52C1A08B-9CAD-4027-BCA0-AE85BC251631}"/>
              </a:ext>
            </a:extLst>
          </p:cNvPr>
          <p:cNvSpPr/>
          <p:nvPr/>
        </p:nvSpPr>
        <p:spPr>
          <a:xfrm>
            <a:off x="2804599" y="4958194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URL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입력</a:t>
            </a: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CD0767A5-5A31-45C4-AB81-026B9DD24789}"/>
              </a:ext>
            </a:extLst>
          </p:cNvPr>
          <p:cNvSpPr/>
          <p:nvPr/>
        </p:nvSpPr>
        <p:spPr>
          <a:xfrm>
            <a:off x="3123629" y="5500384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BB0887EF-AEC1-49DF-AFD5-344427A509DB}"/>
              </a:ext>
            </a:extLst>
          </p:cNvPr>
          <p:cNvSpPr/>
          <p:nvPr/>
        </p:nvSpPr>
        <p:spPr>
          <a:xfrm>
            <a:off x="3352789" y="5514817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6B094FB3-FDE7-4251-8C3C-E3D2B95C1FCF}"/>
              </a:ext>
            </a:extLst>
          </p:cNvPr>
          <p:cNvGrpSpPr/>
          <p:nvPr/>
        </p:nvGrpSpPr>
        <p:grpSpPr>
          <a:xfrm>
            <a:off x="4236776" y="5485751"/>
            <a:ext cx="1233995" cy="216765"/>
            <a:chOff x="4163731" y="5574859"/>
            <a:chExt cx="1233995" cy="216765"/>
          </a:xfrm>
        </p:grpSpPr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3BA8E31F-A490-4749-AA32-8BDE73D315E6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C1F3F5F1-0EEE-46F5-9AF3-ADCEB74D67D3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0" name="그래픽 159" descr="플립 달력">
              <a:extLst>
                <a:ext uri="{FF2B5EF4-FFF2-40B4-BE49-F238E27FC236}">
                  <a16:creationId xmlns:a16="http://schemas.microsoft.com/office/drawing/2014/main" id="{C4A457D5-0CF2-4FCA-B577-E86634159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118F2320-0571-45C2-A51D-912262EFB73B}"/>
              </a:ext>
            </a:extLst>
          </p:cNvPr>
          <p:cNvGrpSpPr/>
          <p:nvPr/>
        </p:nvGrpSpPr>
        <p:grpSpPr>
          <a:xfrm>
            <a:off x="5678052" y="5485751"/>
            <a:ext cx="1233995" cy="216765"/>
            <a:chOff x="4163731" y="5574859"/>
            <a:chExt cx="1233995" cy="216765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3BB4E2B4-29ED-432F-B398-CB88C8A41440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2023-12-31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FABD9576-3AE4-4EC3-8F98-BAEA109201C6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7" name="그래픽 166" descr="플립 달력">
              <a:extLst>
                <a:ext uri="{FF2B5EF4-FFF2-40B4-BE49-F238E27FC236}">
                  <a16:creationId xmlns:a16="http://schemas.microsoft.com/office/drawing/2014/main" id="{D4F73495-9DC9-4E69-BDC7-D80297A37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8B9E9498-303E-406B-95AB-C3740F51C97B}"/>
              </a:ext>
            </a:extLst>
          </p:cNvPr>
          <p:cNvSpPr txBox="1"/>
          <p:nvPr/>
        </p:nvSpPr>
        <p:spPr>
          <a:xfrm>
            <a:off x="5483455" y="5477120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8CFF522D-A9E5-48F9-A76B-053124F3A71A}"/>
              </a:ext>
            </a:extLst>
          </p:cNvPr>
          <p:cNvSpPr/>
          <p:nvPr/>
        </p:nvSpPr>
        <p:spPr>
          <a:xfrm>
            <a:off x="3123629" y="6027564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E7C52CA9-F8D4-4323-8160-C4D816C15BE1}"/>
              </a:ext>
            </a:extLst>
          </p:cNvPr>
          <p:cNvSpPr/>
          <p:nvPr/>
        </p:nvSpPr>
        <p:spPr>
          <a:xfrm>
            <a:off x="3352789" y="6041997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DBE5B56F-E161-4A95-8CD1-C67E5956E363}"/>
              </a:ext>
            </a:extLst>
          </p:cNvPr>
          <p:cNvSpPr/>
          <p:nvPr/>
        </p:nvSpPr>
        <p:spPr>
          <a:xfrm>
            <a:off x="5266500" y="6529954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가입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8D950AE5-9BE4-406D-A864-5DF0EB03F3E9}"/>
              </a:ext>
            </a:extLst>
          </p:cNvPr>
          <p:cNvSpPr/>
          <p:nvPr/>
        </p:nvSpPr>
        <p:spPr>
          <a:xfrm>
            <a:off x="4237546" y="6529954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63D48FC-BAFB-44DE-B9E7-88FE82D8933D}"/>
              </a:ext>
            </a:extLst>
          </p:cNvPr>
          <p:cNvSpPr txBox="1"/>
          <p:nvPr/>
        </p:nvSpPr>
        <p:spPr>
          <a:xfrm>
            <a:off x="1921512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CBF3A0D-C2F0-481B-9147-F9A0052F2615}"/>
              </a:ext>
            </a:extLst>
          </p:cNvPr>
          <p:cNvSpPr txBox="1"/>
          <p:nvPr/>
        </p:nvSpPr>
        <p:spPr>
          <a:xfrm>
            <a:off x="2154569" y="269122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7B2EE8-191C-48A6-85E4-5214A6E028F6}"/>
              </a:ext>
            </a:extLst>
          </p:cNvPr>
          <p:cNvSpPr txBox="1"/>
          <p:nvPr/>
        </p:nvSpPr>
        <p:spPr>
          <a:xfrm>
            <a:off x="1921512" y="308931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17CB7E71-F32E-4ABA-A37E-92856AC33510}"/>
              </a:ext>
            </a:extLst>
          </p:cNvPr>
          <p:cNvSpPr/>
          <p:nvPr/>
        </p:nvSpPr>
        <p:spPr>
          <a:xfrm>
            <a:off x="7107037" y="4958194"/>
            <a:ext cx="816767" cy="211723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URL </a:t>
            </a:r>
            <a:r>
              <a:rPr lang="ko-KR" altLang="en-US" sz="900" dirty="0">
                <a:solidFill>
                  <a:schemeClr val="bg1"/>
                </a:solidFill>
              </a:rPr>
              <a:t>찾기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1E1FEC-013F-41B6-9A20-0E34066DF3B1}"/>
              </a:ext>
            </a:extLst>
          </p:cNvPr>
          <p:cNvSpPr txBox="1"/>
          <p:nvPr/>
        </p:nvSpPr>
        <p:spPr>
          <a:xfrm>
            <a:off x="2487655" y="5372541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C0AE877-7A0F-44ED-A35A-2547A6398D43}"/>
              </a:ext>
            </a:extLst>
          </p:cNvPr>
          <p:cNvSpPr txBox="1"/>
          <p:nvPr/>
        </p:nvSpPr>
        <p:spPr>
          <a:xfrm>
            <a:off x="2348001" y="5906019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538971C6-B292-42DE-AA20-B28D2F516A86}"/>
              </a:ext>
            </a:extLst>
          </p:cNvPr>
          <p:cNvCxnSpPr>
            <a:cxnSpLocks/>
          </p:cNvCxnSpPr>
          <p:nvPr/>
        </p:nvCxnSpPr>
        <p:spPr>
          <a:xfrm flipV="1">
            <a:off x="7923804" y="4754260"/>
            <a:ext cx="1671408" cy="2907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AF0D52FC-D2CC-41ED-9EEA-8E0712B2E8D8}"/>
              </a:ext>
            </a:extLst>
          </p:cNvPr>
          <p:cNvSpPr/>
          <p:nvPr/>
        </p:nvSpPr>
        <p:spPr>
          <a:xfrm>
            <a:off x="9595212" y="4578646"/>
            <a:ext cx="239353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URL </a:t>
            </a:r>
            <a:r>
              <a:rPr lang="ko-KR" altLang="en-US" dirty="0"/>
              <a:t>찾기 레이어 </a:t>
            </a:r>
            <a:endParaRPr lang="en-US" altLang="ko-KR" dirty="0"/>
          </a:p>
          <a:p>
            <a:r>
              <a:rPr lang="ko-KR" altLang="en-US" dirty="0"/>
              <a:t>추가 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레이어에서 검색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게시판 </a:t>
            </a:r>
            <a:r>
              <a:rPr lang="en-US" altLang="ko-KR" dirty="0"/>
              <a:t>&gt; </a:t>
            </a:r>
            <a:r>
              <a:rPr lang="ko-KR" altLang="en-US" dirty="0"/>
              <a:t>게시글 순으로 </a:t>
            </a:r>
            <a:r>
              <a:rPr lang="ko-KR" altLang="en-US" dirty="0" err="1"/>
              <a:t>볼수</a:t>
            </a:r>
            <a:r>
              <a:rPr lang="ko-KR" altLang="en-US" dirty="0"/>
              <a:t> 있게</a:t>
            </a:r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014A44A-2422-4A4B-8AB6-BF683401176B}"/>
              </a:ext>
            </a:extLst>
          </p:cNvPr>
          <p:cNvGrpSpPr/>
          <p:nvPr/>
        </p:nvGrpSpPr>
        <p:grpSpPr>
          <a:xfrm>
            <a:off x="2804599" y="4107045"/>
            <a:ext cx="853944" cy="615593"/>
            <a:chOff x="6455759" y="2303609"/>
            <a:chExt cx="853944" cy="615593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EB426A6F-941B-4ED2-B186-C06082D95222}"/>
                </a:ext>
              </a:extLst>
            </p:cNvPr>
            <p:cNvSpPr/>
            <p:nvPr/>
          </p:nvSpPr>
          <p:spPr>
            <a:xfrm>
              <a:off x="6455759" y="2303609"/>
              <a:ext cx="853944" cy="615593"/>
            </a:xfrm>
            <a:prstGeom prst="roundRect">
              <a:avLst>
                <a:gd name="adj" fmla="val 561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5" name="그래픽 74" descr="채우기 없는 웃는 얼굴">
              <a:extLst>
                <a:ext uri="{FF2B5EF4-FFF2-40B4-BE49-F238E27FC236}">
                  <a16:creationId xmlns:a16="http://schemas.microsoft.com/office/drawing/2014/main" id="{8A65FF1D-58C2-4635-A9BA-04B77918C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4897" y="2374852"/>
              <a:ext cx="486331" cy="4863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87964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배너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배너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PONADMBANREOOH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배너 조회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8820FF8-3DF1-420C-B2AD-6CE7AE7F7FA6}"/>
              </a:ext>
            </a:extLst>
          </p:cNvPr>
          <p:cNvGrpSpPr/>
          <p:nvPr/>
        </p:nvGrpSpPr>
        <p:grpSpPr>
          <a:xfrm>
            <a:off x="1534206" y="2590789"/>
            <a:ext cx="1280992" cy="1191183"/>
            <a:chOff x="1534206" y="2590789"/>
            <a:chExt cx="1280992" cy="1676421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8FC93A0-ACD3-4CDD-A904-5800F9DFCB9D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9B770F2-E7B9-4BC7-9D5D-FE7BAB9D4FDF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289BBF4-8C32-4D57-8A72-3A454A5CAE4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18DD6CC-E648-4A19-ACA0-5750AE86EE2F}"/>
              </a:ext>
            </a:extLst>
          </p:cNvPr>
          <p:cNvSpPr txBox="1"/>
          <p:nvPr/>
        </p:nvSpPr>
        <p:spPr>
          <a:xfrm>
            <a:off x="1534206" y="2640646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전체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880365-6CA0-41A9-8785-CFFBA8EB208E}"/>
              </a:ext>
            </a:extLst>
          </p:cNvPr>
          <p:cNvSpPr txBox="1"/>
          <p:nvPr/>
        </p:nvSpPr>
        <p:spPr>
          <a:xfrm>
            <a:off x="1534206" y="290782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메인상단배너</a:t>
            </a:r>
            <a:endParaRPr lang="ko-KR" altLang="en-US" sz="11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배너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38B99CB-28F4-4829-B3C3-EB05C9C70581}"/>
              </a:ext>
            </a:extLst>
          </p:cNvPr>
          <p:cNvGrpSpPr/>
          <p:nvPr/>
        </p:nvGrpSpPr>
        <p:grpSpPr>
          <a:xfrm>
            <a:off x="2992084" y="2590789"/>
            <a:ext cx="1280992" cy="1191183"/>
            <a:chOff x="1534206" y="2590789"/>
            <a:chExt cx="1280992" cy="1676421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13A8C1A-C72B-4D44-8461-32E54EC6799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AE7F9D8-2100-479B-BF4E-5ECC6A42AC72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F0FCFEE-2D63-4D97-AADA-8F768A798C73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71CAA4B-9186-4F0A-9DED-A704B49D5241}"/>
              </a:ext>
            </a:extLst>
          </p:cNvPr>
          <p:cNvSpPr txBox="1"/>
          <p:nvPr/>
        </p:nvSpPr>
        <p:spPr>
          <a:xfrm>
            <a:off x="3003432" y="2640646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강력추천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76A92A-6B5A-43F9-A576-75B748E79318}"/>
              </a:ext>
            </a:extLst>
          </p:cNvPr>
          <p:cNvSpPr txBox="1"/>
          <p:nvPr/>
        </p:nvSpPr>
        <p:spPr>
          <a:xfrm>
            <a:off x="3003432" y="290782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추석 한정 투어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A24FBF-7D63-454C-BE21-E1885435EA29}"/>
              </a:ext>
            </a:extLst>
          </p:cNvPr>
          <p:cNvSpPr txBox="1"/>
          <p:nvPr/>
        </p:nvSpPr>
        <p:spPr>
          <a:xfrm>
            <a:off x="3003432" y="320359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원어민 영어</a:t>
            </a:r>
            <a:endParaRPr lang="ko-KR" alt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AF35DB-700E-4AB8-AA91-AAB811D10CD4}"/>
              </a:ext>
            </a:extLst>
          </p:cNvPr>
          <p:cNvSpPr txBox="1"/>
          <p:nvPr/>
        </p:nvSpPr>
        <p:spPr>
          <a:xfrm>
            <a:off x="3003432" y="3498687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질리지않는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E02DD6-5B07-40E0-8EB9-F499D35A06F3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배너분류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9AB4-3623-4CA0-A04F-EF6367118C16}"/>
              </a:ext>
            </a:extLst>
          </p:cNvPr>
          <p:cNvSpPr txBox="1"/>
          <p:nvPr/>
        </p:nvSpPr>
        <p:spPr>
          <a:xfrm>
            <a:off x="2952405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배너상세분류</a:t>
            </a:r>
            <a:endParaRPr lang="ko-KR" altLang="en-US" sz="14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5BB145-0033-4F37-920B-6D8DDC580FA1}"/>
              </a:ext>
            </a:extLst>
          </p:cNvPr>
          <p:cNvSpPr/>
          <p:nvPr/>
        </p:nvSpPr>
        <p:spPr>
          <a:xfrm>
            <a:off x="8615103" y="3960551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262C54B-236D-4627-B339-1C1D1BDD1DEF}"/>
              </a:ext>
            </a:extLst>
          </p:cNvPr>
          <p:cNvSpPr/>
          <p:nvPr/>
        </p:nvSpPr>
        <p:spPr>
          <a:xfrm>
            <a:off x="7276777" y="3960551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4A77CD1-804A-44B5-8161-3DCE4DF3F8A1}"/>
              </a:ext>
            </a:extLst>
          </p:cNvPr>
          <p:cNvSpPr/>
          <p:nvPr/>
        </p:nvSpPr>
        <p:spPr>
          <a:xfrm>
            <a:off x="1531257" y="3958276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삭제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F684C1-FB65-4DAE-99D1-EB183926600A}"/>
              </a:ext>
            </a:extLst>
          </p:cNvPr>
          <p:cNvSpPr txBox="1"/>
          <p:nvPr/>
        </p:nvSpPr>
        <p:spPr>
          <a:xfrm>
            <a:off x="1531257" y="320359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메인클래스영역</a:t>
            </a:r>
            <a:endParaRPr lang="ko-KR" altLang="en-US" sz="11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12A53F0-7EEB-4576-A629-BA180AA5C516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EE8A2F5-4333-429C-97F8-6CF24C35A0AD}"/>
              </a:ext>
            </a:extLst>
          </p:cNvPr>
          <p:cNvSpPr/>
          <p:nvPr/>
        </p:nvSpPr>
        <p:spPr>
          <a:xfrm>
            <a:off x="5313190" y="6136735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D0DBD290-B6DD-4F28-85D8-7F1331DC0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231496"/>
              </p:ext>
            </p:extLst>
          </p:nvPr>
        </p:nvGraphicFramePr>
        <p:xfrm>
          <a:off x="1531257" y="4239113"/>
          <a:ext cx="7668658" cy="1837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488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1044255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66240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698400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094400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85809265"/>
                    </a:ext>
                  </a:extLst>
                </a:gridCol>
                <a:gridCol w="610315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배너이름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노출시작일시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노출종료일시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544483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메인상단배너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여름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2023-02-02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2023-12-31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538486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메인클래스영역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강력추천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노을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994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메인클래스영역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강력추천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운동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54" name="Box">
            <a:extLst>
              <a:ext uri="{FF2B5EF4-FFF2-40B4-BE49-F238E27FC236}">
                <a16:creationId xmlns:a16="http://schemas.microsoft.com/office/drawing/2014/main" id="{4BBED969-7F29-454C-BC34-6C08A3CD47F3}"/>
              </a:ext>
            </a:extLst>
          </p:cNvPr>
          <p:cNvSpPr/>
          <p:nvPr/>
        </p:nvSpPr>
        <p:spPr>
          <a:xfrm>
            <a:off x="167376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5418FA99-B90D-4EDE-9029-C92F5FC3BF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40140" y="4682208"/>
            <a:ext cx="546100" cy="409575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E5ECB5-D90F-4F79-A67E-9B8B976D80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40140" y="5263032"/>
            <a:ext cx="576906" cy="27184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48818019-2D1B-41CC-940A-22BCB1B395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5079346" y="5733701"/>
            <a:ext cx="546100" cy="298032"/>
          </a:xfrm>
          <a:prstGeom prst="rect">
            <a:avLst/>
          </a:prstGeom>
        </p:spPr>
      </p:pic>
      <p:sp>
        <p:nvSpPr>
          <p:cNvPr id="61" name="Box">
            <a:extLst>
              <a:ext uri="{FF2B5EF4-FFF2-40B4-BE49-F238E27FC236}">
                <a16:creationId xmlns:a16="http://schemas.microsoft.com/office/drawing/2014/main" id="{7BC7AE6E-B86B-479E-8202-601BEAB6A08B}"/>
              </a:ext>
            </a:extLst>
          </p:cNvPr>
          <p:cNvSpPr/>
          <p:nvPr/>
        </p:nvSpPr>
        <p:spPr>
          <a:xfrm>
            <a:off x="1673763" y="4827071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Box">
            <a:extLst>
              <a:ext uri="{FF2B5EF4-FFF2-40B4-BE49-F238E27FC236}">
                <a16:creationId xmlns:a16="http://schemas.microsoft.com/office/drawing/2014/main" id="{0882E2CC-27A5-4A6E-8800-E614B7CACF47}"/>
              </a:ext>
            </a:extLst>
          </p:cNvPr>
          <p:cNvSpPr/>
          <p:nvPr/>
        </p:nvSpPr>
        <p:spPr>
          <a:xfrm>
            <a:off x="1673763" y="5333177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Box">
            <a:extLst>
              <a:ext uri="{FF2B5EF4-FFF2-40B4-BE49-F238E27FC236}">
                <a16:creationId xmlns:a16="http://schemas.microsoft.com/office/drawing/2014/main" id="{A1C9F25F-286D-4423-95D1-59260E9E1002}"/>
              </a:ext>
            </a:extLst>
          </p:cNvPr>
          <p:cNvSpPr/>
          <p:nvPr/>
        </p:nvSpPr>
        <p:spPr>
          <a:xfrm>
            <a:off x="1673763" y="5803027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L 도형 65">
            <a:extLst>
              <a:ext uri="{FF2B5EF4-FFF2-40B4-BE49-F238E27FC236}">
                <a16:creationId xmlns:a16="http://schemas.microsoft.com/office/drawing/2014/main" id="{DF38F4E8-2309-4E7E-B613-86C3CD791AAD}"/>
              </a:ext>
            </a:extLst>
          </p:cNvPr>
          <p:cNvSpPr/>
          <p:nvPr/>
        </p:nvSpPr>
        <p:spPr>
          <a:xfrm rot="18935460">
            <a:off x="1703585" y="4839938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2E55421-D278-4BB5-92C9-E40FA18D5696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43FC7F4-6659-4115-88D0-C328438FD789}"/>
              </a:ext>
            </a:extLst>
          </p:cNvPr>
          <p:cNvGrpSpPr/>
          <p:nvPr/>
        </p:nvGrpSpPr>
        <p:grpSpPr>
          <a:xfrm>
            <a:off x="5883564" y="3960551"/>
            <a:ext cx="689181" cy="221852"/>
            <a:chOff x="5883564" y="3960551"/>
            <a:chExt cx="689181" cy="221852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5EE85B5-8A3E-4F54-90F4-B1D28B33428D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사용여부</a:t>
              </a:r>
            </a:p>
          </p:txBody>
        </p:sp>
        <p:sp>
          <p:nvSpPr>
            <p:cNvPr id="74" name="이등변 삼각형 73">
              <a:extLst>
                <a:ext uri="{FF2B5EF4-FFF2-40B4-BE49-F238E27FC236}">
                  <a16:creationId xmlns:a16="http://schemas.microsoft.com/office/drawing/2014/main" id="{48E00EC0-C844-4CF7-A8C7-D1F5BFCC6A7C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3938087-E15D-4EB8-BC62-124DF42AE23B}"/>
              </a:ext>
            </a:extLst>
          </p:cNvPr>
          <p:cNvGrpSpPr/>
          <p:nvPr/>
        </p:nvGrpSpPr>
        <p:grpSpPr>
          <a:xfrm>
            <a:off x="6651988" y="3960551"/>
            <a:ext cx="545589" cy="221852"/>
            <a:chOff x="6651988" y="3960551"/>
            <a:chExt cx="545589" cy="221852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2AA38147-8D9A-4203-8E34-78EAA925DBDC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75" name="이등변 삼각형 74">
              <a:extLst>
                <a:ext uri="{FF2B5EF4-FFF2-40B4-BE49-F238E27FC236}">
                  <a16:creationId xmlns:a16="http://schemas.microsoft.com/office/drawing/2014/main" id="{0079ECC4-D5F0-417B-B4D8-03093FE738CD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DC7BDD3-66D4-4A81-A102-398E81E59BD6}"/>
              </a:ext>
            </a:extLst>
          </p:cNvPr>
          <p:cNvSpPr/>
          <p:nvPr/>
        </p:nvSpPr>
        <p:spPr>
          <a:xfrm>
            <a:off x="1530419" y="6147215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7036B34-0DBC-4D97-883F-A98063F6C252}"/>
              </a:ext>
            </a:extLst>
          </p:cNvPr>
          <p:cNvGrpSpPr/>
          <p:nvPr/>
        </p:nvGrpSpPr>
        <p:grpSpPr>
          <a:xfrm>
            <a:off x="8296611" y="6136735"/>
            <a:ext cx="876812" cy="235209"/>
            <a:chOff x="8296611" y="6136735"/>
            <a:chExt cx="876812" cy="23520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B0CF332E-F2B9-4E5D-A00D-33D2C727F9FC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B34A6AFC-1239-429C-BAD7-5C8862C7B12C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9BBDC5B-81A3-466A-95B4-7D106B34A6D1}"/>
              </a:ext>
            </a:extLst>
          </p:cNvPr>
          <p:cNvSpPr/>
          <p:nvPr/>
        </p:nvSpPr>
        <p:spPr>
          <a:xfrm>
            <a:off x="8699797" y="4751263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79" name="사각형: 둥근 모서리 78">
            <a:extLst>
              <a:ext uri="{FF2B5EF4-FFF2-40B4-BE49-F238E27FC236}">
                <a16:creationId xmlns:a16="http://schemas.microsoft.com/office/drawing/2014/main" id="{3CADE206-8717-4BCF-808B-1E9CBE6DCCB9}"/>
              </a:ext>
            </a:extLst>
          </p:cNvPr>
          <p:cNvSpPr/>
          <p:nvPr/>
        </p:nvSpPr>
        <p:spPr>
          <a:xfrm>
            <a:off x="8699797" y="5296185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F98927C-6522-492B-A70C-A561BB7DD9D0}"/>
              </a:ext>
            </a:extLst>
          </p:cNvPr>
          <p:cNvSpPr/>
          <p:nvPr/>
        </p:nvSpPr>
        <p:spPr>
          <a:xfrm>
            <a:off x="8699797" y="576511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921621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배너 상세조회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배너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PONADMBANDROOH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6183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배너 상세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배너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F0D075D-7DC8-42AF-8604-74CEC33ACCD0}"/>
              </a:ext>
            </a:extLst>
          </p:cNvPr>
          <p:cNvSpPr/>
          <p:nvPr/>
        </p:nvSpPr>
        <p:spPr>
          <a:xfrm>
            <a:off x="1531277" y="2223351"/>
            <a:ext cx="7674170" cy="423790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F1FD2A8F-C3EA-42CD-B1DD-D73C374BD4C8}"/>
              </a:ext>
            </a:extLst>
          </p:cNvPr>
          <p:cNvCxnSpPr>
            <a:cxnSpLocks/>
          </p:cNvCxnSpPr>
          <p:nvPr/>
        </p:nvCxnSpPr>
        <p:spPr>
          <a:xfrm>
            <a:off x="1680394" y="2751242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6B58B4FF-1E8F-4AF7-A31C-8D50E4002A42}"/>
              </a:ext>
            </a:extLst>
          </p:cNvPr>
          <p:cNvSpPr txBox="1"/>
          <p:nvPr/>
        </p:nvSpPr>
        <p:spPr>
          <a:xfrm>
            <a:off x="1680394" y="2902289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노출순서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C90874-A78D-4C57-B0B9-64B8CBC9577F}"/>
              </a:ext>
            </a:extLst>
          </p:cNvPr>
          <p:cNvSpPr txBox="1"/>
          <p:nvPr/>
        </p:nvSpPr>
        <p:spPr>
          <a:xfrm>
            <a:off x="1680394" y="342124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09E8B56-A2FB-4116-B8CD-84574160B50D}"/>
              </a:ext>
            </a:extLst>
          </p:cNvPr>
          <p:cNvSpPr txBox="1"/>
          <p:nvPr/>
        </p:nvSpPr>
        <p:spPr>
          <a:xfrm>
            <a:off x="1680394" y="3940203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506EE30-1E0C-4E92-AB67-5AE8458EC5FD}"/>
              </a:ext>
            </a:extLst>
          </p:cNvPr>
          <p:cNvSpPr txBox="1"/>
          <p:nvPr/>
        </p:nvSpPr>
        <p:spPr>
          <a:xfrm>
            <a:off x="1680394" y="445916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첨부파일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7475B92-3838-4E66-AD10-2E12523A5E98}"/>
              </a:ext>
            </a:extLst>
          </p:cNvPr>
          <p:cNvSpPr txBox="1"/>
          <p:nvPr/>
        </p:nvSpPr>
        <p:spPr>
          <a:xfrm>
            <a:off x="1680394" y="5116433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046CA9D-990D-491B-9726-456432675A68}"/>
              </a:ext>
            </a:extLst>
          </p:cNvPr>
          <p:cNvSpPr txBox="1"/>
          <p:nvPr/>
        </p:nvSpPr>
        <p:spPr>
          <a:xfrm>
            <a:off x="1680394" y="563539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배너기간설정여부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0A226B-3615-448A-864F-6DB4EBAA3D58}"/>
              </a:ext>
            </a:extLst>
          </p:cNvPr>
          <p:cNvSpPr txBox="1"/>
          <p:nvPr/>
        </p:nvSpPr>
        <p:spPr>
          <a:xfrm>
            <a:off x="1680394" y="615434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배너사용여부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64919E47-0E47-4D19-A678-03003C93641A}"/>
              </a:ext>
            </a:extLst>
          </p:cNvPr>
          <p:cNvCxnSpPr>
            <a:cxnSpLocks/>
          </p:cNvCxnSpPr>
          <p:nvPr/>
        </p:nvCxnSpPr>
        <p:spPr>
          <a:xfrm>
            <a:off x="1680394" y="3270199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>
            <a:extLst>
              <a:ext uri="{FF2B5EF4-FFF2-40B4-BE49-F238E27FC236}">
                <a16:creationId xmlns:a16="http://schemas.microsoft.com/office/drawing/2014/main" id="{6DCCFB9E-E541-4103-97F1-7506B4F4AAF9}"/>
              </a:ext>
            </a:extLst>
          </p:cNvPr>
          <p:cNvCxnSpPr>
            <a:cxnSpLocks/>
          </p:cNvCxnSpPr>
          <p:nvPr/>
        </p:nvCxnSpPr>
        <p:spPr>
          <a:xfrm>
            <a:off x="1680394" y="378915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8B9B8A63-6D28-4212-9FBF-C0C28ACE5BDC}"/>
              </a:ext>
            </a:extLst>
          </p:cNvPr>
          <p:cNvCxnSpPr>
            <a:cxnSpLocks/>
          </p:cNvCxnSpPr>
          <p:nvPr/>
        </p:nvCxnSpPr>
        <p:spPr>
          <a:xfrm>
            <a:off x="1680394" y="430811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E9DD6A6D-9BF0-42F0-8B96-3A7EB270157F}"/>
              </a:ext>
            </a:extLst>
          </p:cNvPr>
          <p:cNvCxnSpPr>
            <a:cxnSpLocks/>
          </p:cNvCxnSpPr>
          <p:nvPr/>
        </p:nvCxnSpPr>
        <p:spPr>
          <a:xfrm>
            <a:off x="1680394" y="496538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85EE9E7D-D789-4AFB-9A78-1665DE6CFCAE}"/>
              </a:ext>
            </a:extLst>
          </p:cNvPr>
          <p:cNvCxnSpPr>
            <a:cxnSpLocks/>
          </p:cNvCxnSpPr>
          <p:nvPr/>
        </p:nvCxnSpPr>
        <p:spPr>
          <a:xfrm>
            <a:off x="1680394" y="548434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EC2A3931-7BC0-45E4-995E-7CEAF012349F}"/>
              </a:ext>
            </a:extLst>
          </p:cNvPr>
          <p:cNvCxnSpPr>
            <a:cxnSpLocks/>
          </p:cNvCxnSpPr>
          <p:nvPr/>
        </p:nvCxnSpPr>
        <p:spPr>
          <a:xfrm>
            <a:off x="1680394" y="600330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B4DB62CC-B2AD-4B66-ACCB-72C5E030446F}"/>
              </a:ext>
            </a:extLst>
          </p:cNvPr>
          <p:cNvGrpSpPr/>
          <p:nvPr/>
        </p:nvGrpSpPr>
        <p:grpSpPr>
          <a:xfrm>
            <a:off x="2804599" y="2376052"/>
            <a:ext cx="1233995" cy="216765"/>
            <a:chOff x="2804599" y="2467855"/>
            <a:chExt cx="1233995" cy="216765"/>
          </a:xfrm>
        </p:grpSpPr>
        <p:sp>
          <p:nvSpPr>
            <p:cNvPr id="91" name="사각형: 둥근 모서리 90">
              <a:extLst>
                <a:ext uri="{FF2B5EF4-FFF2-40B4-BE49-F238E27FC236}">
                  <a16:creationId xmlns:a16="http://schemas.microsoft.com/office/drawing/2014/main" id="{161FA77C-B7DB-4542-9BD7-293206CAD87B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메인클래스영역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92" name="이등변 삼각형 91">
              <a:extLst>
                <a:ext uri="{FF2B5EF4-FFF2-40B4-BE49-F238E27FC236}">
                  <a16:creationId xmlns:a16="http://schemas.microsoft.com/office/drawing/2014/main" id="{D8749128-509A-4282-94AC-48A4D56E7FA4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10DEE700-76BF-4C2D-9EC2-1E78DC64896E}"/>
              </a:ext>
            </a:extLst>
          </p:cNvPr>
          <p:cNvGrpSpPr/>
          <p:nvPr/>
        </p:nvGrpSpPr>
        <p:grpSpPr>
          <a:xfrm>
            <a:off x="4237547" y="2376052"/>
            <a:ext cx="1233995" cy="216765"/>
            <a:chOff x="2804599" y="2467855"/>
            <a:chExt cx="1233995" cy="216765"/>
          </a:xfrm>
        </p:grpSpPr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988AA4CB-4A2C-45B3-BF0E-C8040226C608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강력추천</a:t>
              </a:r>
            </a:p>
          </p:txBody>
        </p:sp>
        <p:sp>
          <p:nvSpPr>
            <p:cNvPr id="95" name="이등변 삼각형 94">
              <a:extLst>
                <a:ext uri="{FF2B5EF4-FFF2-40B4-BE49-F238E27FC236}">
                  <a16:creationId xmlns:a16="http://schemas.microsoft.com/office/drawing/2014/main" id="{CFD70668-D40B-44A8-BA69-A519E2A00979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2B7E248A-893D-4E33-BA89-4F8F60761626}"/>
              </a:ext>
            </a:extLst>
          </p:cNvPr>
          <p:cNvGrpSpPr/>
          <p:nvPr/>
        </p:nvGrpSpPr>
        <p:grpSpPr>
          <a:xfrm>
            <a:off x="5678822" y="2376052"/>
            <a:ext cx="1233995" cy="216765"/>
            <a:chOff x="2804599" y="2467855"/>
            <a:chExt cx="1233995" cy="216765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517A607E-6E23-45DA-BEF6-E83850C928E5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클래스선택</a:t>
              </a:r>
            </a:p>
          </p:txBody>
        </p:sp>
        <p:sp>
          <p:nvSpPr>
            <p:cNvPr id="98" name="이등변 삼각형 97">
              <a:extLst>
                <a:ext uri="{FF2B5EF4-FFF2-40B4-BE49-F238E27FC236}">
                  <a16:creationId xmlns:a16="http://schemas.microsoft.com/office/drawing/2014/main" id="{B003C260-32F4-4879-8C72-AEF0185B7040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9" name="TextBox 98">
            <a:extLst>
              <a:ext uri="{FF2B5EF4-FFF2-40B4-BE49-F238E27FC236}">
                <a16:creationId xmlns:a16="http://schemas.microsoft.com/office/drawing/2014/main" id="{15E928BC-03E2-4564-8207-4180B261B992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FD1C1601-E735-442C-AD5C-27F2943AB848}"/>
              </a:ext>
            </a:extLst>
          </p:cNvPr>
          <p:cNvSpPr/>
          <p:nvPr/>
        </p:nvSpPr>
        <p:spPr>
          <a:xfrm>
            <a:off x="2804598" y="2901628"/>
            <a:ext cx="4140307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3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1" name="사각형: 둥근 모서리 100">
            <a:extLst>
              <a:ext uri="{FF2B5EF4-FFF2-40B4-BE49-F238E27FC236}">
                <a16:creationId xmlns:a16="http://schemas.microsoft.com/office/drawing/2014/main" id="{F2C93077-6FA4-4AA6-9998-D0E8232B6AFE}"/>
              </a:ext>
            </a:extLst>
          </p:cNvPr>
          <p:cNvSpPr/>
          <p:nvPr/>
        </p:nvSpPr>
        <p:spPr>
          <a:xfrm>
            <a:off x="2804599" y="3413966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</a:rPr>
              <a:t>여름배너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D972C726-A1DD-490F-841C-24273B632FC9}"/>
              </a:ext>
            </a:extLst>
          </p:cNvPr>
          <p:cNvSpPr/>
          <p:nvPr/>
        </p:nvSpPr>
        <p:spPr>
          <a:xfrm>
            <a:off x="2804599" y="3817797"/>
            <a:ext cx="4108218" cy="49031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</a:rPr>
              <a:t>설명 입력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3D62A4C4-A57A-49A7-AB6E-2E4C0A8EB6CA}"/>
              </a:ext>
            </a:extLst>
          </p:cNvPr>
          <p:cNvSpPr/>
          <p:nvPr/>
        </p:nvSpPr>
        <p:spPr>
          <a:xfrm>
            <a:off x="2804599" y="5096510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bbs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noitice</a:t>
            </a:r>
            <a:r>
              <a:rPr lang="en-US" altLang="ko-KR" sz="800" dirty="0">
                <a:solidFill>
                  <a:schemeClr val="tx1"/>
                </a:solidFill>
              </a:rPr>
              <a:t>/</a:t>
            </a:r>
            <a:r>
              <a:rPr lang="en-US" altLang="ko-KR" sz="800" dirty="0" err="1">
                <a:solidFill>
                  <a:schemeClr val="tx1"/>
                </a:solidFill>
              </a:rPr>
              <a:t>view.do?bbs_id</a:t>
            </a:r>
            <a:r>
              <a:rPr lang="en-US" altLang="ko-KR" sz="800" dirty="0">
                <a:solidFill>
                  <a:schemeClr val="tx1"/>
                </a:solidFill>
              </a:rPr>
              <a:t>=234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125" name="그림 124">
            <a:extLst>
              <a:ext uri="{FF2B5EF4-FFF2-40B4-BE49-F238E27FC236}">
                <a16:creationId xmlns:a16="http://schemas.microsoft.com/office/drawing/2014/main" id="{23572E2C-D63A-441B-B3D3-BAC909FF3D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04598" y="4437158"/>
            <a:ext cx="546100" cy="409575"/>
          </a:xfrm>
          <a:prstGeom prst="rect">
            <a:avLst/>
          </a:prstGeom>
        </p:spPr>
      </p:pic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5F8DC907-6F32-4936-B947-BFE06D0086DC}"/>
              </a:ext>
            </a:extLst>
          </p:cNvPr>
          <p:cNvSpPr/>
          <p:nvPr/>
        </p:nvSpPr>
        <p:spPr>
          <a:xfrm>
            <a:off x="2804599" y="5646923"/>
            <a:ext cx="1233995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83B0D320-974A-4655-A010-2FABDAA09360}"/>
              </a:ext>
            </a:extLst>
          </p:cNvPr>
          <p:cNvSpPr/>
          <p:nvPr/>
        </p:nvSpPr>
        <p:spPr>
          <a:xfrm>
            <a:off x="2804599" y="6165879"/>
            <a:ext cx="1233995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4654DBCF-7249-4863-B386-9AF67C93CBA7}"/>
              </a:ext>
            </a:extLst>
          </p:cNvPr>
          <p:cNvSpPr/>
          <p:nvPr/>
        </p:nvSpPr>
        <p:spPr>
          <a:xfrm>
            <a:off x="5266500" y="6548570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E964386B-E008-4045-86CC-99FFD0F4AB25}"/>
              </a:ext>
            </a:extLst>
          </p:cNvPr>
          <p:cNvSpPr/>
          <p:nvPr/>
        </p:nvSpPr>
        <p:spPr>
          <a:xfrm>
            <a:off x="4237546" y="6548570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350511F-F496-49B1-8152-41D1AD4C618B}"/>
              </a:ext>
            </a:extLst>
          </p:cNvPr>
          <p:cNvSpPr txBox="1"/>
          <p:nvPr/>
        </p:nvSpPr>
        <p:spPr>
          <a:xfrm>
            <a:off x="5483455" y="5634650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AE186D6A-2787-41EF-885B-8D2B46DC6FFC}"/>
              </a:ext>
            </a:extLst>
          </p:cNvPr>
          <p:cNvSpPr/>
          <p:nvPr/>
        </p:nvSpPr>
        <p:spPr>
          <a:xfrm>
            <a:off x="4237547" y="5633329"/>
            <a:ext cx="1233995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2023-01-01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E9F85A53-5840-4B09-8577-37D42F6F258D}"/>
              </a:ext>
            </a:extLst>
          </p:cNvPr>
          <p:cNvSpPr/>
          <p:nvPr/>
        </p:nvSpPr>
        <p:spPr>
          <a:xfrm>
            <a:off x="5678822" y="5633329"/>
            <a:ext cx="1233995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2023-12-31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EED78DC5-1AEB-4D81-8F35-C62A313D20CE}"/>
              </a:ext>
            </a:extLst>
          </p:cNvPr>
          <p:cNvSpPr/>
          <p:nvPr/>
        </p:nvSpPr>
        <p:spPr>
          <a:xfrm>
            <a:off x="1531277" y="6548570"/>
            <a:ext cx="641337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목록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8891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회원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회원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PONADMUSRCUOOH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회원 등록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회원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CFC1B54-1B09-452F-ADD7-52EEABCEFE37}"/>
              </a:ext>
            </a:extLst>
          </p:cNvPr>
          <p:cNvSpPr/>
          <p:nvPr/>
        </p:nvSpPr>
        <p:spPr>
          <a:xfrm>
            <a:off x="1575175" y="2247029"/>
            <a:ext cx="7674170" cy="4556169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CA410EB-DB63-49FA-AE4D-0CF42C2E12D3}"/>
              </a:ext>
            </a:extLst>
          </p:cNvPr>
          <p:cNvCxnSpPr>
            <a:cxnSpLocks/>
          </p:cNvCxnSpPr>
          <p:nvPr/>
        </p:nvCxnSpPr>
        <p:spPr>
          <a:xfrm>
            <a:off x="1680394" y="31091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223BBD4-C22E-4A3E-8EAB-8C070C41A5D8}"/>
              </a:ext>
            </a:extLst>
          </p:cNvPr>
          <p:cNvSpPr/>
          <p:nvPr/>
        </p:nvSpPr>
        <p:spPr>
          <a:xfrm>
            <a:off x="9584247" y="961875"/>
            <a:ext cx="23935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아이디</a:t>
            </a:r>
            <a:r>
              <a:rPr lang="en-US" altLang="ko-KR" dirty="0"/>
              <a:t>(</a:t>
            </a:r>
            <a:r>
              <a:rPr lang="ko-KR" altLang="en-US" dirty="0"/>
              <a:t>이메일 형식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비밀번호 설정</a:t>
            </a:r>
            <a:endParaRPr lang="en-US" altLang="ko-KR" dirty="0"/>
          </a:p>
          <a:p>
            <a:r>
              <a:rPr lang="ko-KR" altLang="en-US" dirty="0"/>
              <a:t>이름</a:t>
            </a:r>
          </a:p>
          <a:p>
            <a:r>
              <a:rPr lang="ko-KR" altLang="en-US" dirty="0"/>
              <a:t>성별</a:t>
            </a:r>
          </a:p>
          <a:p>
            <a:r>
              <a:rPr lang="ko-KR" altLang="en-US" dirty="0"/>
              <a:t>생년월일</a:t>
            </a:r>
          </a:p>
          <a:p>
            <a:r>
              <a:rPr lang="ko-KR" altLang="en-US" dirty="0"/>
              <a:t>연락처</a:t>
            </a:r>
          </a:p>
          <a:p>
            <a:r>
              <a:rPr lang="ko-KR" altLang="en-US" dirty="0"/>
              <a:t>거주지역</a:t>
            </a:r>
          </a:p>
          <a:p>
            <a:r>
              <a:rPr lang="ko-KR" altLang="en-US" dirty="0"/>
              <a:t>주소검색</a:t>
            </a:r>
          </a:p>
          <a:p>
            <a:r>
              <a:rPr lang="ko-KR" altLang="en-US" dirty="0" err="1"/>
              <a:t>프로필이미지</a:t>
            </a:r>
            <a:endParaRPr lang="ko-KR" altLang="en-US" dirty="0"/>
          </a:p>
          <a:p>
            <a:r>
              <a:rPr lang="ko-KR" altLang="en-US" dirty="0"/>
              <a:t>관리자 여부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0CBF01D5-56F1-4633-8360-A60DA149DAD6}"/>
              </a:ext>
            </a:extLst>
          </p:cNvPr>
          <p:cNvCxnSpPr>
            <a:cxnSpLocks/>
          </p:cNvCxnSpPr>
          <p:nvPr/>
        </p:nvCxnSpPr>
        <p:spPr>
          <a:xfrm>
            <a:off x="1680394" y="352618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75519E0B-4609-4DD2-8A9F-B74E8E548733}"/>
              </a:ext>
            </a:extLst>
          </p:cNvPr>
          <p:cNvCxnSpPr>
            <a:cxnSpLocks/>
          </p:cNvCxnSpPr>
          <p:nvPr/>
        </p:nvCxnSpPr>
        <p:spPr>
          <a:xfrm>
            <a:off x="1680394" y="397666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A842DCCA-09F6-4AB3-A64E-632D13F4A1EF}"/>
              </a:ext>
            </a:extLst>
          </p:cNvPr>
          <p:cNvCxnSpPr>
            <a:cxnSpLocks/>
          </p:cNvCxnSpPr>
          <p:nvPr/>
        </p:nvCxnSpPr>
        <p:spPr>
          <a:xfrm>
            <a:off x="1680394" y="449562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C2B9427D-BEA3-4752-94F1-7FE31CAD8A87}"/>
              </a:ext>
            </a:extLst>
          </p:cNvPr>
          <p:cNvCxnSpPr>
            <a:cxnSpLocks/>
          </p:cNvCxnSpPr>
          <p:nvPr/>
        </p:nvCxnSpPr>
        <p:spPr>
          <a:xfrm>
            <a:off x="1680394" y="501457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A9EB1E0-6CD5-4E30-8978-515C841CF679}"/>
              </a:ext>
            </a:extLst>
          </p:cNvPr>
          <p:cNvCxnSpPr>
            <a:cxnSpLocks/>
          </p:cNvCxnSpPr>
          <p:nvPr/>
        </p:nvCxnSpPr>
        <p:spPr>
          <a:xfrm>
            <a:off x="1680393" y="5589158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08292849-653D-4F92-8DE3-E5AE104121A3}"/>
              </a:ext>
            </a:extLst>
          </p:cNvPr>
          <p:cNvCxnSpPr>
            <a:cxnSpLocks/>
          </p:cNvCxnSpPr>
          <p:nvPr/>
        </p:nvCxnSpPr>
        <p:spPr>
          <a:xfrm>
            <a:off x="1663200" y="619668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026367C-7AB7-4F98-9AC8-9D572C038ED2}"/>
              </a:ext>
            </a:extLst>
          </p:cNvPr>
          <p:cNvSpPr txBox="1"/>
          <p:nvPr/>
        </p:nvSpPr>
        <p:spPr>
          <a:xfrm>
            <a:off x="5835743" y="2684591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프로필이미지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5F43AB0-6B92-479B-9601-9C3FF693A73C}"/>
              </a:ext>
            </a:extLst>
          </p:cNvPr>
          <p:cNvSpPr txBox="1"/>
          <p:nvPr/>
        </p:nvSpPr>
        <p:spPr>
          <a:xfrm>
            <a:off x="1680394" y="315250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비밀번호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9490FD-C203-4E49-B0FB-11332E896D6E}"/>
              </a:ext>
            </a:extLst>
          </p:cNvPr>
          <p:cNvSpPr txBox="1"/>
          <p:nvPr/>
        </p:nvSpPr>
        <p:spPr>
          <a:xfrm>
            <a:off x="1680394" y="3608753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E0717B-BC4A-449F-A651-F5D3B3958DF9}"/>
              </a:ext>
            </a:extLst>
          </p:cNvPr>
          <p:cNvSpPr txBox="1"/>
          <p:nvPr/>
        </p:nvSpPr>
        <p:spPr>
          <a:xfrm>
            <a:off x="5816006" y="361522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성별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BA98C9-A054-466B-A36B-4FCEB6B2DD73}"/>
              </a:ext>
            </a:extLst>
          </p:cNvPr>
          <p:cNvSpPr txBox="1"/>
          <p:nvPr/>
        </p:nvSpPr>
        <p:spPr>
          <a:xfrm>
            <a:off x="1680394" y="415840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생년월일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BC93C0-64FB-4973-B5AD-F5BCF1D4B965}"/>
              </a:ext>
            </a:extLst>
          </p:cNvPr>
          <p:cNvSpPr txBox="1"/>
          <p:nvPr/>
        </p:nvSpPr>
        <p:spPr>
          <a:xfrm>
            <a:off x="1680394" y="467735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06D4E0-446C-4F46-9BBB-F508D5276236}"/>
              </a:ext>
            </a:extLst>
          </p:cNvPr>
          <p:cNvSpPr txBox="1"/>
          <p:nvPr/>
        </p:nvSpPr>
        <p:spPr>
          <a:xfrm>
            <a:off x="1680394" y="519631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거주지역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3E6AF6-1CB0-4342-B2D6-F355E8A8D1D0}"/>
              </a:ext>
            </a:extLst>
          </p:cNvPr>
          <p:cNvSpPr txBox="1"/>
          <p:nvPr/>
        </p:nvSpPr>
        <p:spPr>
          <a:xfrm>
            <a:off x="1680393" y="2674718"/>
            <a:ext cx="11177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아이디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이메일형식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0F438C2-F40A-4BB1-84DF-861C48DE949E}"/>
              </a:ext>
            </a:extLst>
          </p:cNvPr>
          <p:cNvSpPr/>
          <p:nvPr/>
        </p:nvSpPr>
        <p:spPr>
          <a:xfrm>
            <a:off x="2804599" y="2696889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이메일형식입력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7093609F-3821-4333-BF2C-8CAEEE2BA17B}"/>
              </a:ext>
            </a:extLst>
          </p:cNvPr>
          <p:cNvSpPr/>
          <p:nvPr/>
        </p:nvSpPr>
        <p:spPr>
          <a:xfrm>
            <a:off x="7788633" y="2703540"/>
            <a:ext cx="998378" cy="22983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첨부파일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57A41F1-B2C4-48C1-8BB0-919962E41683}"/>
              </a:ext>
            </a:extLst>
          </p:cNvPr>
          <p:cNvGrpSpPr/>
          <p:nvPr/>
        </p:nvGrpSpPr>
        <p:grpSpPr>
          <a:xfrm>
            <a:off x="6840704" y="2303609"/>
            <a:ext cx="853944" cy="615593"/>
            <a:chOff x="6455759" y="2303609"/>
            <a:chExt cx="853944" cy="615593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896162C6-EDD9-4524-A7EA-CFB5426C4FE0}"/>
                </a:ext>
              </a:extLst>
            </p:cNvPr>
            <p:cNvSpPr/>
            <p:nvPr/>
          </p:nvSpPr>
          <p:spPr>
            <a:xfrm>
              <a:off x="6455759" y="2303609"/>
              <a:ext cx="853944" cy="615593"/>
            </a:xfrm>
            <a:prstGeom prst="roundRect">
              <a:avLst>
                <a:gd name="adj" fmla="val 561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래픽 7" descr="채우기 없는 웃는 얼굴">
              <a:extLst>
                <a:ext uri="{FF2B5EF4-FFF2-40B4-BE49-F238E27FC236}">
                  <a16:creationId xmlns:a16="http://schemas.microsoft.com/office/drawing/2014/main" id="{087BFC4C-7873-4181-88D4-59BC7B14F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4897" y="2374852"/>
              <a:ext cx="486331" cy="486331"/>
            </a:xfrm>
            <a:prstGeom prst="rect">
              <a:avLst/>
            </a:prstGeom>
          </p:spPr>
        </p:pic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0458EB6D-E508-4354-9D24-408CDE836D3B}"/>
              </a:ext>
            </a:extLst>
          </p:cNvPr>
          <p:cNvSpPr txBox="1"/>
          <p:nvPr/>
        </p:nvSpPr>
        <p:spPr>
          <a:xfrm>
            <a:off x="2562568" y="258025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0E03641-70AD-4A76-9CDC-6F4087F9A643}"/>
              </a:ext>
            </a:extLst>
          </p:cNvPr>
          <p:cNvSpPr txBox="1"/>
          <p:nvPr/>
        </p:nvSpPr>
        <p:spPr>
          <a:xfrm>
            <a:off x="5835744" y="315250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비밀번호 재입력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CE09F2C-D5C9-46FC-9080-F5AE13449DDC}"/>
              </a:ext>
            </a:extLst>
          </p:cNvPr>
          <p:cNvSpPr/>
          <p:nvPr/>
        </p:nvSpPr>
        <p:spPr>
          <a:xfrm>
            <a:off x="2804599" y="3163374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비밀번호 입력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820185F-F8D1-4CBB-B136-16D78A85817C}"/>
              </a:ext>
            </a:extLst>
          </p:cNvPr>
          <p:cNvSpPr/>
          <p:nvPr/>
        </p:nvSpPr>
        <p:spPr>
          <a:xfrm>
            <a:off x="6840704" y="3163374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비밀번호 재입력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7ACFF7-9909-4EAC-AD8E-541C035DDA6E}"/>
              </a:ext>
            </a:extLst>
          </p:cNvPr>
          <p:cNvSpPr txBox="1"/>
          <p:nvPr/>
        </p:nvSpPr>
        <p:spPr>
          <a:xfrm>
            <a:off x="2728644" y="2905595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비밀번호 찾기 시 해당 이메일로 인증번호를 발송합니다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65852A-B7D7-4D5D-9703-5958EE6D9494}"/>
              </a:ext>
            </a:extLst>
          </p:cNvPr>
          <p:cNvSpPr txBox="1"/>
          <p:nvPr/>
        </p:nvSpPr>
        <p:spPr>
          <a:xfrm>
            <a:off x="2721087" y="3370418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영문 </a:t>
            </a:r>
            <a:r>
              <a:rPr lang="en-US" altLang="ko-KR" sz="700" dirty="0"/>
              <a:t>(</a:t>
            </a:r>
            <a:r>
              <a:rPr lang="ko-KR" altLang="en-US" sz="700" dirty="0"/>
              <a:t>대소문자 구분</a:t>
            </a:r>
            <a:r>
              <a:rPr lang="en-US" altLang="ko-KR" sz="700" dirty="0"/>
              <a:t>), </a:t>
            </a:r>
            <a:r>
              <a:rPr lang="ko-KR" altLang="en-US" sz="700" dirty="0"/>
              <a:t>숫자</a:t>
            </a:r>
            <a:r>
              <a:rPr lang="en-US" altLang="ko-KR" sz="700" dirty="0"/>
              <a:t>, </a:t>
            </a:r>
            <a:r>
              <a:rPr lang="ko-KR" altLang="en-US" sz="700" dirty="0"/>
              <a:t>특수문자를 포함하여 최소 </a:t>
            </a:r>
            <a:r>
              <a:rPr lang="en-US" altLang="ko-KR" sz="700" dirty="0"/>
              <a:t>8</a:t>
            </a:r>
            <a:r>
              <a:rPr lang="ko-KR" altLang="en-US" sz="700" dirty="0"/>
              <a:t>자리로 구성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78A832D-258B-484B-B36C-5749C87CD01A}"/>
              </a:ext>
            </a:extLst>
          </p:cNvPr>
          <p:cNvSpPr/>
          <p:nvPr/>
        </p:nvSpPr>
        <p:spPr>
          <a:xfrm>
            <a:off x="2804599" y="3575283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이름 입력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1F37EC-3B79-43E9-B264-9C378CDAE828}"/>
              </a:ext>
            </a:extLst>
          </p:cNvPr>
          <p:cNvSpPr txBox="1"/>
          <p:nvPr/>
        </p:nvSpPr>
        <p:spPr>
          <a:xfrm>
            <a:off x="2735320" y="3794926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최소 </a:t>
            </a:r>
            <a:r>
              <a:rPr lang="en-US" altLang="ko-KR" sz="700" dirty="0"/>
              <a:t>2</a:t>
            </a:r>
            <a:r>
              <a:rPr lang="ko-KR" altLang="en-US" sz="700" dirty="0"/>
              <a:t>자 이상 </a:t>
            </a:r>
            <a:r>
              <a:rPr lang="en-US" altLang="ko-KR" sz="700" dirty="0"/>
              <a:t>, 10</a:t>
            </a:r>
            <a:r>
              <a:rPr lang="ko-KR" altLang="en-US" sz="700" dirty="0"/>
              <a:t>자 이하로 입력해주세요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AC504-B983-4BA2-AD64-2BD7A9498225}"/>
              </a:ext>
            </a:extLst>
          </p:cNvPr>
          <p:cNvSpPr txBox="1"/>
          <p:nvPr/>
        </p:nvSpPr>
        <p:spPr>
          <a:xfrm>
            <a:off x="1680394" y="571527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 여부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BE8FE4E-7DDC-4275-B036-1B36FBCBFF16}"/>
              </a:ext>
            </a:extLst>
          </p:cNvPr>
          <p:cNvSpPr/>
          <p:nvPr/>
        </p:nvSpPr>
        <p:spPr>
          <a:xfrm>
            <a:off x="2804599" y="4053738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bg1">
                    <a:lumMod val="75000"/>
                  </a:schemeClr>
                </a:solidFill>
              </a:rPr>
              <a:t>생년월일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8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자리입력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C4CE2B-191E-42D4-B0C3-85506FFEBAFD}"/>
              </a:ext>
            </a:extLst>
          </p:cNvPr>
          <p:cNvSpPr txBox="1"/>
          <p:nvPr/>
        </p:nvSpPr>
        <p:spPr>
          <a:xfrm>
            <a:off x="2744040" y="4292250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ex ) 20000212. </a:t>
            </a:r>
            <a:r>
              <a:rPr lang="ko-KR" altLang="en-US" sz="700" dirty="0"/>
              <a:t>아이디 </a:t>
            </a:r>
            <a:r>
              <a:rPr lang="ko-KR" altLang="en-US" sz="700" dirty="0" err="1"/>
              <a:t>찾기시</a:t>
            </a:r>
            <a:r>
              <a:rPr lang="ko-KR" altLang="en-US" sz="700" dirty="0"/>
              <a:t> 생년월일 입력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98ED06B-7A42-4E74-8C7E-751A88813C47}"/>
              </a:ext>
            </a:extLst>
          </p:cNvPr>
          <p:cNvSpPr/>
          <p:nvPr/>
        </p:nvSpPr>
        <p:spPr>
          <a:xfrm>
            <a:off x="2804599" y="4746041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연락처입력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(- 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제외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F1A634A-E61B-4711-914C-56B736BC588A}"/>
              </a:ext>
            </a:extLst>
          </p:cNvPr>
          <p:cNvGrpSpPr/>
          <p:nvPr/>
        </p:nvGrpSpPr>
        <p:grpSpPr>
          <a:xfrm>
            <a:off x="2804599" y="5161560"/>
            <a:ext cx="1233995" cy="216765"/>
            <a:chOff x="2804599" y="2467855"/>
            <a:chExt cx="1233995" cy="216765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EE19928C-CB04-479C-9D27-959D01D4ECF9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국가선택</a:t>
              </a: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F9177F5F-E2F7-4237-A860-F9C0A98D480E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212B722-E5B1-40E8-AF3A-E2FEB40C04C7}"/>
              </a:ext>
            </a:extLst>
          </p:cNvPr>
          <p:cNvSpPr/>
          <p:nvPr/>
        </p:nvSpPr>
        <p:spPr>
          <a:xfrm>
            <a:off x="6840704" y="3615226"/>
            <a:ext cx="1017270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남자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1CD93D0F-EFBB-4603-8073-1C1299E1930E}"/>
              </a:ext>
            </a:extLst>
          </p:cNvPr>
          <p:cNvSpPr/>
          <p:nvPr/>
        </p:nvSpPr>
        <p:spPr>
          <a:xfrm>
            <a:off x="7857974" y="3615226"/>
            <a:ext cx="1097754" cy="245069"/>
          </a:xfrm>
          <a:prstGeom prst="roundRect">
            <a:avLst>
              <a:gd name="adj" fmla="val 2375"/>
            </a:avLst>
          </a:prstGeom>
          <a:solidFill>
            <a:srgbClr val="BA8AE3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여자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76A644-B945-4D2B-B3BB-D23B4A69EA28}"/>
              </a:ext>
            </a:extLst>
          </p:cNvPr>
          <p:cNvSpPr txBox="1"/>
          <p:nvPr/>
        </p:nvSpPr>
        <p:spPr>
          <a:xfrm>
            <a:off x="5816006" y="415109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주소검색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6BD672-AB57-457F-B717-8FED42651276}"/>
              </a:ext>
            </a:extLst>
          </p:cNvPr>
          <p:cNvSpPr txBox="1"/>
          <p:nvPr/>
        </p:nvSpPr>
        <p:spPr>
          <a:xfrm>
            <a:off x="5816006" y="467735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상세주소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CE4014C-95EF-4964-938F-F3097EEFCBD0}"/>
              </a:ext>
            </a:extLst>
          </p:cNvPr>
          <p:cNvSpPr/>
          <p:nvPr/>
        </p:nvSpPr>
        <p:spPr>
          <a:xfrm>
            <a:off x="6840704" y="4118884"/>
            <a:ext cx="567680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</a:rPr>
              <a:t>우편번호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3406796-A933-459C-9653-1CE2592DF05C}"/>
              </a:ext>
            </a:extLst>
          </p:cNvPr>
          <p:cNvSpPr/>
          <p:nvPr/>
        </p:nvSpPr>
        <p:spPr>
          <a:xfrm>
            <a:off x="6840704" y="4669387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상세주소 입력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6C81F00-9B5D-46A1-837A-C722FFA06C59}"/>
              </a:ext>
            </a:extLst>
          </p:cNvPr>
          <p:cNvSpPr/>
          <p:nvPr/>
        </p:nvSpPr>
        <p:spPr>
          <a:xfrm>
            <a:off x="7493535" y="4118884"/>
            <a:ext cx="744933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주소 입력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6B80946-B80E-4242-AFFF-B4C4297EF209}"/>
              </a:ext>
            </a:extLst>
          </p:cNvPr>
          <p:cNvSpPr/>
          <p:nvPr/>
        </p:nvSpPr>
        <p:spPr>
          <a:xfrm>
            <a:off x="8323619" y="4117148"/>
            <a:ext cx="632109" cy="211723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bg1"/>
                </a:solidFill>
              </a:rPr>
              <a:t>주소찾기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3" name="화살표: 아래쪽 2">
            <a:extLst>
              <a:ext uri="{FF2B5EF4-FFF2-40B4-BE49-F238E27FC236}">
                <a16:creationId xmlns:a16="http://schemas.microsoft.com/office/drawing/2014/main" id="{6D4C8531-4981-43A8-A502-670566E0DE7E}"/>
              </a:ext>
            </a:extLst>
          </p:cNvPr>
          <p:cNvSpPr/>
          <p:nvPr/>
        </p:nvSpPr>
        <p:spPr>
          <a:xfrm>
            <a:off x="5272217" y="6354237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0E6AB9CD-82F1-4C06-A0DF-31B30F3C437A}"/>
              </a:ext>
            </a:extLst>
          </p:cNvPr>
          <p:cNvSpPr/>
          <p:nvPr/>
        </p:nvSpPr>
        <p:spPr>
          <a:xfrm>
            <a:off x="5665127" y="6383709"/>
            <a:ext cx="23935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이어서</a:t>
            </a:r>
            <a:r>
              <a:rPr lang="en-US" altLang="ko-KR" dirty="0"/>
              <a:t>…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A45B75-C7ED-465D-8151-3A58F6B11319}"/>
              </a:ext>
            </a:extLst>
          </p:cNvPr>
          <p:cNvSpPr txBox="1"/>
          <p:nvPr/>
        </p:nvSpPr>
        <p:spPr>
          <a:xfrm>
            <a:off x="2728644" y="5944860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관리자 여부는 수정이 불가능합니다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43F2C4B3-0AB8-4746-ACD7-5E1F4F59EE19}"/>
              </a:ext>
            </a:extLst>
          </p:cNvPr>
          <p:cNvSpPr/>
          <p:nvPr/>
        </p:nvSpPr>
        <p:spPr>
          <a:xfrm>
            <a:off x="2804599" y="5715271"/>
            <a:ext cx="1017270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50E5D817-23BB-4D42-A905-4C3EB70C1943}"/>
              </a:ext>
            </a:extLst>
          </p:cNvPr>
          <p:cNvSpPr/>
          <p:nvPr/>
        </p:nvSpPr>
        <p:spPr>
          <a:xfrm>
            <a:off x="3821869" y="5715271"/>
            <a:ext cx="1097754" cy="245069"/>
          </a:xfrm>
          <a:prstGeom prst="roundRect">
            <a:avLst>
              <a:gd name="adj" fmla="val 2375"/>
            </a:avLst>
          </a:prstGeom>
          <a:solidFill>
            <a:srgbClr val="BA8AE3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관리자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E7C44CA-09D7-4F27-BDEF-BF349166BE6B}"/>
              </a:ext>
            </a:extLst>
          </p:cNvPr>
          <p:cNvGrpSpPr/>
          <p:nvPr/>
        </p:nvGrpSpPr>
        <p:grpSpPr>
          <a:xfrm>
            <a:off x="5071700" y="5734858"/>
            <a:ext cx="1233995" cy="216765"/>
            <a:chOff x="2804599" y="2467855"/>
            <a:chExt cx="1233995" cy="216765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ECC2B995-9409-40B0-802E-4545DBE0B783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권한선택</a:t>
              </a:r>
            </a:p>
          </p:txBody>
        </p:sp>
        <p:sp>
          <p:nvSpPr>
            <p:cNvPr id="89" name="이등변 삼각형 88">
              <a:extLst>
                <a:ext uri="{FF2B5EF4-FFF2-40B4-BE49-F238E27FC236}">
                  <a16:creationId xmlns:a16="http://schemas.microsoft.com/office/drawing/2014/main" id="{2780B52F-DA64-4160-80F7-9FD25DD7F027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8" name="TextBox 97">
            <a:extLst>
              <a:ext uri="{FF2B5EF4-FFF2-40B4-BE49-F238E27FC236}">
                <a16:creationId xmlns:a16="http://schemas.microsoft.com/office/drawing/2014/main" id="{86F2890C-DB2B-4DB9-87D9-A91EC5BC9307}"/>
              </a:ext>
            </a:extLst>
          </p:cNvPr>
          <p:cNvSpPr txBox="1"/>
          <p:nvPr/>
        </p:nvSpPr>
        <p:spPr>
          <a:xfrm>
            <a:off x="2166504" y="3085051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EC6D573-5BCF-4D59-9BA3-86B220C14031}"/>
              </a:ext>
            </a:extLst>
          </p:cNvPr>
          <p:cNvSpPr txBox="1"/>
          <p:nvPr/>
        </p:nvSpPr>
        <p:spPr>
          <a:xfrm>
            <a:off x="6584909" y="308790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AAC37D17-AB70-47DC-BDE8-78C4936CDB3F}"/>
              </a:ext>
            </a:extLst>
          </p:cNvPr>
          <p:cNvSpPr txBox="1"/>
          <p:nvPr/>
        </p:nvSpPr>
        <p:spPr>
          <a:xfrm>
            <a:off x="6087728" y="3527920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F45D3E1-8FCC-4EE4-ACD0-E51CAEC6B202}"/>
              </a:ext>
            </a:extLst>
          </p:cNvPr>
          <p:cNvSpPr txBox="1"/>
          <p:nvPr/>
        </p:nvSpPr>
        <p:spPr>
          <a:xfrm>
            <a:off x="1997684" y="3515096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FA42305D-3FEB-43FB-B5EB-D460293856DE}"/>
              </a:ext>
            </a:extLst>
          </p:cNvPr>
          <p:cNvSpPr txBox="1"/>
          <p:nvPr/>
        </p:nvSpPr>
        <p:spPr>
          <a:xfrm>
            <a:off x="2159051" y="404513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B0587C5-E206-4047-8E2B-293C9CA64365}"/>
              </a:ext>
            </a:extLst>
          </p:cNvPr>
          <p:cNvSpPr txBox="1"/>
          <p:nvPr/>
        </p:nvSpPr>
        <p:spPr>
          <a:xfrm>
            <a:off x="2154569" y="5120681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2784150-E04F-45C3-A9DD-638193FCD61D}"/>
              </a:ext>
            </a:extLst>
          </p:cNvPr>
          <p:cNvCxnSpPr/>
          <p:nvPr/>
        </p:nvCxnSpPr>
        <p:spPr>
          <a:xfrm>
            <a:off x="6580753" y="5896125"/>
            <a:ext cx="28826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E70C204-3D6E-4616-866A-EB93E8C6D82E}"/>
              </a:ext>
            </a:extLst>
          </p:cNvPr>
          <p:cNvSpPr/>
          <p:nvPr/>
        </p:nvSpPr>
        <p:spPr>
          <a:xfrm>
            <a:off x="9584247" y="5099141"/>
            <a:ext cx="2393534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관리자 </a:t>
            </a:r>
            <a:r>
              <a:rPr lang="ko-KR" altLang="en-US" sz="1400" dirty="0" err="1"/>
              <a:t>일때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매니저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관리자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최고관리자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사용자일때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사용자권한</a:t>
            </a:r>
            <a:r>
              <a:rPr lang="en-US" altLang="ko-KR" sz="1400" dirty="0"/>
              <a:t>(</a:t>
            </a:r>
            <a:r>
              <a:rPr lang="ko-KR" altLang="en-US" sz="1400" dirty="0"/>
              <a:t>고정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888386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2D8A2AAA-327F-43B9-AB68-275C9F1CF91B}"/>
              </a:ext>
            </a:extLst>
          </p:cNvPr>
          <p:cNvSpPr/>
          <p:nvPr/>
        </p:nvSpPr>
        <p:spPr>
          <a:xfrm>
            <a:off x="1531277" y="3231447"/>
            <a:ext cx="7674170" cy="1909937"/>
          </a:xfrm>
          <a:prstGeom prst="roundRect">
            <a:avLst>
              <a:gd name="adj" fmla="val 5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회원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회원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PONADMUSRCUOOH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회원 등록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회원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CFC1B54-1B09-452F-ADD7-52EEABCEFE37}"/>
              </a:ext>
            </a:extLst>
          </p:cNvPr>
          <p:cNvSpPr/>
          <p:nvPr/>
        </p:nvSpPr>
        <p:spPr>
          <a:xfrm>
            <a:off x="1531277" y="2247029"/>
            <a:ext cx="7674170" cy="969986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DBE5B56F-E161-4A95-8CD1-C67E5956E363}"/>
              </a:ext>
            </a:extLst>
          </p:cNvPr>
          <p:cNvSpPr/>
          <p:nvPr/>
        </p:nvSpPr>
        <p:spPr>
          <a:xfrm>
            <a:off x="5266500" y="6406999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8D950AE5-9BE4-406D-A864-5DF0EB03F3E9}"/>
              </a:ext>
            </a:extLst>
          </p:cNvPr>
          <p:cNvSpPr/>
          <p:nvPr/>
        </p:nvSpPr>
        <p:spPr>
          <a:xfrm>
            <a:off x="4237546" y="6406999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AC504-B983-4BA2-AD64-2BD7A9498225}"/>
              </a:ext>
            </a:extLst>
          </p:cNvPr>
          <p:cNvSpPr txBox="1"/>
          <p:nvPr/>
        </p:nvSpPr>
        <p:spPr>
          <a:xfrm>
            <a:off x="1680394" y="282735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 여부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AE64FBB9-391B-4049-A3E3-4478399C515D}"/>
              </a:ext>
            </a:extLst>
          </p:cNvPr>
          <p:cNvSpPr/>
          <p:nvPr/>
        </p:nvSpPr>
        <p:spPr>
          <a:xfrm>
            <a:off x="9614247" y="833620"/>
            <a:ext cx="23935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자녀정보관리 영역은</a:t>
            </a:r>
            <a:endParaRPr lang="en-US" altLang="ko-KR" dirty="0"/>
          </a:p>
          <a:p>
            <a:r>
              <a:rPr lang="en-US" altLang="ko-KR" dirty="0"/>
              <a:t>‘</a:t>
            </a:r>
            <a:r>
              <a:rPr lang="ko-KR" altLang="en-US" dirty="0"/>
              <a:t>관리자 여부</a:t>
            </a:r>
            <a:r>
              <a:rPr lang="en-US" altLang="ko-KR" dirty="0"/>
              <a:t>’</a:t>
            </a:r>
            <a:r>
              <a:rPr lang="ko-KR" altLang="en-US" dirty="0"/>
              <a:t>가 </a:t>
            </a:r>
            <a:r>
              <a:rPr lang="en-US" altLang="ko-KR" dirty="0"/>
              <a:t>n </a:t>
            </a:r>
            <a:r>
              <a:rPr lang="ko-KR" altLang="en-US" dirty="0" err="1"/>
              <a:t>일때만</a:t>
            </a:r>
            <a:r>
              <a:rPr lang="ko-KR" altLang="en-US" dirty="0"/>
              <a:t> 보임</a:t>
            </a:r>
            <a:r>
              <a:rPr lang="en-US" altLang="ko-KR" dirty="0"/>
              <a:t>. Y</a:t>
            </a:r>
            <a:r>
              <a:rPr lang="ko-KR" altLang="en-US" dirty="0"/>
              <a:t>일 때에는 영역 숨김 </a:t>
            </a:r>
            <a:endParaRPr lang="en-US" altLang="ko-KR" dirty="0"/>
          </a:p>
          <a:p>
            <a:r>
              <a:rPr lang="ko-KR" altLang="en-US" dirty="0"/>
              <a:t>자녀정보는 </a:t>
            </a:r>
            <a:r>
              <a:rPr lang="ko-KR" altLang="en-US" dirty="0" err="1"/>
              <a:t>추가하는식으로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자녀 </a:t>
            </a:r>
            <a:r>
              <a:rPr lang="en-US" altLang="ko-KR" dirty="0" err="1"/>
              <a:t>a,b,c</a:t>
            </a:r>
            <a:r>
              <a:rPr lang="en-US" altLang="ko-KR" dirty="0"/>
              <a:t>  … </a:t>
            </a:r>
            <a:r>
              <a:rPr lang="ko-KR" altLang="en-US" dirty="0"/>
              <a:t>로 추가할 수 있음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+ (</a:t>
            </a:r>
            <a:r>
              <a:rPr lang="ko-KR" altLang="en-US" dirty="0"/>
              <a:t>수정화면 시</a:t>
            </a:r>
            <a:r>
              <a:rPr lang="en-US" altLang="ko-KR" dirty="0"/>
              <a:t>),</a:t>
            </a:r>
          </a:p>
          <a:p>
            <a:r>
              <a:rPr lang="ko-KR" altLang="en-US" dirty="0"/>
              <a:t>자녀</a:t>
            </a:r>
            <a:r>
              <a:rPr lang="en-US" altLang="ko-KR" dirty="0"/>
              <a:t>a </a:t>
            </a:r>
            <a:r>
              <a:rPr lang="ko-KR" altLang="en-US" dirty="0"/>
              <a:t>가 신청한 수업이 있을 경우</a:t>
            </a:r>
            <a:r>
              <a:rPr lang="en-US" altLang="ko-KR" dirty="0"/>
              <a:t>, </a:t>
            </a:r>
            <a:r>
              <a:rPr lang="ko-KR" altLang="en-US" dirty="0"/>
              <a:t>자녀는 삭제불가</a:t>
            </a:r>
            <a:r>
              <a:rPr lang="en-US" altLang="ko-KR" dirty="0"/>
              <a:t>. 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B17F0E4-E704-4CB7-AE11-A1BE3067872C}"/>
              </a:ext>
            </a:extLst>
          </p:cNvPr>
          <p:cNvGrpSpPr/>
          <p:nvPr/>
        </p:nvGrpSpPr>
        <p:grpSpPr>
          <a:xfrm>
            <a:off x="2854209" y="2811068"/>
            <a:ext cx="2115024" cy="245069"/>
            <a:chOff x="2705092" y="2811068"/>
            <a:chExt cx="2115024" cy="245069"/>
          </a:xfrm>
        </p:grpSpPr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C2D369EA-5D15-4FE8-AE7C-3A2F44C06EE5}"/>
                </a:ext>
              </a:extLst>
            </p:cNvPr>
            <p:cNvSpPr/>
            <p:nvPr/>
          </p:nvSpPr>
          <p:spPr>
            <a:xfrm>
              <a:off x="3802846" y="2811068"/>
              <a:ext cx="1017270" cy="245069"/>
            </a:xfrm>
            <a:prstGeom prst="roundRect">
              <a:avLst>
                <a:gd name="adj" fmla="val 237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AC860820-12CB-4426-B40B-610A4056EB07}"/>
                </a:ext>
              </a:extLst>
            </p:cNvPr>
            <p:cNvSpPr/>
            <p:nvPr/>
          </p:nvSpPr>
          <p:spPr>
            <a:xfrm>
              <a:off x="2705092" y="2811068"/>
              <a:ext cx="1097754" cy="245069"/>
            </a:xfrm>
            <a:prstGeom prst="roundRect">
              <a:avLst>
                <a:gd name="adj" fmla="val 2375"/>
              </a:avLst>
            </a:prstGeom>
            <a:solidFill>
              <a:srgbClr val="BA8AE3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사용자</a:t>
              </a:r>
            </a:p>
          </p:txBody>
        </p:sp>
      </p:grp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6F7454C2-0638-43F2-8392-38C1B740B627}"/>
              </a:ext>
            </a:extLst>
          </p:cNvPr>
          <p:cNvSpPr/>
          <p:nvPr/>
        </p:nvSpPr>
        <p:spPr>
          <a:xfrm>
            <a:off x="9614247" y="4613501"/>
            <a:ext cx="239353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SNS </a:t>
            </a:r>
            <a:r>
              <a:rPr lang="ko-KR" altLang="en-US" dirty="0"/>
              <a:t>가입 구분</a:t>
            </a:r>
            <a:endParaRPr lang="en-US" altLang="ko-KR" dirty="0"/>
          </a:p>
          <a:p>
            <a:r>
              <a:rPr lang="en-US" altLang="ko-KR" sz="1400" dirty="0"/>
              <a:t> </a:t>
            </a:r>
            <a:r>
              <a:rPr lang="en-US" altLang="ko-KR" dirty="0"/>
              <a:t>- </a:t>
            </a:r>
            <a:r>
              <a:rPr lang="ko-KR" altLang="en-US" sz="1400" dirty="0"/>
              <a:t>카카오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구글</a:t>
            </a:r>
            <a:endParaRPr lang="en-US" altLang="ko-KR" sz="1400" dirty="0"/>
          </a:p>
          <a:p>
            <a:r>
              <a:rPr lang="en-US" altLang="ko-KR" sz="1400" dirty="0"/>
              <a:t> - X   [</a:t>
            </a:r>
            <a:r>
              <a:rPr lang="ko-KR" altLang="en-US" sz="1400" dirty="0"/>
              <a:t>일반 가입시</a:t>
            </a:r>
            <a:r>
              <a:rPr lang="en-US" altLang="ko-KR" sz="1400" dirty="0"/>
              <a:t>]</a:t>
            </a:r>
            <a:endParaRPr lang="en-US" altLang="ko-KR" dirty="0"/>
          </a:p>
        </p:txBody>
      </p:sp>
      <p:sp>
        <p:nvSpPr>
          <p:cNvPr id="89" name="사각형: 둥근 모서리 88">
            <a:extLst>
              <a:ext uri="{FF2B5EF4-FFF2-40B4-BE49-F238E27FC236}">
                <a16:creationId xmlns:a16="http://schemas.microsoft.com/office/drawing/2014/main" id="{369C5F71-F440-4990-9343-918F253F41FA}"/>
              </a:ext>
            </a:extLst>
          </p:cNvPr>
          <p:cNvSpPr/>
          <p:nvPr/>
        </p:nvSpPr>
        <p:spPr>
          <a:xfrm>
            <a:off x="1680393" y="3378058"/>
            <a:ext cx="881575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자녀 정보 등록</a:t>
            </a:r>
          </a:p>
        </p:txBody>
      </p:sp>
      <p:graphicFrame>
        <p:nvGraphicFramePr>
          <p:cNvPr id="90" name="표 89">
            <a:extLst>
              <a:ext uri="{FF2B5EF4-FFF2-40B4-BE49-F238E27FC236}">
                <a16:creationId xmlns:a16="http://schemas.microsoft.com/office/drawing/2014/main" id="{E89ABD99-1DF5-4431-A470-0A2F05AA62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520110"/>
              </p:ext>
            </p:extLst>
          </p:nvPr>
        </p:nvGraphicFramePr>
        <p:xfrm>
          <a:off x="1680392" y="3745353"/>
          <a:ext cx="7398898" cy="61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711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803150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1360264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1586849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948345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586688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2970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성별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연락처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18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김자식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남자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2015-10-02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010-1234-5678</a:t>
                      </a:r>
                      <a:endParaRPr lang="ko-KR" altLang="en-US" sz="9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</a:tbl>
          </a:graphicData>
        </a:graphic>
      </p:graphicFrame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6E4840F6-638A-40EE-AC2E-39F8BF9CD58B}"/>
              </a:ext>
            </a:extLst>
          </p:cNvPr>
          <p:cNvCxnSpPr>
            <a:cxnSpLocks/>
          </p:cNvCxnSpPr>
          <p:nvPr/>
        </p:nvCxnSpPr>
        <p:spPr>
          <a:xfrm>
            <a:off x="1680393" y="4482629"/>
            <a:ext cx="741609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D348089-A0C6-473F-8B4B-44CB41DA20CA}"/>
              </a:ext>
            </a:extLst>
          </p:cNvPr>
          <p:cNvSpPr txBox="1"/>
          <p:nvPr/>
        </p:nvSpPr>
        <p:spPr>
          <a:xfrm>
            <a:off x="1680394" y="473346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SNS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가입 정보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248C0A03-82E6-470D-8A21-CEF8CC0A17E9}"/>
              </a:ext>
            </a:extLst>
          </p:cNvPr>
          <p:cNvSpPr txBox="1"/>
          <p:nvPr/>
        </p:nvSpPr>
        <p:spPr>
          <a:xfrm>
            <a:off x="2705092" y="4742943"/>
            <a:ext cx="18452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카카오로 가입한 사용자입니다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1CDF27A-B815-4D51-858F-7D111C5B3F23}"/>
              </a:ext>
            </a:extLst>
          </p:cNvPr>
          <p:cNvSpPr/>
          <p:nvPr/>
        </p:nvSpPr>
        <p:spPr>
          <a:xfrm>
            <a:off x="7856048" y="4070394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3B76B40-8490-4081-BD9D-7967BDFD38A4}"/>
              </a:ext>
            </a:extLst>
          </p:cNvPr>
          <p:cNvSpPr/>
          <p:nvPr/>
        </p:nvSpPr>
        <p:spPr>
          <a:xfrm>
            <a:off x="8304394" y="4065463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21341292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6CA32939-4041-4A90-B62C-C77D63FB6E08}"/>
              </a:ext>
            </a:extLst>
          </p:cNvPr>
          <p:cNvSpPr/>
          <p:nvPr/>
        </p:nvSpPr>
        <p:spPr>
          <a:xfrm>
            <a:off x="1531277" y="3231447"/>
            <a:ext cx="7674170" cy="1909937"/>
          </a:xfrm>
          <a:prstGeom prst="roundRect">
            <a:avLst>
              <a:gd name="adj" fmla="val 53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E31D493F-3E17-40E6-8238-DBA0F0637D51}"/>
              </a:ext>
            </a:extLst>
          </p:cNvPr>
          <p:cNvSpPr/>
          <p:nvPr/>
        </p:nvSpPr>
        <p:spPr>
          <a:xfrm>
            <a:off x="1680393" y="3378058"/>
            <a:ext cx="881575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자녀 정보 등록</a:t>
            </a:r>
          </a:p>
        </p:txBody>
      </p:sp>
      <p:graphicFrame>
        <p:nvGraphicFramePr>
          <p:cNvPr id="137" name="표 136">
            <a:extLst>
              <a:ext uri="{FF2B5EF4-FFF2-40B4-BE49-F238E27FC236}">
                <a16:creationId xmlns:a16="http://schemas.microsoft.com/office/drawing/2014/main" id="{C3DFD79A-7E36-4D0B-AAC4-7A0D671255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8262610"/>
              </p:ext>
            </p:extLst>
          </p:nvPr>
        </p:nvGraphicFramePr>
        <p:xfrm>
          <a:off x="1680392" y="3745353"/>
          <a:ext cx="7398898" cy="615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1711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803150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581891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1360264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1586849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948345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586688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2970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성별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연락처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180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김자식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남자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2015-10-02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010-1234-5678</a:t>
                      </a:r>
                      <a:endParaRPr lang="ko-KR" altLang="en-US" sz="9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</a:tbl>
          </a:graphicData>
        </a:graphic>
      </p:graphicFrame>
      <p:cxnSp>
        <p:nvCxnSpPr>
          <p:cNvPr id="138" name="직선 연결선 137">
            <a:extLst>
              <a:ext uri="{FF2B5EF4-FFF2-40B4-BE49-F238E27FC236}">
                <a16:creationId xmlns:a16="http://schemas.microsoft.com/office/drawing/2014/main" id="{B791AC84-FA4A-4B75-BA4A-C74956B305CF}"/>
              </a:ext>
            </a:extLst>
          </p:cNvPr>
          <p:cNvCxnSpPr>
            <a:cxnSpLocks/>
          </p:cNvCxnSpPr>
          <p:nvPr/>
        </p:nvCxnSpPr>
        <p:spPr>
          <a:xfrm>
            <a:off x="1680393" y="4482629"/>
            <a:ext cx="741609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66B9D1C4-F02F-4DD0-B808-E169C03DAF8E}"/>
              </a:ext>
            </a:extLst>
          </p:cNvPr>
          <p:cNvSpPr txBox="1"/>
          <p:nvPr/>
        </p:nvSpPr>
        <p:spPr>
          <a:xfrm>
            <a:off x="1680394" y="473346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SNS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가입 정보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DD13FF5D-FD21-48CC-A8C9-F5565C02910B}"/>
              </a:ext>
            </a:extLst>
          </p:cNvPr>
          <p:cNvSpPr txBox="1"/>
          <p:nvPr/>
        </p:nvSpPr>
        <p:spPr>
          <a:xfrm>
            <a:off x="2705092" y="4742943"/>
            <a:ext cx="184527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카카오로 가입한 사용자입니다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B44E43C8-E22B-4477-8AB1-E86196CC72CA}"/>
              </a:ext>
            </a:extLst>
          </p:cNvPr>
          <p:cNvSpPr/>
          <p:nvPr/>
        </p:nvSpPr>
        <p:spPr>
          <a:xfrm>
            <a:off x="7856048" y="4070394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565A11AE-4480-457E-88F7-9669DD84D497}"/>
              </a:ext>
            </a:extLst>
          </p:cNvPr>
          <p:cNvSpPr/>
          <p:nvPr/>
        </p:nvSpPr>
        <p:spPr>
          <a:xfrm>
            <a:off x="8304394" y="4065463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회원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회원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PONADMUSRCUOOH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회원 등록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회원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CFC1B54-1B09-452F-ADD7-52EEABCEFE37}"/>
              </a:ext>
            </a:extLst>
          </p:cNvPr>
          <p:cNvSpPr/>
          <p:nvPr/>
        </p:nvSpPr>
        <p:spPr>
          <a:xfrm>
            <a:off x="1531277" y="2247029"/>
            <a:ext cx="7674170" cy="969986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DBE5B56F-E161-4A95-8CD1-C67E5956E363}"/>
              </a:ext>
            </a:extLst>
          </p:cNvPr>
          <p:cNvSpPr/>
          <p:nvPr/>
        </p:nvSpPr>
        <p:spPr>
          <a:xfrm>
            <a:off x="5266500" y="6406999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가입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8D950AE5-9BE4-406D-A864-5DF0EB03F3E9}"/>
              </a:ext>
            </a:extLst>
          </p:cNvPr>
          <p:cNvSpPr/>
          <p:nvPr/>
        </p:nvSpPr>
        <p:spPr>
          <a:xfrm>
            <a:off x="4237546" y="6406999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AC504-B983-4BA2-AD64-2BD7A9498225}"/>
              </a:ext>
            </a:extLst>
          </p:cNvPr>
          <p:cNvSpPr txBox="1"/>
          <p:nvPr/>
        </p:nvSpPr>
        <p:spPr>
          <a:xfrm>
            <a:off x="1680394" y="282735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 여부</a:t>
            </a: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6B17F0E4-E704-4CB7-AE11-A1BE3067872C}"/>
              </a:ext>
            </a:extLst>
          </p:cNvPr>
          <p:cNvGrpSpPr/>
          <p:nvPr/>
        </p:nvGrpSpPr>
        <p:grpSpPr>
          <a:xfrm>
            <a:off x="2854209" y="2811068"/>
            <a:ext cx="2115024" cy="245069"/>
            <a:chOff x="2705092" y="2811068"/>
            <a:chExt cx="2115024" cy="245069"/>
          </a:xfrm>
        </p:grpSpPr>
        <p:sp>
          <p:nvSpPr>
            <p:cNvPr id="86" name="사각형: 둥근 모서리 85">
              <a:extLst>
                <a:ext uri="{FF2B5EF4-FFF2-40B4-BE49-F238E27FC236}">
                  <a16:creationId xmlns:a16="http://schemas.microsoft.com/office/drawing/2014/main" id="{C2D369EA-5D15-4FE8-AE7C-3A2F44C06EE5}"/>
                </a:ext>
              </a:extLst>
            </p:cNvPr>
            <p:cNvSpPr/>
            <p:nvPr/>
          </p:nvSpPr>
          <p:spPr>
            <a:xfrm>
              <a:off x="3802846" y="2811068"/>
              <a:ext cx="1017270" cy="245069"/>
            </a:xfrm>
            <a:prstGeom prst="roundRect">
              <a:avLst>
                <a:gd name="adj" fmla="val 237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관리자</a:t>
              </a:r>
            </a:p>
          </p:txBody>
        </p:sp>
        <p:sp>
          <p:nvSpPr>
            <p:cNvPr id="87" name="사각형: 둥근 모서리 86">
              <a:extLst>
                <a:ext uri="{FF2B5EF4-FFF2-40B4-BE49-F238E27FC236}">
                  <a16:creationId xmlns:a16="http://schemas.microsoft.com/office/drawing/2014/main" id="{AC860820-12CB-4426-B40B-610A4056EB07}"/>
                </a:ext>
              </a:extLst>
            </p:cNvPr>
            <p:cNvSpPr/>
            <p:nvPr/>
          </p:nvSpPr>
          <p:spPr>
            <a:xfrm>
              <a:off x="2705092" y="2811068"/>
              <a:ext cx="1097754" cy="245069"/>
            </a:xfrm>
            <a:prstGeom prst="roundRect">
              <a:avLst>
                <a:gd name="adj" fmla="val 2375"/>
              </a:avLst>
            </a:prstGeom>
            <a:solidFill>
              <a:srgbClr val="BA8AE3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사용자</a:t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2648E3D-F45E-43C4-B30D-E15BE88F4C07}"/>
              </a:ext>
            </a:extLst>
          </p:cNvPr>
          <p:cNvSpPr/>
          <p:nvPr/>
        </p:nvSpPr>
        <p:spPr>
          <a:xfrm>
            <a:off x="1635920" y="3336138"/>
            <a:ext cx="1024698" cy="366985"/>
          </a:xfrm>
          <a:prstGeom prst="roundRect">
            <a:avLst>
              <a:gd name="adj" fmla="val 0"/>
            </a:avLst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E978BF44-FC03-4F03-9407-5CB4C8CEC692}"/>
              </a:ext>
            </a:extLst>
          </p:cNvPr>
          <p:cNvCxnSpPr>
            <a:cxnSpLocks/>
            <a:stCxn id="2" idx="0"/>
          </p:cNvCxnSpPr>
          <p:nvPr/>
        </p:nvCxnSpPr>
        <p:spPr>
          <a:xfrm rot="5400000" flipH="1" flipV="1">
            <a:off x="2476908" y="2089281"/>
            <a:ext cx="918219" cy="1575496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3125B15A-5C5A-4397-A3D5-C774BF165145}"/>
              </a:ext>
            </a:extLst>
          </p:cNvPr>
          <p:cNvGrpSpPr/>
          <p:nvPr/>
        </p:nvGrpSpPr>
        <p:grpSpPr>
          <a:xfrm>
            <a:off x="3723765" y="1594190"/>
            <a:ext cx="4967902" cy="4812804"/>
            <a:chOff x="3723765" y="1594190"/>
            <a:chExt cx="4967902" cy="4812804"/>
          </a:xfrm>
        </p:grpSpPr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1D0588CC-C937-4024-B0E4-F69DB09248BA}"/>
                </a:ext>
              </a:extLst>
            </p:cNvPr>
            <p:cNvGrpSpPr/>
            <p:nvPr/>
          </p:nvGrpSpPr>
          <p:grpSpPr>
            <a:xfrm>
              <a:off x="3723765" y="1594190"/>
              <a:ext cx="4967902" cy="4812804"/>
              <a:chOff x="3803296" y="3267715"/>
              <a:chExt cx="4967902" cy="4812804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A3670616-31D0-4090-BEE3-0763ACCA05F0}"/>
                  </a:ext>
                </a:extLst>
              </p:cNvPr>
              <p:cNvSpPr/>
              <p:nvPr/>
            </p:nvSpPr>
            <p:spPr>
              <a:xfrm>
                <a:off x="3803296" y="3267715"/>
                <a:ext cx="4967901" cy="403561"/>
              </a:xfrm>
              <a:prstGeom prst="rect">
                <a:avLst/>
              </a:prstGeom>
              <a:solidFill>
                <a:srgbClr val="A792DC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ko-KR" altLang="en-US" sz="1000" dirty="0" err="1"/>
                  <a:t>저녀정보등록</a:t>
                </a:r>
                <a:endParaRPr lang="ko-KR" altLang="en-US" sz="1000" dirty="0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D8CB4727-AC1D-4BC0-B6E8-CBFCAD47F3FF}"/>
                  </a:ext>
                </a:extLst>
              </p:cNvPr>
              <p:cNvSpPr/>
              <p:nvPr/>
            </p:nvSpPr>
            <p:spPr>
              <a:xfrm>
                <a:off x="3803296" y="3671276"/>
                <a:ext cx="4967902" cy="44092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9176E638-A16F-4712-B911-40AA15B43957}"/>
                </a:ext>
              </a:extLst>
            </p:cNvPr>
            <p:cNvSpPr/>
            <p:nvPr/>
          </p:nvSpPr>
          <p:spPr>
            <a:xfrm>
              <a:off x="3811299" y="2097836"/>
              <a:ext cx="4789004" cy="3709840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E620C86E-DD43-4B34-BE49-EB44EE5DA543}"/>
                </a:ext>
              </a:extLst>
            </p:cNvPr>
            <p:cNvSpPr/>
            <p:nvPr/>
          </p:nvSpPr>
          <p:spPr>
            <a:xfrm>
              <a:off x="6168543" y="5934261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rgbClr val="BB8BE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가입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DDBEFBE3-3CC9-4477-A161-7D490F3896FF}"/>
                </a:ext>
              </a:extLst>
            </p:cNvPr>
            <p:cNvSpPr/>
            <p:nvPr/>
          </p:nvSpPr>
          <p:spPr>
            <a:xfrm>
              <a:off x="5139589" y="5934261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취소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BB3EFBCA-6BB7-4592-9452-EE55A969A6BF}"/>
                </a:ext>
              </a:extLst>
            </p:cNvPr>
            <p:cNvSpPr txBox="1"/>
            <p:nvPr/>
          </p:nvSpPr>
          <p:spPr>
            <a:xfrm>
              <a:off x="3920982" y="2313630"/>
              <a:ext cx="11177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이름</a:t>
              </a:r>
            </a:p>
          </p:txBody>
        </p:sp>
        <p:sp>
          <p:nvSpPr>
            <p:cNvPr id="109" name="사각형: 둥근 모서리 108">
              <a:extLst>
                <a:ext uri="{FF2B5EF4-FFF2-40B4-BE49-F238E27FC236}">
                  <a16:creationId xmlns:a16="http://schemas.microsoft.com/office/drawing/2014/main" id="{80A857D3-D226-472D-AA79-3050EC9EEE23}"/>
                </a:ext>
              </a:extLst>
            </p:cNvPr>
            <p:cNvSpPr/>
            <p:nvPr/>
          </p:nvSpPr>
          <p:spPr>
            <a:xfrm>
              <a:off x="5045188" y="2304129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이름 입력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CFF7596B-99B4-4716-A2EA-A08A419180EC}"/>
                </a:ext>
              </a:extLst>
            </p:cNvPr>
            <p:cNvSpPr txBox="1"/>
            <p:nvPr/>
          </p:nvSpPr>
          <p:spPr>
            <a:xfrm>
              <a:off x="3880708" y="3208654"/>
              <a:ext cx="10246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프로필이미지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FEEFB86A-508B-4746-9942-DBBE5DED6E69}"/>
                </a:ext>
              </a:extLst>
            </p:cNvPr>
            <p:cNvSpPr/>
            <p:nvPr/>
          </p:nvSpPr>
          <p:spPr>
            <a:xfrm>
              <a:off x="5992386" y="3227603"/>
              <a:ext cx="998378" cy="229837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50" dirty="0">
                  <a:solidFill>
                    <a:schemeClr val="bg1"/>
                  </a:solidFill>
                </a:rPr>
                <a:t>첨부파일</a:t>
              </a:r>
            </a:p>
          </p:txBody>
        </p: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79D150E7-1DAF-43E2-BE26-EAAD3C4492DB}"/>
                </a:ext>
              </a:extLst>
            </p:cNvPr>
            <p:cNvGrpSpPr/>
            <p:nvPr/>
          </p:nvGrpSpPr>
          <p:grpSpPr>
            <a:xfrm>
              <a:off x="5044457" y="2827672"/>
              <a:ext cx="853944" cy="615593"/>
              <a:chOff x="6455759" y="2303609"/>
              <a:chExt cx="853944" cy="615593"/>
            </a:xfrm>
          </p:grpSpPr>
          <p:sp>
            <p:nvSpPr>
              <p:cNvPr id="115" name="사각형: 둥근 모서리 114">
                <a:extLst>
                  <a:ext uri="{FF2B5EF4-FFF2-40B4-BE49-F238E27FC236}">
                    <a16:creationId xmlns:a16="http://schemas.microsoft.com/office/drawing/2014/main" id="{A574E2F3-048D-4C7E-BB4D-F3A5E2CA10EF}"/>
                  </a:ext>
                </a:extLst>
              </p:cNvPr>
              <p:cNvSpPr/>
              <p:nvPr/>
            </p:nvSpPr>
            <p:spPr>
              <a:xfrm>
                <a:off x="6455759" y="2303609"/>
                <a:ext cx="853944" cy="615593"/>
              </a:xfrm>
              <a:prstGeom prst="roundRect">
                <a:avLst>
                  <a:gd name="adj" fmla="val 5618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16" name="그래픽 115" descr="채우기 없는 웃는 얼굴">
                <a:extLst>
                  <a:ext uri="{FF2B5EF4-FFF2-40B4-BE49-F238E27FC236}">
                    <a16:creationId xmlns:a16="http://schemas.microsoft.com/office/drawing/2014/main" id="{25B3FF40-839D-4C42-B094-F5E8D5AA3E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64897" y="2374852"/>
                <a:ext cx="486331" cy="486331"/>
              </a:xfrm>
              <a:prstGeom prst="rect">
                <a:avLst/>
              </a:prstGeom>
            </p:spPr>
          </p:pic>
        </p:grp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B7D624A0-0CCD-4966-B36C-187A79DE5378}"/>
                </a:ext>
              </a:extLst>
            </p:cNvPr>
            <p:cNvSpPr txBox="1"/>
            <p:nvPr/>
          </p:nvSpPr>
          <p:spPr>
            <a:xfrm>
              <a:off x="3914307" y="5465467"/>
              <a:ext cx="1024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이메일</a:t>
              </a:r>
            </a:p>
          </p:txBody>
        </p: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8A56A81D-EABA-4253-9B53-5C06A5E70209}"/>
                </a:ext>
              </a:extLst>
            </p:cNvPr>
            <p:cNvSpPr/>
            <p:nvPr/>
          </p:nvSpPr>
          <p:spPr>
            <a:xfrm>
              <a:off x="5038512" y="5446513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이메일 입력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97C3EB7-7894-4307-A7A2-B4C79096F5D0}"/>
                </a:ext>
              </a:extLst>
            </p:cNvPr>
            <p:cNvSpPr txBox="1"/>
            <p:nvPr/>
          </p:nvSpPr>
          <p:spPr>
            <a:xfrm>
              <a:off x="3933288" y="4269714"/>
              <a:ext cx="1024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생년월일</a:t>
              </a:r>
            </a:p>
          </p:txBody>
        </p:sp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E8BB42A2-C656-4307-B1AE-F0CF8FB8380F}"/>
                </a:ext>
              </a:extLst>
            </p:cNvPr>
            <p:cNvSpPr/>
            <p:nvPr/>
          </p:nvSpPr>
          <p:spPr>
            <a:xfrm>
              <a:off x="5057493" y="4165051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bg1">
                      <a:lumMod val="75000"/>
                    </a:schemeClr>
                  </a:solidFill>
                </a:rPr>
                <a:t>생년월일</a:t>
              </a:r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8</a:t>
              </a:r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자리입력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9FA3A88-547A-4ED3-AAB9-B56B8108826D}"/>
                </a:ext>
              </a:extLst>
            </p:cNvPr>
            <p:cNvSpPr txBox="1"/>
            <p:nvPr/>
          </p:nvSpPr>
          <p:spPr>
            <a:xfrm>
              <a:off x="4996934" y="4403563"/>
              <a:ext cx="29298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/>
                <a:t>ex ) 20000212</a:t>
              </a:r>
              <a:endParaRPr lang="ko-KR" altLang="en-US" sz="700" dirty="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F5343E11-BB06-459E-BD95-A0E3340FD0A4}"/>
                </a:ext>
              </a:extLst>
            </p:cNvPr>
            <p:cNvSpPr txBox="1"/>
            <p:nvPr/>
          </p:nvSpPr>
          <p:spPr>
            <a:xfrm>
              <a:off x="3930860" y="4742901"/>
              <a:ext cx="1024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연락처</a:t>
              </a:r>
            </a:p>
          </p:txBody>
        </p: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1D6C490A-16A4-4108-BC98-DD051FBAB47F}"/>
                </a:ext>
              </a:extLst>
            </p:cNvPr>
            <p:cNvSpPr/>
            <p:nvPr/>
          </p:nvSpPr>
          <p:spPr>
            <a:xfrm>
              <a:off x="5055065" y="4811584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연락처입력 </a:t>
              </a:r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(- </a:t>
              </a:r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제외</a:t>
              </a:r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7DF38DFD-279D-4FF7-A5CB-4CEBE55DAAE4}"/>
                </a:ext>
              </a:extLst>
            </p:cNvPr>
            <p:cNvSpPr txBox="1"/>
            <p:nvPr/>
          </p:nvSpPr>
          <p:spPr>
            <a:xfrm>
              <a:off x="4996934" y="5029520"/>
              <a:ext cx="29298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700" dirty="0"/>
                <a:t>ex ) 01012345678</a:t>
              </a:r>
              <a:endParaRPr lang="ko-KR" altLang="en-US" sz="700" dirty="0"/>
            </a:p>
          </p:txBody>
        </p: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EBE67761-615C-43A5-80EA-D045D8E98CB6}"/>
                </a:ext>
              </a:extLst>
            </p:cNvPr>
            <p:cNvCxnSpPr>
              <a:cxnSpLocks/>
            </p:cNvCxnSpPr>
            <p:nvPr/>
          </p:nvCxnSpPr>
          <p:spPr>
            <a:xfrm>
              <a:off x="3866410" y="2709531"/>
              <a:ext cx="460426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직선 연결선 126">
              <a:extLst>
                <a:ext uri="{FF2B5EF4-FFF2-40B4-BE49-F238E27FC236}">
                  <a16:creationId xmlns:a16="http://schemas.microsoft.com/office/drawing/2014/main" id="{4AB38849-2474-41CA-9CD0-A9D46877B0AC}"/>
                </a:ext>
              </a:extLst>
            </p:cNvPr>
            <p:cNvCxnSpPr>
              <a:cxnSpLocks/>
            </p:cNvCxnSpPr>
            <p:nvPr/>
          </p:nvCxnSpPr>
          <p:spPr>
            <a:xfrm>
              <a:off x="3880708" y="3568972"/>
              <a:ext cx="460426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E01184EB-4DDF-46BB-9830-4CD0B9269E56}"/>
                </a:ext>
              </a:extLst>
            </p:cNvPr>
            <p:cNvCxnSpPr>
              <a:cxnSpLocks/>
            </p:cNvCxnSpPr>
            <p:nvPr/>
          </p:nvCxnSpPr>
          <p:spPr>
            <a:xfrm>
              <a:off x="3880708" y="3955200"/>
              <a:ext cx="460426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7E2804A3-B9FE-4F5F-8060-7769212D571D}"/>
                </a:ext>
              </a:extLst>
            </p:cNvPr>
            <p:cNvCxnSpPr>
              <a:cxnSpLocks/>
            </p:cNvCxnSpPr>
            <p:nvPr/>
          </p:nvCxnSpPr>
          <p:spPr>
            <a:xfrm>
              <a:off x="3880708" y="4603618"/>
              <a:ext cx="460426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B5E4570D-8A7C-4111-A7EC-6CED873048AA}"/>
                </a:ext>
              </a:extLst>
            </p:cNvPr>
            <p:cNvCxnSpPr>
              <a:cxnSpLocks/>
            </p:cNvCxnSpPr>
            <p:nvPr/>
          </p:nvCxnSpPr>
          <p:spPr>
            <a:xfrm>
              <a:off x="3880708" y="5287359"/>
              <a:ext cx="460426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2FE8DEB3-598E-41EE-9EA5-57DB2420FB1F}"/>
                </a:ext>
              </a:extLst>
            </p:cNvPr>
            <p:cNvSpPr txBox="1"/>
            <p:nvPr/>
          </p:nvSpPr>
          <p:spPr>
            <a:xfrm>
              <a:off x="4969233" y="2509476"/>
              <a:ext cx="2929807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dirty="0"/>
                <a:t>최소 </a:t>
              </a:r>
              <a:r>
                <a:rPr lang="en-US" altLang="ko-KR" sz="700" dirty="0"/>
                <a:t>2</a:t>
              </a:r>
              <a:r>
                <a:rPr lang="ko-KR" altLang="en-US" sz="700" dirty="0"/>
                <a:t>자 이상 </a:t>
              </a:r>
              <a:r>
                <a:rPr lang="en-US" altLang="ko-KR" sz="700" dirty="0"/>
                <a:t>, 10</a:t>
              </a:r>
              <a:r>
                <a:rPr lang="ko-KR" altLang="en-US" sz="700" dirty="0"/>
                <a:t>자 이하로 입력해주세요</a:t>
              </a:r>
              <a:r>
                <a:rPr lang="en-US" altLang="ko-KR" sz="700" dirty="0"/>
                <a:t>.</a:t>
              </a:r>
              <a:endParaRPr lang="ko-KR" altLang="en-US" sz="700" dirty="0"/>
            </a:p>
          </p:txBody>
        </p:sp>
        <p:sp>
          <p:nvSpPr>
            <p:cNvPr id="132" name="사각형: 둥근 모서리 131">
              <a:extLst>
                <a:ext uri="{FF2B5EF4-FFF2-40B4-BE49-F238E27FC236}">
                  <a16:creationId xmlns:a16="http://schemas.microsoft.com/office/drawing/2014/main" id="{4DCB3649-2A59-4E2A-9CED-2B6CF0BA169A}"/>
                </a:ext>
              </a:extLst>
            </p:cNvPr>
            <p:cNvSpPr/>
            <p:nvPr/>
          </p:nvSpPr>
          <p:spPr>
            <a:xfrm>
              <a:off x="5043660" y="3652347"/>
              <a:ext cx="1017270" cy="245069"/>
            </a:xfrm>
            <a:prstGeom prst="roundRect">
              <a:avLst>
                <a:gd name="adj" fmla="val 237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남자</a:t>
              </a:r>
            </a:p>
          </p:txBody>
        </p:sp>
        <p:sp>
          <p:nvSpPr>
            <p:cNvPr id="133" name="사각형: 둥근 모서리 132">
              <a:extLst>
                <a:ext uri="{FF2B5EF4-FFF2-40B4-BE49-F238E27FC236}">
                  <a16:creationId xmlns:a16="http://schemas.microsoft.com/office/drawing/2014/main" id="{ACD2355B-E8D4-4FAA-A25E-2CAA9DF6E6EC}"/>
                </a:ext>
              </a:extLst>
            </p:cNvPr>
            <p:cNvSpPr/>
            <p:nvPr/>
          </p:nvSpPr>
          <p:spPr>
            <a:xfrm>
              <a:off x="6060930" y="3652347"/>
              <a:ext cx="1097754" cy="245069"/>
            </a:xfrm>
            <a:prstGeom prst="roundRect">
              <a:avLst>
                <a:gd name="adj" fmla="val 2375"/>
              </a:avLst>
            </a:prstGeom>
            <a:solidFill>
              <a:srgbClr val="BA8AE3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여자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A769AD7D-EFC2-423B-A3DB-F0FF284541D2}"/>
                </a:ext>
              </a:extLst>
            </p:cNvPr>
            <p:cNvSpPr txBox="1"/>
            <p:nvPr/>
          </p:nvSpPr>
          <p:spPr>
            <a:xfrm>
              <a:off x="3880708" y="3653901"/>
              <a:ext cx="10246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성별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65667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회원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회원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PONADMUSRREOOH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회원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회원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5BB145-0033-4F37-920B-6D8DDC580FA1}"/>
              </a:ext>
            </a:extLst>
          </p:cNvPr>
          <p:cNvSpPr/>
          <p:nvPr/>
        </p:nvSpPr>
        <p:spPr>
          <a:xfrm>
            <a:off x="8615103" y="2339456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262C54B-236D-4627-B339-1C1D1BDD1DEF}"/>
              </a:ext>
            </a:extLst>
          </p:cNvPr>
          <p:cNvSpPr/>
          <p:nvPr/>
        </p:nvSpPr>
        <p:spPr>
          <a:xfrm>
            <a:off x="7276777" y="2339456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EE8A2F5-4333-429C-97F8-6CF24C35A0AD}"/>
              </a:ext>
            </a:extLst>
          </p:cNvPr>
          <p:cNvSpPr/>
          <p:nvPr/>
        </p:nvSpPr>
        <p:spPr>
          <a:xfrm>
            <a:off x="5313190" y="4515640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D0DBD290-B6DD-4F28-85D8-7F1331DC0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636911"/>
              </p:ext>
            </p:extLst>
          </p:nvPr>
        </p:nvGraphicFramePr>
        <p:xfrm>
          <a:off x="1531257" y="2618018"/>
          <a:ext cx="7668658" cy="1837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012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1080655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702803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438308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793487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982414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657461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755702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921957">
                  <a:extLst>
                    <a:ext uri="{9D8B030D-6E8A-4147-A177-3AD203B41FA5}">
                      <a16:colId xmlns:a16="http://schemas.microsoft.com/office/drawing/2014/main" val="285809265"/>
                    </a:ext>
                  </a:extLst>
                </a:gridCol>
                <a:gridCol w="909859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아이디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성별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생년월일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연락처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거주지역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관리자여부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자녀정보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5444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test1@email.com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rgbClr val="00B0F0"/>
                          </a:solidFill>
                        </a:rPr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남자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1980-05-05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010-1234-5678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한국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홍자식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5384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test2@email.com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 err="1">
                          <a:solidFill>
                            <a:srgbClr val="00B0F0"/>
                          </a:solidFill>
                        </a:rPr>
                        <a:t>김키즈</a:t>
                      </a:r>
                      <a:endParaRPr lang="ko-KR" altLang="en-US" sz="900" u="sng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1984-01-05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010-1234-0000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한국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N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김자식</a:t>
                      </a:r>
                      <a:r>
                        <a:rPr lang="ko-KR" altLang="en-US" sz="900" dirty="0"/>
                        <a:t> 외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9941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test3@email.com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 err="1">
                          <a:solidFill>
                            <a:srgbClr val="00B0F0"/>
                          </a:solidFill>
                        </a:rPr>
                        <a:t>김아무개</a:t>
                      </a:r>
                      <a:endParaRPr lang="ko-KR" altLang="en-US" sz="900" u="sng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여자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u="none" dirty="0">
                          <a:solidFill>
                            <a:schemeClr val="tx1"/>
                          </a:solidFill>
                        </a:rPr>
                        <a:t>1988-12-05</a:t>
                      </a:r>
                      <a:endParaRPr lang="ko-KR" altLang="en-US" sz="900" u="none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010-1234-9191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한국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N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김자녀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243FC7F4-6659-4115-88D0-C328438FD789}"/>
              </a:ext>
            </a:extLst>
          </p:cNvPr>
          <p:cNvGrpSpPr/>
          <p:nvPr/>
        </p:nvGrpSpPr>
        <p:grpSpPr>
          <a:xfrm>
            <a:off x="4920070" y="2339456"/>
            <a:ext cx="829406" cy="221852"/>
            <a:chOff x="5883564" y="3960551"/>
            <a:chExt cx="689181" cy="221852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5EE85B5-8A3E-4F54-90F4-B1D28B33428D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관리자여부</a:t>
              </a:r>
            </a:p>
          </p:txBody>
        </p:sp>
        <p:sp>
          <p:nvSpPr>
            <p:cNvPr id="74" name="이등변 삼각형 73">
              <a:extLst>
                <a:ext uri="{FF2B5EF4-FFF2-40B4-BE49-F238E27FC236}">
                  <a16:creationId xmlns:a16="http://schemas.microsoft.com/office/drawing/2014/main" id="{48E00EC0-C844-4CF7-A8C7-D1F5BFCC6A7C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3938087-E15D-4EB8-BC62-124DF42AE23B}"/>
              </a:ext>
            </a:extLst>
          </p:cNvPr>
          <p:cNvGrpSpPr/>
          <p:nvPr/>
        </p:nvGrpSpPr>
        <p:grpSpPr>
          <a:xfrm>
            <a:off x="6651988" y="2339456"/>
            <a:ext cx="545589" cy="221852"/>
            <a:chOff x="6651988" y="3960551"/>
            <a:chExt cx="545589" cy="221852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2AA38147-8D9A-4203-8E34-78EAA925DBDC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75" name="이등변 삼각형 74">
              <a:extLst>
                <a:ext uri="{FF2B5EF4-FFF2-40B4-BE49-F238E27FC236}">
                  <a16:creationId xmlns:a16="http://schemas.microsoft.com/office/drawing/2014/main" id="{0079ECC4-D5F0-417B-B4D8-03093FE738CD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DC7BDD3-66D4-4A81-A102-398E81E59BD6}"/>
              </a:ext>
            </a:extLst>
          </p:cNvPr>
          <p:cNvSpPr/>
          <p:nvPr/>
        </p:nvSpPr>
        <p:spPr>
          <a:xfrm>
            <a:off x="1530419" y="452612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7036B34-0DBC-4D97-883F-A98063F6C252}"/>
              </a:ext>
            </a:extLst>
          </p:cNvPr>
          <p:cNvGrpSpPr/>
          <p:nvPr/>
        </p:nvGrpSpPr>
        <p:grpSpPr>
          <a:xfrm>
            <a:off x="8296611" y="4515640"/>
            <a:ext cx="876812" cy="235209"/>
            <a:chOff x="8296611" y="6136735"/>
            <a:chExt cx="876812" cy="23520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B0CF332E-F2B9-4E5D-A00D-33D2C727F9FC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B34A6AFC-1239-429C-BAD7-5C8862C7B12C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9BBDC5B-81A3-466A-95B4-7D106B34A6D1}"/>
              </a:ext>
            </a:extLst>
          </p:cNvPr>
          <p:cNvSpPr/>
          <p:nvPr/>
        </p:nvSpPr>
        <p:spPr>
          <a:xfrm>
            <a:off x="8264037" y="3130168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7F98927C-6522-492B-A70C-A561BB7DD9D0}"/>
              </a:ext>
            </a:extLst>
          </p:cNvPr>
          <p:cNvSpPr/>
          <p:nvPr/>
        </p:nvSpPr>
        <p:spPr>
          <a:xfrm>
            <a:off x="8264037" y="4144017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E4F6CEA6-2564-462E-8EFC-8FD436567370}"/>
              </a:ext>
            </a:extLst>
          </p:cNvPr>
          <p:cNvSpPr/>
          <p:nvPr/>
        </p:nvSpPr>
        <p:spPr>
          <a:xfrm>
            <a:off x="9584247" y="961875"/>
            <a:ext cx="2393534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아이디</a:t>
            </a:r>
            <a:r>
              <a:rPr lang="en-US" altLang="ko-KR" dirty="0"/>
              <a:t>(</a:t>
            </a:r>
            <a:r>
              <a:rPr lang="ko-KR" altLang="en-US" dirty="0"/>
              <a:t>이메일 형식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비밀번호 설정</a:t>
            </a:r>
            <a:endParaRPr lang="en-US" altLang="ko-KR" dirty="0"/>
          </a:p>
          <a:p>
            <a:r>
              <a:rPr lang="ko-KR" altLang="en-US" dirty="0"/>
              <a:t>이름</a:t>
            </a:r>
          </a:p>
          <a:p>
            <a:r>
              <a:rPr lang="ko-KR" altLang="en-US" dirty="0"/>
              <a:t>성별</a:t>
            </a:r>
          </a:p>
          <a:p>
            <a:r>
              <a:rPr lang="ko-KR" altLang="en-US" dirty="0"/>
              <a:t>생년월일</a:t>
            </a:r>
          </a:p>
          <a:p>
            <a:r>
              <a:rPr lang="ko-KR" altLang="en-US" dirty="0"/>
              <a:t>연락처</a:t>
            </a:r>
          </a:p>
          <a:p>
            <a:r>
              <a:rPr lang="ko-KR" altLang="en-US" dirty="0"/>
              <a:t>거주지역</a:t>
            </a:r>
          </a:p>
          <a:p>
            <a:r>
              <a:rPr lang="ko-KR" altLang="en-US" dirty="0"/>
              <a:t>주소검색</a:t>
            </a:r>
          </a:p>
          <a:p>
            <a:r>
              <a:rPr lang="ko-KR" altLang="en-US" dirty="0" err="1"/>
              <a:t>프로필이미지</a:t>
            </a:r>
            <a:endParaRPr lang="ko-KR" altLang="en-US" dirty="0"/>
          </a:p>
          <a:p>
            <a:r>
              <a:rPr lang="ko-KR" altLang="en-US" dirty="0"/>
              <a:t>관리자 여부</a:t>
            </a:r>
            <a:endParaRPr lang="en-US" altLang="ko-KR" dirty="0"/>
          </a:p>
          <a:p>
            <a:r>
              <a:rPr lang="ko-KR" altLang="en-US" dirty="0"/>
              <a:t>자녀정보</a:t>
            </a: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sz="1200" dirty="0"/>
              <a:t>1</a:t>
            </a:r>
            <a:r>
              <a:rPr lang="ko-KR" altLang="en-US" sz="1200" dirty="0" err="1"/>
              <a:t>명일시</a:t>
            </a:r>
            <a:r>
              <a:rPr lang="ko-KR" altLang="en-US" sz="1200" dirty="0"/>
              <a:t>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김자식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r>
              <a:rPr lang="en-US" altLang="ko-KR" sz="1200" dirty="0"/>
              <a:t>2</a:t>
            </a:r>
            <a:r>
              <a:rPr lang="ko-KR" altLang="en-US" sz="1200" dirty="0"/>
              <a:t>명이상 </a:t>
            </a:r>
            <a:r>
              <a:rPr lang="en-US" altLang="ko-KR" sz="1200" dirty="0"/>
              <a:t>: </a:t>
            </a:r>
            <a:r>
              <a:rPr lang="ko-KR" altLang="en-US" sz="1200" dirty="0" err="1"/>
              <a:t>김자식</a:t>
            </a:r>
            <a:r>
              <a:rPr lang="ko-KR" altLang="en-US" sz="1200" dirty="0"/>
              <a:t> 외 </a:t>
            </a:r>
            <a:r>
              <a:rPr lang="en-US" altLang="ko-KR" sz="1200" dirty="0"/>
              <a:t>x</a:t>
            </a:r>
            <a:r>
              <a:rPr lang="ko-KR" altLang="en-US" sz="1200" dirty="0"/>
              <a:t>명</a:t>
            </a:r>
            <a:endParaRPr lang="en-US" altLang="ko-KR" sz="1200" dirty="0"/>
          </a:p>
          <a:p>
            <a:pPr marL="285750" indent="-285750">
              <a:buFontTx/>
              <a:buChar char="-"/>
            </a:pPr>
            <a:endParaRPr lang="en-US" altLang="ko-KR" sz="1200" dirty="0"/>
          </a:p>
          <a:p>
            <a:r>
              <a:rPr lang="ko-KR" altLang="en-US" dirty="0"/>
              <a:t>회원가입 요청한 관리자들은 승인 처리를 해 준 뒤 로그인 가능</a:t>
            </a:r>
            <a:endParaRPr lang="en-US" altLang="ko-KR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10FFD591-4C29-4D98-93D7-C42146F1A8EF}"/>
              </a:ext>
            </a:extLst>
          </p:cNvPr>
          <p:cNvSpPr/>
          <p:nvPr/>
        </p:nvSpPr>
        <p:spPr>
          <a:xfrm>
            <a:off x="8679458" y="3125237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DF6CF43-4DD8-45C9-8513-3C6FF9EA86EF}"/>
              </a:ext>
            </a:extLst>
          </p:cNvPr>
          <p:cNvSpPr/>
          <p:nvPr/>
        </p:nvSpPr>
        <p:spPr>
          <a:xfrm>
            <a:off x="8679458" y="3665230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49A89AD-D59A-47E7-8196-5A0CF81D7B85}"/>
              </a:ext>
            </a:extLst>
          </p:cNvPr>
          <p:cNvSpPr/>
          <p:nvPr/>
        </p:nvSpPr>
        <p:spPr>
          <a:xfrm>
            <a:off x="8679458" y="4142194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98ECFEFC-4C53-4412-82A6-909AEAB094F4}"/>
              </a:ext>
            </a:extLst>
          </p:cNvPr>
          <p:cNvGrpSpPr/>
          <p:nvPr/>
        </p:nvGrpSpPr>
        <p:grpSpPr>
          <a:xfrm>
            <a:off x="4330620" y="2339456"/>
            <a:ext cx="560465" cy="221852"/>
            <a:chOff x="6107035" y="3960551"/>
            <a:chExt cx="465709" cy="221852"/>
          </a:xfrm>
        </p:grpSpPr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96A2A4E4-6523-4664-ACCF-5D3CDFF322B6}"/>
                </a:ext>
              </a:extLst>
            </p:cNvPr>
            <p:cNvSpPr/>
            <p:nvPr/>
          </p:nvSpPr>
          <p:spPr>
            <a:xfrm>
              <a:off x="6107035" y="3960551"/>
              <a:ext cx="46570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</a:rPr>
                <a:t>성별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45" name="이등변 삼각형 44">
              <a:extLst>
                <a:ext uri="{FF2B5EF4-FFF2-40B4-BE49-F238E27FC236}">
                  <a16:creationId xmlns:a16="http://schemas.microsoft.com/office/drawing/2014/main" id="{63035C15-7341-4BE0-98EF-5F5FF61CB783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D02319DD-F347-4B5E-9A21-36BE44212307}"/>
              </a:ext>
            </a:extLst>
          </p:cNvPr>
          <p:cNvGrpSpPr/>
          <p:nvPr/>
        </p:nvGrpSpPr>
        <p:grpSpPr>
          <a:xfrm>
            <a:off x="5782982" y="2339456"/>
            <a:ext cx="829406" cy="221852"/>
            <a:chOff x="5883564" y="3960551"/>
            <a:chExt cx="689181" cy="221852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FD9A28B-B0F1-4C84-B46F-B05CD1FFCC36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승인여부</a:t>
              </a:r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0C8DC4D4-D33D-4428-A7CD-018910028F36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CCB7569-DCB5-4953-A1A8-CE63976F04E4}"/>
              </a:ext>
            </a:extLst>
          </p:cNvPr>
          <p:cNvSpPr/>
          <p:nvPr/>
        </p:nvSpPr>
        <p:spPr>
          <a:xfrm>
            <a:off x="6782156" y="3675090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승인</a:t>
            </a:r>
          </a:p>
        </p:txBody>
      </p:sp>
    </p:spTree>
    <p:extLst>
      <p:ext uri="{BB962C8B-B14F-4D97-AF65-F5344CB8AC3E}">
        <p14:creationId xmlns:p14="http://schemas.microsoft.com/office/powerpoint/2010/main" val="4288243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회원 상세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회원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PONADMUSRDROOH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회원 상세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회원 상세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CFC1B54-1B09-452F-ADD7-52EEABCEFE37}"/>
              </a:ext>
            </a:extLst>
          </p:cNvPr>
          <p:cNvSpPr/>
          <p:nvPr/>
        </p:nvSpPr>
        <p:spPr>
          <a:xfrm>
            <a:off x="1532756" y="2240826"/>
            <a:ext cx="7672691" cy="4010474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CA410EB-DB63-49FA-AE4D-0CF42C2E12D3}"/>
              </a:ext>
            </a:extLst>
          </p:cNvPr>
          <p:cNvCxnSpPr>
            <a:cxnSpLocks/>
          </p:cNvCxnSpPr>
          <p:nvPr/>
        </p:nvCxnSpPr>
        <p:spPr>
          <a:xfrm>
            <a:off x="1680394" y="31091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223BBD4-C22E-4A3E-8EAB-8C070C41A5D8}"/>
              </a:ext>
            </a:extLst>
          </p:cNvPr>
          <p:cNvSpPr/>
          <p:nvPr/>
        </p:nvSpPr>
        <p:spPr>
          <a:xfrm>
            <a:off x="9584247" y="961875"/>
            <a:ext cx="239353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아이디</a:t>
            </a:r>
            <a:r>
              <a:rPr lang="en-US" altLang="ko-KR" dirty="0"/>
              <a:t>(</a:t>
            </a:r>
            <a:r>
              <a:rPr lang="ko-KR" altLang="en-US" dirty="0"/>
              <a:t>이메일 형식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비밀번호 설정</a:t>
            </a:r>
            <a:endParaRPr lang="en-US" altLang="ko-KR" dirty="0"/>
          </a:p>
          <a:p>
            <a:r>
              <a:rPr lang="ko-KR" altLang="en-US" dirty="0"/>
              <a:t>이름</a:t>
            </a:r>
          </a:p>
          <a:p>
            <a:r>
              <a:rPr lang="ko-KR" altLang="en-US" dirty="0"/>
              <a:t>성별</a:t>
            </a:r>
          </a:p>
          <a:p>
            <a:r>
              <a:rPr lang="ko-KR" altLang="en-US" dirty="0"/>
              <a:t>생년월일</a:t>
            </a:r>
          </a:p>
          <a:p>
            <a:r>
              <a:rPr lang="ko-KR" altLang="en-US" dirty="0"/>
              <a:t>연락처</a:t>
            </a:r>
          </a:p>
          <a:p>
            <a:r>
              <a:rPr lang="ko-KR" altLang="en-US" dirty="0"/>
              <a:t>거주지역</a:t>
            </a:r>
          </a:p>
          <a:p>
            <a:r>
              <a:rPr lang="ko-KR" altLang="en-US" dirty="0"/>
              <a:t>주소검색</a:t>
            </a:r>
          </a:p>
          <a:p>
            <a:r>
              <a:rPr lang="ko-KR" altLang="en-US" dirty="0" err="1"/>
              <a:t>프로필이미지</a:t>
            </a:r>
            <a:endParaRPr lang="ko-KR" altLang="en-US" dirty="0"/>
          </a:p>
          <a:p>
            <a:r>
              <a:rPr lang="ko-KR" altLang="en-US" dirty="0"/>
              <a:t>관리자 여부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0CBF01D5-56F1-4633-8360-A60DA149DAD6}"/>
              </a:ext>
            </a:extLst>
          </p:cNvPr>
          <p:cNvCxnSpPr>
            <a:cxnSpLocks/>
          </p:cNvCxnSpPr>
          <p:nvPr/>
        </p:nvCxnSpPr>
        <p:spPr>
          <a:xfrm>
            <a:off x="1680394" y="352618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75519E0B-4609-4DD2-8A9F-B74E8E548733}"/>
              </a:ext>
            </a:extLst>
          </p:cNvPr>
          <p:cNvCxnSpPr>
            <a:cxnSpLocks/>
          </p:cNvCxnSpPr>
          <p:nvPr/>
        </p:nvCxnSpPr>
        <p:spPr>
          <a:xfrm>
            <a:off x="1680394" y="397666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A842DCCA-09F6-4AB3-A64E-632D13F4A1EF}"/>
              </a:ext>
            </a:extLst>
          </p:cNvPr>
          <p:cNvCxnSpPr>
            <a:cxnSpLocks/>
          </p:cNvCxnSpPr>
          <p:nvPr/>
        </p:nvCxnSpPr>
        <p:spPr>
          <a:xfrm>
            <a:off x="1680394" y="449562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C2B9427D-BEA3-4752-94F1-7FE31CAD8A87}"/>
              </a:ext>
            </a:extLst>
          </p:cNvPr>
          <p:cNvCxnSpPr>
            <a:cxnSpLocks/>
          </p:cNvCxnSpPr>
          <p:nvPr/>
        </p:nvCxnSpPr>
        <p:spPr>
          <a:xfrm>
            <a:off x="1680394" y="501457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A9EB1E0-6CD5-4E30-8978-515C841CF679}"/>
              </a:ext>
            </a:extLst>
          </p:cNvPr>
          <p:cNvCxnSpPr>
            <a:cxnSpLocks/>
          </p:cNvCxnSpPr>
          <p:nvPr/>
        </p:nvCxnSpPr>
        <p:spPr>
          <a:xfrm>
            <a:off x="1680393" y="5589158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026367C-7AB7-4F98-9AC8-9D572C038ED2}"/>
              </a:ext>
            </a:extLst>
          </p:cNvPr>
          <p:cNvSpPr txBox="1"/>
          <p:nvPr/>
        </p:nvSpPr>
        <p:spPr>
          <a:xfrm>
            <a:off x="5835743" y="2684591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프로필이미지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59490FD-C203-4E49-B0FB-11332E896D6E}"/>
              </a:ext>
            </a:extLst>
          </p:cNvPr>
          <p:cNvSpPr txBox="1"/>
          <p:nvPr/>
        </p:nvSpPr>
        <p:spPr>
          <a:xfrm>
            <a:off x="1680394" y="3608753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E0717B-BC4A-449F-A651-F5D3B3958DF9}"/>
              </a:ext>
            </a:extLst>
          </p:cNvPr>
          <p:cNvSpPr txBox="1"/>
          <p:nvPr/>
        </p:nvSpPr>
        <p:spPr>
          <a:xfrm>
            <a:off x="5816006" y="318393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성별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BA98C9-A054-466B-A36B-4FCEB6B2DD73}"/>
              </a:ext>
            </a:extLst>
          </p:cNvPr>
          <p:cNvSpPr txBox="1"/>
          <p:nvPr/>
        </p:nvSpPr>
        <p:spPr>
          <a:xfrm>
            <a:off x="1680394" y="415840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생년월일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EBC93C0-64FB-4973-B5AD-F5BCF1D4B965}"/>
              </a:ext>
            </a:extLst>
          </p:cNvPr>
          <p:cNvSpPr txBox="1"/>
          <p:nvPr/>
        </p:nvSpPr>
        <p:spPr>
          <a:xfrm>
            <a:off x="1680394" y="467735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연락처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06D4E0-446C-4F46-9BBB-F508D5276236}"/>
              </a:ext>
            </a:extLst>
          </p:cNvPr>
          <p:cNvSpPr txBox="1"/>
          <p:nvPr/>
        </p:nvSpPr>
        <p:spPr>
          <a:xfrm>
            <a:off x="1680394" y="519631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거주지역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D3E6AF6-1CB0-4342-B2D6-F355E8A8D1D0}"/>
              </a:ext>
            </a:extLst>
          </p:cNvPr>
          <p:cNvSpPr txBox="1"/>
          <p:nvPr/>
        </p:nvSpPr>
        <p:spPr>
          <a:xfrm>
            <a:off x="1680393" y="2674718"/>
            <a:ext cx="11177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아이디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이메일형식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40F438C2-F40A-4BB1-84DF-861C48DE949E}"/>
              </a:ext>
            </a:extLst>
          </p:cNvPr>
          <p:cNvSpPr/>
          <p:nvPr/>
        </p:nvSpPr>
        <p:spPr>
          <a:xfrm>
            <a:off x="2804599" y="2696889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pioneerkids@email.com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7093609F-3821-4333-BF2C-8CAEEE2BA17B}"/>
              </a:ext>
            </a:extLst>
          </p:cNvPr>
          <p:cNvSpPr/>
          <p:nvPr/>
        </p:nvSpPr>
        <p:spPr>
          <a:xfrm>
            <a:off x="7788633" y="2703540"/>
            <a:ext cx="998378" cy="22983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첨부파일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57A41F1-B2C4-48C1-8BB0-919962E41683}"/>
              </a:ext>
            </a:extLst>
          </p:cNvPr>
          <p:cNvGrpSpPr/>
          <p:nvPr/>
        </p:nvGrpSpPr>
        <p:grpSpPr>
          <a:xfrm>
            <a:off x="6840704" y="2303609"/>
            <a:ext cx="853944" cy="615593"/>
            <a:chOff x="6455759" y="2303609"/>
            <a:chExt cx="853944" cy="615593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896162C6-EDD9-4524-A7EA-CFB5426C4FE0}"/>
                </a:ext>
              </a:extLst>
            </p:cNvPr>
            <p:cNvSpPr/>
            <p:nvPr/>
          </p:nvSpPr>
          <p:spPr>
            <a:xfrm>
              <a:off x="6455759" y="2303609"/>
              <a:ext cx="853944" cy="615593"/>
            </a:xfrm>
            <a:prstGeom prst="roundRect">
              <a:avLst>
                <a:gd name="adj" fmla="val 561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" name="그래픽 7" descr="채우기 없는 웃는 얼굴">
              <a:extLst>
                <a:ext uri="{FF2B5EF4-FFF2-40B4-BE49-F238E27FC236}">
                  <a16:creationId xmlns:a16="http://schemas.microsoft.com/office/drawing/2014/main" id="{087BFC4C-7873-4181-88D4-59BC7B14F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4897" y="2374852"/>
              <a:ext cx="486331" cy="486331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0E03641-70AD-4A76-9CDC-6F4087F9A643}"/>
              </a:ext>
            </a:extLst>
          </p:cNvPr>
          <p:cNvSpPr txBox="1"/>
          <p:nvPr/>
        </p:nvSpPr>
        <p:spPr>
          <a:xfrm>
            <a:off x="1642220" y="315250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비밀번호 초기화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87ACFF7-9909-4EAC-AD8E-541C035DDA6E}"/>
              </a:ext>
            </a:extLst>
          </p:cNvPr>
          <p:cNvSpPr txBox="1"/>
          <p:nvPr/>
        </p:nvSpPr>
        <p:spPr>
          <a:xfrm>
            <a:off x="2728644" y="2905595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비밀번호 찾기 시 해당 이메일로 인증번호를 발송합니다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65852A-B7D7-4D5D-9703-5958EE6D9494}"/>
              </a:ext>
            </a:extLst>
          </p:cNvPr>
          <p:cNvSpPr txBox="1"/>
          <p:nvPr/>
        </p:nvSpPr>
        <p:spPr>
          <a:xfrm>
            <a:off x="3465702" y="3180771"/>
            <a:ext cx="145392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초기화 비밀번호 </a:t>
            </a:r>
            <a:r>
              <a:rPr lang="en-US" altLang="ko-KR" sz="700" dirty="0"/>
              <a:t>: pon1234!</a:t>
            </a:r>
            <a:endParaRPr lang="ko-KR" altLang="en-US" sz="7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C78A832D-258B-484B-B36C-5749C87CD01A}"/>
              </a:ext>
            </a:extLst>
          </p:cNvPr>
          <p:cNvSpPr/>
          <p:nvPr/>
        </p:nvSpPr>
        <p:spPr>
          <a:xfrm>
            <a:off x="2804599" y="3575283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이름 입력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1F37EC-3B79-43E9-B264-9C378CDAE828}"/>
              </a:ext>
            </a:extLst>
          </p:cNvPr>
          <p:cNvSpPr txBox="1"/>
          <p:nvPr/>
        </p:nvSpPr>
        <p:spPr>
          <a:xfrm>
            <a:off x="2735320" y="3794926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최소 </a:t>
            </a:r>
            <a:r>
              <a:rPr lang="en-US" altLang="ko-KR" sz="700" dirty="0"/>
              <a:t>2</a:t>
            </a:r>
            <a:r>
              <a:rPr lang="ko-KR" altLang="en-US" sz="700" dirty="0"/>
              <a:t>자 이상 </a:t>
            </a:r>
            <a:r>
              <a:rPr lang="en-US" altLang="ko-KR" sz="700" dirty="0"/>
              <a:t>, 10</a:t>
            </a:r>
            <a:r>
              <a:rPr lang="ko-KR" altLang="en-US" sz="700" dirty="0"/>
              <a:t>자 이하로 입력해주세요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C1AC504-B983-4BA2-AD64-2BD7A9498225}"/>
              </a:ext>
            </a:extLst>
          </p:cNvPr>
          <p:cNvSpPr txBox="1"/>
          <p:nvPr/>
        </p:nvSpPr>
        <p:spPr>
          <a:xfrm>
            <a:off x="1680394" y="571527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관리자 여부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0BE8FE4E-7DDC-4275-B036-1B36FBCBFF16}"/>
              </a:ext>
            </a:extLst>
          </p:cNvPr>
          <p:cNvSpPr/>
          <p:nvPr/>
        </p:nvSpPr>
        <p:spPr>
          <a:xfrm>
            <a:off x="2804599" y="4053738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tx1"/>
                </a:solidFill>
              </a:rPr>
              <a:t>생년월일</a:t>
            </a:r>
            <a:r>
              <a:rPr lang="en-US" altLang="ko-KR" sz="800" dirty="0">
                <a:solidFill>
                  <a:schemeClr val="tx1"/>
                </a:solidFill>
              </a:rPr>
              <a:t>8</a:t>
            </a:r>
            <a:r>
              <a:rPr lang="ko-KR" altLang="en-US" sz="800" dirty="0">
                <a:solidFill>
                  <a:schemeClr val="tx1"/>
                </a:solidFill>
              </a:rPr>
              <a:t>자리입력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C4CE2B-191E-42D4-B0C3-85506FFEBAFD}"/>
              </a:ext>
            </a:extLst>
          </p:cNvPr>
          <p:cNvSpPr txBox="1"/>
          <p:nvPr/>
        </p:nvSpPr>
        <p:spPr>
          <a:xfrm>
            <a:off x="2744040" y="4292250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ex ) 20000212. </a:t>
            </a:r>
            <a:r>
              <a:rPr lang="ko-KR" altLang="en-US" sz="700" dirty="0"/>
              <a:t>아이디 </a:t>
            </a:r>
            <a:r>
              <a:rPr lang="ko-KR" altLang="en-US" sz="700" dirty="0" err="1"/>
              <a:t>찾기시</a:t>
            </a:r>
            <a:r>
              <a:rPr lang="ko-KR" altLang="en-US" sz="700" dirty="0"/>
              <a:t> 생년월일 입력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98ED06B-7A42-4E74-8C7E-751A88813C47}"/>
              </a:ext>
            </a:extLst>
          </p:cNvPr>
          <p:cNvSpPr/>
          <p:nvPr/>
        </p:nvSpPr>
        <p:spPr>
          <a:xfrm>
            <a:off x="2804599" y="4746041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연락처입력 </a:t>
            </a:r>
            <a:r>
              <a:rPr lang="en-US" altLang="ko-KR" sz="800" dirty="0">
                <a:solidFill>
                  <a:schemeClr val="tx1"/>
                </a:solidFill>
              </a:rPr>
              <a:t>(- </a:t>
            </a:r>
            <a:r>
              <a:rPr lang="ko-KR" altLang="en-US" sz="800" dirty="0">
                <a:solidFill>
                  <a:schemeClr val="tx1"/>
                </a:solidFill>
              </a:rPr>
              <a:t>제외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CF1A634A-E61B-4711-914C-56B736BC588A}"/>
              </a:ext>
            </a:extLst>
          </p:cNvPr>
          <p:cNvGrpSpPr/>
          <p:nvPr/>
        </p:nvGrpSpPr>
        <p:grpSpPr>
          <a:xfrm>
            <a:off x="2804599" y="5161560"/>
            <a:ext cx="1233995" cy="216765"/>
            <a:chOff x="2804599" y="2467855"/>
            <a:chExt cx="1233995" cy="216765"/>
          </a:xfrm>
        </p:grpSpPr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EE19928C-CB04-479C-9D27-959D01D4ECF9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한국</a:t>
              </a:r>
            </a:p>
          </p:txBody>
        </p:sp>
        <p:sp>
          <p:nvSpPr>
            <p:cNvPr id="54" name="이등변 삼각형 53">
              <a:extLst>
                <a:ext uri="{FF2B5EF4-FFF2-40B4-BE49-F238E27FC236}">
                  <a16:creationId xmlns:a16="http://schemas.microsoft.com/office/drawing/2014/main" id="{F9177F5F-E2F7-4237-A860-F9C0A98D480E}"/>
                </a:ext>
              </a:extLst>
            </p:cNvPr>
            <p:cNvSpPr/>
            <p:nvPr/>
          </p:nvSpPr>
          <p:spPr>
            <a:xfrm rot="10800000">
              <a:off x="3909142" y="2555867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212B722-E5B1-40E8-AF3A-E2FEB40C04C7}"/>
              </a:ext>
            </a:extLst>
          </p:cNvPr>
          <p:cNvSpPr/>
          <p:nvPr/>
        </p:nvSpPr>
        <p:spPr>
          <a:xfrm>
            <a:off x="6840704" y="3183931"/>
            <a:ext cx="1017270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남자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1CD93D0F-EFBB-4603-8073-1C1299E1930E}"/>
              </a:ext>
            </a:extLst>
          </p:cNvPr>
          <p:cNvSpPr/>
          <p:nvPr/>
        </p:nvSpPr>
        <p:spPr>
          <a:xfrm>
            <a:off x="7857974" y="3183931"/>
            <a:ext cx="1097754" cy="245069"/>
          </a:xfrm>
          <a:prstGeom prst="roundRect">
            <a:avLst>
              <a:gd name="adj" fmla="val 2375"/>
            </a:avLst>
          </a:prstGeom>
          <a:solidFill>
            <a:srgbClr val="BA8AE3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여자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676A644-B945-4D2B-B3BB-D23B4A69EA28}"/>
              </a:ext>
            </a:extLst>
          </p:cNvPr>
          <p:cNvSpPr txBox="1"/>
          <p:nvPr/>
        </p:nvSpPr>
        <p:spPr>
          <a:xfrm>
            <a:off x="5816006" y="371979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주소검색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26BD672-AB57-457F-B717-8FED42651276}"/>
              </a:ext>
            </a:extLst>
          </p:cNvPr>
          <p:cNvSpPr txBox="1"/>
          <p:nvPr/>
        </p:nvSpPr>
        <p:spPr>
          <a:xfrm>
            <a:off x="5816006" y="4246063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상세주소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CE4014C-95EF-4964-938F-F3097EEFCBD0}"/>
              </a:ext>
            </a:extLst>
          </p:cNvPr>
          <p:cNvSpPr/>
          <p:nvPr/>
        </p:nvSpPr>
        <p:spPr>
          <a:xfrm>
            <a:off x="6840704" y="3687589"/>
            <a:ext cx="567680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75000"/>
                  </a:schemeClr>
                </a:solidFill>
              </a:rPr>
              <a:t>우편번호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13406796-A933-459C-9653-1CE2592DF05C}"/>
              </a:ext>
            </a:extLst>
          </p:cNvPr>
          <p:cNvSpPr/>
          <p:nvPr/>
        </p:nvSpPr>
        <p:spPr>
          <a:xfrm>
            <a:off x="6840704" y="423809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상세주소 입력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6C81F00-9B5D-46A1-837A-C722FFA06C59}"/>
              </a:ext>
            </a:extLst>
          </p:cNvPr>
          <p:cNvSpPr/>
          <p:nvPr/>
        </p:nvSpPr>
        <p:spPr>
          <a:xfrm>
            <a:off x="7493535" y="3687589"/>
            <a:ext cx="744933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주소 입력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6B80946-B80E-4242-AFFF-B4C4297EF209}"/>
              </a:ext>
            </a:extLst>
          </p:cNvPr>
          <p:cNvSpPr/>
          <p:nvPr/>
        </p:nvSpPr>
        <p:spPr>
          <a:xfrm>
            <a:off x="8323619" y="3685853"/>
            <a:ext cx="632109" cy="211723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 err="1">
                <a:solidFill>
                  <a:schemeClr val="bg1"/>
                </a:solidFill>
              </a:rPr>
              <a:t>주소찾기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BA45B75-C7ED-465D-8151-3A58F6B11319}"/>
              </a:ext>
            </a:extLst>
          </p:cNvPr>
          <p:cNvSpPr txBox="1"/>
          <p:nvPr/>
        </p:nvSpPr>
        <p:spPr>
          <a:xfrm>
            <a:off x="2728644" y="5944860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관리자 여부는 수정이 불가능합니다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43F2C4B3-0AB8-4746-ACD7-5E1F4F59EE19}"/>
              </a:ext>
            </a:extLst>
          </p:cNvPr>
          <p:cNvSpPr/>
          <p:nvPr/>
        </p:nvSpPr>
        <p:spPr>
          <a:xfrm>
            <a:off x="2804599" y="5715271"/>
            <a:ext cx="1017270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50E5D817-23BB-4D42-A905-4C3EB70C1943}"/>
              </a:ext>
            </a:extLst>
          </p:cNvPr>
          <p:cNvSpPr/>
          <p:nvPr/>
        </p:nvSpPr>
        <p:spPr>
          <a:xfrm>
            <a:off x="3821869" y="5715271"/>
            <a:ext cx="1097754" cy="245069"/>
          </a:xfrm>
          <a:prstGeom prst="roundRect">
            <a:avLst>
              <a:gd name="adj" fmla="val 2375"/>
            </a:avLst>
          </a:prstGeom>
          <a:solidFill>
            <a:srgbClr val="BA8AE3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관리자</a:t>
            </a:r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9E7C44CA-09D7-4F27-BDEF-BF349166BE6B}"/>
              </a:ext>
            </a:extLst>
          </p:cNvPr>
          <p:cNvGrpSpPr/>
          <p:nvPr/>
        </p:nvGrpSpPr>
        <p:grpSpPr>
          <a:xfrm>
            <a:off x="5071700" y="5734858"/>
            <a:ext cx="1233995" cy="216765"/>
            <a:chOff x="2804599" y="2467855"/>
            <a:chExt cx="1233995" cy="216765"/>
          </a:xfrm>
        </p:grpSpPr>
        <p:sp>
          <p:nvSpPr>
            <p:cNvPr id="88" name="사각형: 둥근 모서리 87">
              <a:extLst>
                <a:ext uri="{FF2B5EF4-FFF2-40B4-BE49-F238E27FC236}">
                  <a16:creationId xmlns:a16="http://schemas.microsoft.com/office/drawing/2014/main" id="{ECC2B995-9409-40B0-802E-4545DBE0B783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매니저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89" name="이등변 삼각형 88">
              <a:extLst>
                <a:ext uri="{FF2B5EF4-FFF2-40B4-BE49-F238E27FC236}">
                  <a16:creationId xmlns:a16="http://schemas.microsoft.com/office/drawing/2014/main" id="{2780B52F-DA64-4160-80F7-9FD25DD7F027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2784150-E04F-45C3-A9DD-638193FCD61D}"/>
              </a:ext>
            </a:extLst>
          </p:cNvPr>
          <p:cNvCxnSpPr/>
          <p:nvPr/>
        </p:nvCxnSpPr>
        <p:spPr>
          <a:xfrm>
            <a:off x="6580753" y="5896125"/>
            <a:ext cx="28826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6E70C204-3D6E-4616-866A-EB93E8C6D82E}"/>
              </a:ext>
            </a:extLst>
          </p:cNvPr>
          <p:cNvSpPr/>
          <p:nvPr/>
        </p:nvSpPr>
        <p:spPr>
          <a:xfrm>
            <a:off x="9584247" y="4141476"/>
            <a:ext cx="2393534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dirty="0"/>
              <a:t>관리자 </a:t>
            </a:r>
            <a:r>
              <a:rPr lang="ko-KR" altLang="en-US" sz="1400" dirty="0" err="1"/>
              <a:t>일때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매니저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관리자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최고관리자</a:t>
            </a:r>
            <a:endParaRPr lang="en-US" altLang="ko-KR" sz="1400" dirty="0"/>
          </a:p>
          <a:p>
            <a:endParaRPr lang="en-US" altLang="ko-KR" sz="1400" dirty="0"/>
          </a:p>
          <a:p>
            <a:r>
              <a:rPr lang="ko-KR" altLang="en-US" sz="1400" dirty="0"/>
              <a:t>사용자일때</a:t>
            </a:r>
            <a:endParaRPr lang="en-US" altLang="ko-KR" sz="1400" dirty="0"/>
          </a:p>
          <a:p>
            <a:r>
              <a:rPr lang="en-US" altLang="ko-KR" sz="1400" dirty="0"/>
              <a:t> - </a:t>
            </a:r>
            <a:r>
              <a:rPr lang="ko-KR" altLang="en-US" sz="1400" dirty="0"/>
              <a:t>사용자권한</a:t>
            </a:r>
            <a:r>
              <a:rPr lang="en-US" altLang="ko-KR" sz="1400" dirty="0"/>
              <a:t>(</a:t>
            </a:r>
            <a:r>
              <a:rPr lang="ko-KR" altLang="en-US" sz="1400" dirty="0"/>
              <a:t>고정</a:t>
            </a:r>
            <a:r>
              <a:rPr lang="en-US" altLang="ko-KR" sz="1400" dirty="0"/>
              <a:t>)</a:t>
            </a:r>
          </a:p>
          <a:p>
            <a:endParaRPr lang="en-US" altLang="ko-KR" sz="1400" dirty="0"/>
          </a:p>
          <a:p>
            <a:r>
              <a:rPr lang="ko-KR" altLang="en-US" sz="1400" dirty="0"/>
              <a:t>관리자 승인 여부 </a:t>
            </a:r>
            <a:r>
              <a:rPr lang="en-US" altLang="ko-KR" sz="1400" dirty="0"/>
              <a:t>N </a:t>
            </a:r>
            <a:r>
              <a:rPr lang="ko-KR" altLang="en-US" sz="1400" dirty="0"/>
              <a:t>일 경우 </a:t>
            </a:r>
            <a:r>
              <a:rPr lang="en-US" altLang="ko-KR" sz="1400" dirty="0"/>
              <a:t>: </a:t>
            </a:r>
            <a:r>
              <a:rPr lang="ko-KR" altLang="en-US" sz="1400" dirty="0"/>
              <a:t>승인</a:t>
            </a:r>
            <a:r>
              <a:rPr lang="en-US" altLang="ko-KR" sz="1400" dirty="0"/>
              <a:t>, </a:t>
            </a:r>
          </a:p>
          <a:p>
            <a:r>
              <a:rPr lang="ko-KR" altLang="en-US" sz="1400" dirty="0"/>
              <a:t>이외 </a:t>
            </a:r>
            <a:r>
              <a:rPr lang="en-US" altLang="ko-KR" sz="1400" dirty="0"/>
              <a:t>: </a:t>
            </a:r>
            <a:r>
              <a:rPr lang="ko-KR" altLang="en-US" sz="1400" dirty="0"/>
              <a:t>수정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6564CD29-1DFB-4841-9BB2-416A0085E960}"/>
              </a:ext>
            </a:extLst>
          </p:cNvPr>
          <p:cNvSpPr/>
          <p:nvPr/>
        </p:nvSpPr>
        <p:spPr>
          <a:xfrm>
            <a:off x="2817871" y="3172237"/>
            <a:ext cx="632109" cy="211723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초기화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BBA34119-E137-40E7-A1A5-4310A55099C4}"/>
              </a:ext>
            </a:extLst>
          </p:cNvPr>
          <p:cNvSpPr/>
          <p:nvPr/>
        </p:nvSpPr>
        <p:spPr>
          <a:xfrm>
            <a:off x="5266500" y="6286571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ADFAABC1-BF82-417E-AA6C-75880D31383D}"/>
              </a:ext>
            </a:extLst>
          </p:cNvPr>
          <p:cNvSpPr/>
          <p:nvPr/>
        </p:nvSpPr>
        <p:spPr>
          <a:xfrm>
            <a:off x="4237546" y="6286571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9A5350A8-F10E-4916-A128-994640A71958}"/>
              </a:ext>
            </a:extLst>
          </p:cNvPr>
          <p:cNvSpPr/>
          <p:nvPr/>
        </p:nvSpPr>
        <p:spPr>
          <a:xfrm>
            <a:off x="5273276" y="6562268"/>
            <a:ext cx="956074" cy="235209"/>
          </a:xfrm>
          <a:prstGeom prst="roundRect">
            <a:avLst>
              <a:gd name="adj" fmla="val 2494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승인</a:t>
            </a: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06CF7548-F821-4A1C-B43A-DC1948A2BFF0}"/>
              </a:ext>
            </a:extLst>
          </p:cNvPr>
          <p:cNvSpPr/>
          <p:nvPr/>
        </p:nvSpPr>
        <p:spPr>
          <a:xfrm>
            <a:off x="4237546" y="6562310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7ABC454C-69EA-4180-B94D-F309A7734169}"/>
              </a:ext>
            </a:extLst>
          </p:cNvPr>
          <p:cNvSpPr/>
          <p:nvPr/>
        </p:nvSpPr>
        <p:spPr>
          <a:xfrm>
            <a:off x="1531277" y="6310708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25723423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22C46C58-D653-4708-868A-7EDC5EBA3E6F}"/>
              </a:ext>
            </a:extLst>
          </p:cNvPr>
          <p:cNvSpPr/>
          <p:nvPr/>
        </p:nvSpPr>
        <p:spPr>
          <a:xfrm>
            <a:off x="1531277" y="6509068"/>
            <a:ext cx="7674170" cy="278709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등록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383C9C56-D6C8-4DA5-BF73-2957C6FFED32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클래스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0CAAC1A-5FF2-4345-A4C2-141DAB737AA9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62" name="L 도형 61">
            <a:extLst>
              <a:ext uri="{FF2B5EF4-FFF2-40B4-BE49-F238E27FC236}">
                <a16:creationId xmlns:a16="http://schemas.microsoft.com/office/drawing/2014/main" id="{0490FCC9-2F41-4C00-9269-6D63E462CFC0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F86A960-8A61-4970-B2CE-302E3CD39BCD}"/>
              </a:ext>
            </a:extLst>
          </p:cNvPr>
          <p:cNvSpPr/>
          <p:nvPr/>
        </p:nvSpPr>
        <p:spPr>
          <a:xfrm>
            <a:off x="1531277" y="2247030"/>
            <a:ext cx="7674170" cy="4184766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1BC3E825-85F6-4DDA-B9C1-A77070432602}"/>
              </a:ext>
            </a:extLst>
          </p:cNvPr>
          <p:cNvCxnSpPr>
            <a:cxnSpLocks/>
          </p:cNvCxnSpPr>
          <p:nvPr/>
        </p:nvCxnSpPr>
        <p:spPr>
          <a:xfrm>
            <a:off x="1680394" y="2759982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7264E032-F4BD-4A75-A30D-EAC21BE7992B}"/>
              </a:ext>
            </a:extLst>
          </p:cNvPr>
          <p:cNvCxnSpPr>
            <a:cxnSpLocks/>
          </p:cNvCxnSpPr>
          <p:nvPr/>
        </p:nvCxnSpPr>
        <p:spPr>
          <a:xfrm>
            <a:off x="1680394" y="591843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AAF867DB-A49E-41D7-966D-58B3E13815EC}"/>
              </a:ext>
            </a:extLst>
          </p:cNvPr>
          <p:cNvSpPr txBox="1"/>
          <p:nvPr/>
        </p:nvSpPr>
        <p:spPr>
          <a:xfrm>
            <a:off x="1680394" y="365894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요약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82E5E0B-7AE7-4EAF-B846-9B58D8E68080}"/>
              </a:ext>
            </a:extLst>
          </p:cNvPr>
          <p:cNvSpPr txBox="1"/>
          <p:nvPr/>
        </p:nvSpPr>
        <p:spPr>
          <a:xfrm>
            <a:off x="1680394" y="501733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금액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5A96999-B0D6-4444-AD9E-CCB4D42584A2}"/>
              </a:ext>
            </a:extLst>
          </p:cNvPr>
          <p:cNvSpPr txBox="1"/>
          <p:nvPr/>
        </p:nvSpPr>
        <p:spPr>
          <a:xfrm>
            <a:off x="1680394" y="553629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요일 선택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9CBAA5B6-7BC0-480F-90E2-1287EA4B8CA3}"/>
              </a:ext>
            </a:extLst>
          </p:cNvPr>
          <p:cNvSpPr/>
          <p:nvPr/>
        </p:nvSpPr>
        <p:spPr>
          <a:xfrm>
            <a:off x="2804599" y="5026109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금액 입력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3F65B46-2446-4603-A836-FCC8682576B3}"/>
              </a:ext>
            </a:extLst>
          </p:cNvPr>
          <p:cNvSpPr txBox="1"/>
          <p:nvPr/>
        </p:nvSpPr>
        <p:spPr>
          <a:xfrm>
            <a:off x="5682036" y="501733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할인전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금액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C79010D8-407E-4D5E-826D-4A5E769CF885}"/>
              </a:ext>
            </a:extLst>
          </p:cNvPr>
          <p:cNvSpPr/>
          <p:nvPr/>
        </p:nvSpPr>
        <p:spPr>
          <a:xfrm>
            <a:off x="6810524" y="5011020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할인전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금액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. 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금액보다 값이 </a:t>
            </a:r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커야함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44" name="화살표: 아래쪽 143">
            <a:extLst>
              <a:ext uri="{FF2B5EF4-FFF2-40B4-BE49-F238E27FC236}">
                <a16:creationId xmlns:a16="http://schemas.microsoft.com/office/drawing/2014/main" id="{69B998E7-1852-4CA0-BE7E-6741105002A7}"/>
              </a:ext>
            </a:extLst>
          </p:cNvPr>
          <p:cNvSpPr/>
          <p:nvPr/>
        </p:nvSpPr>
        <p:spPr>
          <a:xfrm>
            <a:off x="5272217" y="6354237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F16DEE6-8749-4F8B-B365-40BED0004917}"/>
              </a:ext>
            </a:extLst>
          </p:cNvPr>
          <p:cNvSpPr/>
          <p:nvPr/>
        </p:nvSpPr>
        <p:spPr>
          <a:xfrm>
            <a:off x="1645060" y="6500398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신청 입력 항목</a:t>
            </a:r>
            <a:endParaRPr lang="en-US" altLang="ko-KR" sz="1400" b="1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94F3FFF5-14C3-4586-9B49-FFA288EB6086}"/>
              </a:ext>
            </a:extLst>
          </p:cNvPr>
          <p:cNvSpPr txBox="1"/>
          <p:nvPr/>
        </p:nvSpPr>
        <p:spPr>
          <a:xfrm>
            <a:off x="2286644" y="3591644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43867A97-AA4A-4C3B-95D9-C5F0FC0393B6}"/>
              </a:ext>
            </a:extLst>
          </p:cNvPr>
          <p:cNvSpPr txBox="1"/>
          <p:nvPr/>
        </p:nvSpPr>
        <p:spPr>
          <a:xfrm>
            <a:off x="2154569" y="5460658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7DEF321-ED6D-4654-99F9-C100BF8B9A33}"/>
              </a:ext>
            </a:extLst>
          </p:cNvPr>
          <p:cNvSpPr/>
          <p:nvPr/>
        </p:nvSpPr>
        <p:spPr>
          <a:xfrm>
            <a:off x="9562586" y="780224"/>
            <a:ext cx="239353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카테고리 선택</a:t>
            </a:r>
            <a:endParaRPr lang="en-US" altLang="ko-KR" sz="1600" dirty="0"/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- </a:t>
            </a:r>
            <a:r>
              <a:rPr lang="ko-KR" altLang="en-US" sz="1600" dirty="0"/>
              <a:t>커리큘럼 선택</a:t>
            </a:r>
            <a:endParaRPr lang="en-US" altLang="ko-KR" sz="1600" dirty="0"/>
          </a:p>
          <a:p>
            <a:r>
              <a:rPr lang="ko-KR" altLang="en-US" sz="1600" dirty="0" err="1"/>
              <a:t>썸네일이미지</a:t>
            </a:r>
            <a:endParaRPr lang="en-US" altLang="ko-KR" sz="1600" dirty="0"/>
          </a:p>
          <a:p>
            <a:r>
              <a:rPr lang="ko-KR" altLang="en-US" sz="1600" dirty="0"/>
              <a:t>클래스제목</a:t>
            </a:r>
            <a:endParaRPr lang="en-US" altLang="ko-KR" sz="1600" dirty="0"/>
          </a:p>
          <a:p>
            <a:r>
              <a:rPr lang="ko-KR" altLang="en-US" sz="1600" dirty="0"/>
              <a:t>클래스설명</a:t>
            </a:r>
            <a:endParaRPr lang="en-US" altLang="ko-KR" sz="1600" dirty="0"/>
          </a:p>
          <a:p>
            <a:r>
              <a:rPr lang="ko-KR" altLang="en-US" sz="1600" dirty="0"/>
              <a:t>클래스금액</a:t>
            </a:r>
            <a:endParaRPr lang="en-US" altLang="ko-KR" sz="1600" dirty="0"/>
          </a:p>
          <a:p>
            <a:r>
              <a:rPr lang="ko-KR" altLang="en-US" sz="1600" dirty="0"/>
              <a:t> </a:t>
            </a:r>
            <a:r>
              <a:rPr lang="en-US" altLang="ko-KR" sz="1600" dirty="0"/>
              <a:t>-</a:t>
            </a:r>
            <a:r>
              <a:rPr lang="ko-KR" altLang="en-US" sz="1600" dirty="0" err="1"/>
              <a:t>클래스할인전금액</a:t>
            </a:r>
            <a:endParaRPr lang="en-US" altLang="ko-KR" sz="1600" dirty="0"/>
          </a:p>
          <a:p>
            <a:r>
              <a:rPr lang="ko-KR" altLang="en-US" sz="1600" dirty="0"/>
              <a:t>요일</a:t>
            </a:r>
            <a:endParaRPr lang="en-US" altLang="ko-KR" sz="1600" dirty="0"/>
          </a:p>
          <a:p>
            <a:r>
              <a:rPr lang="ko-KR" altLang="en-US" sz="1600" dirty="0"/>
              <a:t>표시기간</a:t>
            </a:r>
            <a:endParaRPr lang="en-US" altLang="ko-KR" sz="1600" dirty="0"/>
          </a:p>
          <a:p>
            <a:r>
              <a:rPr lang="ko-KR" altLang="en-US" sz="1600" dirty="0"/>
              <a:t>표시여부</a:t>
            </a:r>
            <a:endParaRPr lang="en-US" altLang="ko-KR" sz="1600" dirty="0"/>
          </a:p>
          <a:p>
            <a:r>
              <a:rPr lang="ko-KR" altLang="en-US" sz="1600" dirty="0"/>
              <a:t>클래스 </a:t>
            </a:r>
            <a:r>
              <a:rPr lang="ko-KR" altLang="en-US" sz="1600" dirty="0" err="1"/>
              <a:t>등록시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클래스 상세</a:t>
            </a:r>
            <a:endParaRPr lang="en-US" altLang="ko-KR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클래스 상세옵션</a:t>
            </a:r>
            <a:endParaRPr lang="en-US" altLang="ko-KR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요일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(?) </a:t>
            </a:r>
            <a:r>
              <a:rPr lang="ko-KR" altLang="en-US" sz="1600" dirty="0"/>
              <a:t>에디터 </a:t>
            </a:r>
            <a:r>
              <a:rPr lang="ko-KR" altLang="en-US" sz="1600" i="1" dirty="0" err="1"/>
              <a:t>어떤걸</a:t>
            </a:r>
            <a:r>
              <a:rPr lang="ko-KR" altLang="en-US" sz="1600" dirty="0"/>
              <a:t> 사용할지</a:t>
            </a:r>
            <a:r>
              <a:rPr lang="en-US" altLang="ko-KR" sz="1600" dirty="0"/>
              <a:t>??</a:t>
            </a:r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/>
              <a:t>수업에 대한 내용은 수업에서 등록</a:t>
            </a:r>
            <a:endParaRPr lang="en-US" altLang="ko-KR" sz="1600" dirty="0"/>
          </a:p>
          <a:p>
            <a:r>
              <a:rPr lang="en-US" altLang="ko-KR" sz="1600" dirty="0"/>
              <a:t> - </a:t>
            </a:r>
            <a:r>
              <a:rPr lang="ko-KR" altLang="en-US" sz="1600" dirty="0"/>
              <a:t>수업에서 </a:t>
            </a:r>
            <a:r>
              <a:rPr lang="ko-KR" altLang="en-US" sz="1600" dirty="0" err="1"/>
              <a:t>클래스와요일선택하여</a:t>
            </a:r>
            <a:r>
              <a:rPr lang="ko-KR" altLang="en-US" sz="1600" dirty="0"/>
              <a:t> 등록</a:t>
            </a:r>
            <a:endParaRPr lang="en-US" altLang="ko-KR" sz="1600" dirty="0"/>
          </a:p>
          <a:p>
            <a:r>
              <a:rPr lang="ko-KR" altLang="en-US" sz="1600" dirty="0"/>
              <a:t>이후 수업에서 상세 등록</a:t>
            </a:r>
            <a:endParaRPr lang="en-US" altLang="ko-KR" sz="1600" dirty="0"/>
          </a:p>
        </p:txBody>
      </p: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122905C7-DE50-4F0A-9C84-1FA77AC532C8}"/>
              </a:ext>
            </a:extLst>
          </p:cNvPr>
          <p:cNvGrpSpPr/>
          <p:nvPr/>
        </p:nvGrpSpPr>
        <p:grpSpPr>
          <a:xfrm>
            <a:off x="2804599" y="2376052"/>
            <a:ext cx="1233995" cy="216765"/>
            <a:chOff x="2804599" y="2467855"/>
            <a:chExt cx="1233995" cy="216765"/>
          </a:xfrm>
        </p:grpSpPr>
        <p:sp>
          <p:nvSpPr>
            <p:cNvPr id="161" name="사각형: 둥근 모서리 160">
              <a:extLst>
                <a:ext uri="{FF2B5EF4-FFF2-40B4-BE49-F238E27FC236}">
                  <a16:creationId xmlns:a16="http://schemas.microsoft.com/office/drawing/2014/main" id="{B8401BF1-DA55-40D7-9AAE-568DAD3E538F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카테고리 선택</a:t>
              </a:r>
            </a:p>
          </p:txBody>
        </p:sp>
        <p:sp>
          <p:nvSpPr>
            <p:cNvPr id="162" name="이등변 삼각형 161">
              <a:extLst>
                <a:ext uri="{FF2B5EF4-FFF2-40B4-BE49-F238E27FC236}">
                  <a16:creationId xmlns:a16="http://schemas.microsoft.com/office/drawing/2014/main" id="{BDAE47FD-2AE0-4E78-96F9-61A29467500D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9D67298E-8ECF-44AA-B329-A93E7192A916}"/>
              </a:ext>
            </a:extLst>
          </p:cNvPr>
          <p:cNvGrpSpPr/>
          <p:nvPr/>
        </p:nvGrpSpPr>
        <p:grpSpPr>
          <a:xfrm>
            <a:off x="4237547" y="2376052"/>
            <a:ext cx="1233995" cy="216765"/>
            <a:chOff x="2804599" y="2467855"/>
            <a:chExt cx="1233995" cy="216765"/>
          </a:xfrm>
        </p:grpSpPr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D40F7EE6-4260-418F-8B9E-6C07ED11D9AE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커리큘럼 선택</a:t>
              </a:r>
            </a:p>
          </p:txBody>
        </p:sp>
        <p:sp>
          <p:nvSpPr>
            <p:cNvPr id="165" name="이등변 삼각형 164">
              <a:extLst>
                <a:ext uri="{FF2B5EF4-FFF2-40B4-BE49-F238E27FC236}">
                  <a16:creationId xmlns:a16="http://schemas.microsoft.com/office/drawing/2014/main" id="{8276812C-6B85-4731-B12E-26E28446D18F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69" name="TextBox 168">
            <a:extLst>
              <a:ext uri="{FF2B5EF4-FFF2-40B4-BE49-F238E27FC236}">
                <a16:creationId xmlns:a16="http://schemas.microsoft.com/office/drawing/2014/main" id="{D94EF085-81AA-4E71-83A3-EAC4B0CDA4F3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B71C605-0910-40C5-BACD-119032169AE3}"/>
              </a:ext>
            </a:extLst>
          </p:cNvPr>
          <p:cNvSpPr txBox="1"/>
          <p:nvPr/>
        </p:nvSpPr>
        <p:spPr>
          <a:xfrm>
            <a:off x="1921512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A5E9260-BDED-44A3-A8FA-1CAD38E65BB7}"/>
              </a:ext>
            </a:extLst>
          </p:cNvPr>
          <p:cNvSpPr txBox="1"/>
          <p:nvPr/>
        </p:nvSpPr>
        <p:spPr>
          <a:xfrm>
            <a:off x="5658451" y="324360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제목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63C8F70-345E-44E3-9CAC-DDAA73DED06F}"/>
              </a:ext>
            </a:extLst>
          </p:cNvPr>
          <p:cNvSpPr/>
          <p:nvPr/>
        </p:nvSpPr>
        <p:spPr>
          <a:xfrm>
            <a:off x="6680607" y="3237214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클래스 제목 입력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135A990-E919-460E-B23F-A9701A599EF2}"/>
              </a:ext>
            </a:extLst>
          </p:cNvPr>
          <p:cNvSpPr txBox="1"/>
          <p:nvPr/>
        </p:nvSpPr>
        <p:spPr>
          <a:xfrm>
            <a:off x="6252757" y="3134416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9664CFA-1394-4A0D-927E-01A7FC9C9AAC}"/>
              </a:ext>
            </a:extLst>
          </p:cNvPr>
          <p:cNvGrpSpPr/>
          <p:nvPr/>
        </p:nvGrpSpPr>
        <p:grpSpPr>
          <a:xfrm>
            <a:off x="2804322" y="3719137"/>
            <a:ext cx="6198023" cy="909699"/>
            <a:chOff x="2804322" y="3379160"/>
            <a:chExt cx="6198023" cy="909699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5BCE916D-90F1-4352-A605-13AAD0CF552B}"/>
                </a:ext>
              </a:extLst>
            </p:cNvPr>
            <p:cNvSpPr/>
            <p:nvPr/>
          </p:nvSpPr>
          <p:spPr>
            <a:xfrm>
              <a:off x="2804322" y="3379160"/>
              <a:ext cx="6198023" cy="909699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클래스 설명 입력</a:t>
              </a:r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EB164CB6-D6E6-409B-B486-1B6CE31CA033}"/>
                </a:ext>
              </a:extLst>
            </p:cNvPr>
            <p:cNvSpPr/>
            <p:nvPr/>
          </p:nvSpPr>
          <p:spPr>
            <a:xfrm>
              <a:off x="2821515" y="3397209"/>
              <a:ext cx="6180830" cy="2083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에디터 사용</a:t>
              </a: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34A210ED-17D3-4A2B-AB54-ECB990335A7D}"/>
              </a:ext>
            </a:extLst>
          </p:cNvPr>
          <p:cNvSpPr txBox="1"/>
          <p:nvPr/>
        </p:nvSpPr>
        <p:spPr>
          <a:xfrm>
            <a:off x="1982789" y="493974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BD49D57F-5C39-47CE-BFDC-49F715E3FF36}"/>
              </a:ext>
            </a:extLst>
          </p:cNvPr>
          <p:cNvCxnSpPr>
            <a:cxnSpLocks/>
          </p:cNvCxnSpPr>
          <p:nvPr/>
        </p:nvCxnSpPr>
        <p:spPr>
          <a:xfrm>
            <a:off x="1680393" y="485579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C50A0AD-92AD-41C7-867C-347043984CA6}"/>
              </a:ext>
            </a:extLst>
          </p:cNvPr>
          <p:cNvSpPr txBox="1"/>
          <p:nvPr/>
        </p:nvSpPr>
        <p:spPr>
          <a:xfrm>
            <a:off x="2728644" y="4667210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클래스 조회화면 상단에 표시될 간략한 내용을 입력해주세요</a:t>
            </a:r>
            <a:r>
              <a:rPr lang="en-US" altLang="ko-KR" sz="700" dirty="0"/>
              <a:t>.</a:t>
            </a:r>
            <a:r>
              <a:rPr lang="ko-KR" altLang="en-US" sz="700" dirty="0"/>
              <a:t> </a:t>
            </a:r>
          </a:p>
        </p:txBody>
      </p:sp>
      <p:sp>
        <p:nvSpPr>
          <p:cNvPr id="86" name="Box">
            <a:extLst>
              <a:ext uri="{FF2B5EF4-FFF2-40B4-BE49-F238E27FC236}">
                <a16:creationId xmlns:a16="http://schemas.microsoft.com/office/drawing/2014/main" id="{304A13BC-B23F-4FD1-BBF9-DEE36AC48A8F}"/>
              </a:ext>
            </a:extLst>
          </p:cNvPr>
          <p:cNvSpPr/>
          <p:nvPr/>
        </p:nvSpPr>
        <p:spPr>
          <a:xfrm>
            <a:off x="2804322" y="5584144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L 도형 86">
            <a:extLst>
              <a:ext uri="{FF2B5EF4-FFF2-40B4-BE49-F238E27FC236}">
                <a16:creationId xmlns:a16="http://schemas.microsoft.com/office/drawing/2014/main" id="{5D8BAFEB-79A6-4BE1-A3F1-D1BE6008A168}"/>
              </a:ext>
            </a:extLst>
          </p:cNvPr>
          <p:cNvSpPr/>
          <p:nvPr/>
        </p:nvSpPr>
        <p:spPr>
          <a:xfrm rot="18935460">
            <a:off x="2834144" y="5597011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Box">
            <a:extLst>
              <a:ext uri="{FF2B5EF4-FFF2-40B4-BE49-F238E27FC236}">
                <a16:creationId xmlns:a16="http://schemas.microsoft.com/office/drawing/2014/main" id="{7CC69A36-1681-4D5B-A5FC-65718E7BF9FD}"/>
              </a:ext>
            </a:extLst>
          </p:cNvPr>
          <p:cNvSpPr/>
          <p:nvPr/>
        </p:nvSpPr>
        <p:spPr>
          <a:xfrm>
            <a:off x="3711360" y="5584144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L 도형 88">
            <a:extLst>
              <a:ext uri="{FF2B5EF4-FFF2-40B4-BE49-F238E27FC236}">
                <a16:creationId xmlns:a16="http://schemas.microsoft.com/office/drawing/2014/main" id="{6A4EDAE1-79F6-4B60-B147-3A879E171DEA}"/>
              </a:ext>
            </a:extLst>
          </p:cNvPr>
          <p:cNvSpPr/>
          <p:nvPr/>
        </p:nvSpPr>
        <p:spPr>
          <a:xfrm rot="18935460">
            <a:off x="3741182" y="5597011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C3B2AFD-8CBF-49E0-AF85-676D4EEB7A6E}"/>
              </a:ext>
            </a:extLst>
          </p:cNvPr>
          <p:cNvSpPr txBox="1"/>
          <p:nvPr/>
        </p:nvSpPr>
        <p:spPr>
          <a:xfrm>
            <a:off x="2953734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월요일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B176AE5-A08E-4D51-8063-1D9EFB3BFDB7}"/>
              </a:ext>
            </a:extLst>
          </p:cNvPr>
          <p:cNvSpPr txBox="1"/>
          <p:nvPr/>
        </p:nvSpPr>
        <p:spPr>
          <a:xfrm>
            <a:off x="3822232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화요일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F759F6E9-BD38-4845-886C-1D9F7CF1386D}"/>
              </a:ext>
            </a:extLst>
          </p:cNvPr>
          <p:cNvSpPr txBox="1"/>
          <p:nvPr/>
        </p:nvSpPr>
        <p:spPr>
          <a:xfrm>
            <a:off x="4690730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수요일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4A7FB6B6-3EC8-4FD0-8744-B2B2EB8AE921}"/>
              </a:ext>
            </a:extLst>
          </p:cNvPr>
          <p:cNvSpPr txBox="1"/>
          <p:nvPr/>
        </p:nvSpPr>
        <p:spPr>
          <a:xfrm>
            <a:off x="5559228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목요일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521465B4-7391-4EE5-BE3F-DDF6107DDC04}"/>
              </a:ext>
            </a:extLst>
          </p:cNvPr>
          <p:cNvSpPr txBox="1"/>
          <p:nvPr/>
        </p:nvSpPr>
        <p:spPr>
          <a:xfrm>
            <a:off x="6427726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금요일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0AE76B6-9E9C-4B19-96B4-D67B5A7642DC}"/>
              </a:ext>
            </a:extLst>
          </p:cNvPr>
          <p:cNvSpPr txBox="1"/>
          <p:nvPr/>
        </p:nvSpPr>
        <p:spPr>
          <a:xfrm>
            <a:off x="7296224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토요일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F134C59E-9E70-4650-A2FA-6D938F21C210}"/>
              </a:ext>
            </a:extLst>
          </p:cNvPr>
          <p:cNvSpPr txBox="1"/>
          <p:nvPr/>
        </p:nvSpPr>
        <p:spPr>
          <a:xfrm>
            <a:off x="8164722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일요일</a:t>
            </a:r>
          </a:p>
        </p:txBody>
      </p:sp>
      <p:sp>
        <p:nvSpPr>
          <p:cNvPr id="116" name="Box">
            <a:extLst>
              <a:ext uri="{FF2B5EF4-FFF2-40B4-BE49-F238E27FC236}">
                <a16:creationId xmlns:a16="http://schemas.microsoft.com/office/drawing/2014/main" id="{108EB144-4666-4F24-9FC8-D02992105A2A}"/>
              </a:ext>
            </a:extLst>
          </p:cNvPr>
          <p:cNvSpPr/>
          <p:nvPr/>
        </p:nvSpPr>
        <p:spPr>
          <a:xfrm>
            <a:off x="4600541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7" name="L 도형 116">
            <a:extLst>
              <a:ext uri="{FF2B5EF4-FFF2-40B4-BE49-F238E27FC236}">
                <a16:creationId xmlns:a16="http://schemas.microsoft.com/office/drawing/2014/main" id="{9AB0440C-A610-473E-8807-7619E016EA19}"/>
              </a:ext>
            </a:extLst>
          </p:cNvPr>
          <p:cNvSpPr/>
          <p:nvPr/>
        </p:nvSpPr>
        <p:spPr>
          <a:xfrm rot="18935460">
            <a:off x="4630363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Box">
            <a:extLst>
              <a:ext uri="{FF2B5EF4-FFF2-40B4-BE49-F238E27FC236}">
                <a16:creationId xmlns:a16="http://schemas.microsoft.com/office/drawing/2014/main" id="{C313C748-16AD-43A1-9474-B3DADA9F5241}"/>
              </a:ext>
            </a:extLst>
          </p:cNvPr>
          <p:cNvSpPr/>
          <p:nvPr/>
        </p:nvSpPr>
        <p:spPr>
          <a:xfrm>
            <a:off x="5404804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0" name="L 도형 119">
            <a:extLst>
              <a:ext uri="{FF2B5EF4-FFF2-40B4-BE49-F238E27FC236}">
                <a16:creationId xmlns:a16="http://schemas.microsoft.com/office/drawing/2014/main" id="{7477BA64-8EFF-4A59-AD43-6D0A486C9393}"/>
              </a:ext>
            </a:extLst>
          </p:cNvPr>
          <p:cNvSpPr/>
          <p:nvPr/>
        </p:nvSpPr>
        <p:spPr>
          <a:xfrm rot="18935460">
            <a:off x="5434626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" name="Box">
            <a:extLst>
              <a:ext uri="{FF2B5EF4-FFF2-40B4-BE49-F238E27FC236}">
                <a16:creationId xmlns:a16="http://schemas.microsoft.com/office/drawing/2014/main" id="{2437566B-3368-4767-BE95-8BAC858137BC}"/>
              </a:ext>
            </a:extLst>
          </p:cNvPr>
          <p:cNvSpPr/>
          <p:nvPr/>
        </p:nvSpPr>
        <p:spPr>
          <a:xfrm>
            <a:off x="6337537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L 도형 121">
            <a:extLst>
              <a:ext uri="{FF2B5EF4-FFF2-40B4-BE49-F238E27FC236}">
                <a16:creationId xmlns:a16="http://schemas.microsoft.com/office/drawing/2014/main" id="{587FC74F-E428-4957-BFDF-12E0260F80E5}"/>
              </a:ext>
            </a:extLst>
          </p:cNvPr>
          <p:cNvSpPr/>
          <p:nvPr/>
        </p:nvSpPr>
        <p:spPr>
          <a:xfrm rot="18935460">
            <a:off x="6367359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Box">
            <a:extLst>
              <a:ext uri="{FF2B5EF4-FFF2-40B4-BE49-F238E27FC236}">
                <a16:creationId xmlns:a16="http://schemas.microsoft.com/office/drawing/2014/main" id="{38C58FDE-1DE7-4D78-B42E-2D8F49AF50F8}"/>
              </a:ext>
            </a:extLst>
          </p:cNvPr>
          <p:cNvSpPr/>
          <p:nvPr/>
        </p:nvSpPr>
        <p:spPr>
          <a:xfrm>
            <a:off x="7206035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L 도형 123">
            <a:extLst>
              <a:ext uri="{FF2B5EF4-FFF2-40B4-BE49-F238E27FC236}">
                <a16:creationId xmlns:a16="http://schemas.microsoft.com/office/drawing/2014/main" id="{346FA6AF-458C-4AF5-BAF8-5F5476088908}"/>
              </a:ext>
            </a:extLst>
          </p:cNvPr>
          <p:cNvSpPr/>
          <p:nvPr/>
        </p:nvSpPr>
        <p:spPr>
          <a:xfrm rot="18935460">
            <a:off x="7235857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Box">
            <a:extLst>
              <a:ext uri="{FF2B5EF4-FFF2-40B4-BE49-F238E27FC236}">
                <a16:creationId xmlns:a16="http://schemas.microsoft.com/office/drawing/2014/main" id="{29CB9595-564C-47CB-832C-D66FBB9D200B}"/>
              </a:ext>
            </a:extLst>
          </p:cNvPr>
          <p:cNvSpPr/>
          <p:nvPr/>
        </p:nvSpPr>
        <p:spPr>
          <a:xfrm>
            <a:off x="8058661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6" name="L 도형 125">
            <a:extLst>
              <a:ext uri="{FF2B5EF4-FFF2-40B4-BE49-F238E27FC236}">
                <a16:creationId xmlns:a16="http://schemas.microsoft.com/office/drawing/2014/main" id="{A8D50120-FA21-4B42-B2A4-0070C850EC25}"/>
              </a:ext>
            </a:extLst>
          </p:cNvPr>
          <p:cNvSpPr/>
          <p:nvPr/>
        </p:nvSpPr>
        <p:spPr>
          <a:xfrm rot="18935460">
            <a:off x="8088483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0" name="직선 연결선 129">
            <a:extLst>
              <a:ext uri="{FF2B5EF4-FFF2-40B4-BE49-F238E27FC236}">
                <a16:creationId xmlns:a16="http://schemas.microsoft.com/office/drawing/2014/main" id="{EC2E1634-23A6-4503-AE47-1E5BAB016C01}"/>
              </a:ext>
            </a:extLst>
          </p:cNvPr>
          <p:cNvCxnSpPr>
            <a:cxnSpLocks/>
          </p:cNvCxnSpPr>
          <p:nvPr/>
        </p:nvCxnSpPr>
        <p:spPr>
          <a:xfrm>
            <a:off x="3850881" y="129161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98467D0C-C472-40A6-94F7-F3486446BA7A}"/>
              </a:ext>
            </a:extLst>
          </p:cNvPr>
          <p:cNvSpPr/>
          <p:nvPr/>
        </p:nvSpPr>
        <p:spPr>
          <a:xfrm>
            <a:off x="3760440" y="3238610"/>
            <a:ext cx="998378" cy="22983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첨부파일</a:t>
            </a:r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109A1C79-EB62-49A3-B23E-464E57B1C153}"/>
              </a:ext>
            </a:extLst>
          </p:cNvPr>
          <p:cNvGrpSpPr/>
          <p:nvPr/>
        </p:nvGrpSpPr>
        <p:grpSpPr>
          <a:xfrm>
            <a:off x="2806989" y="2858750"/>
            <a:ext cx="853944" cy="615593"/>
            <a:chOff x="6455759" y="2303609"/>
            <a:chExt cx="853944" cy="615593"/>
          </a:xfrm>
        </p:grpSpPr>
        <p:sp>
          <p:nvSpPr>
            <p:cNvPr id="133" name="사각형: 둥근 모서리 132">
              <a:extLst>
                <a:ext uri="{FF2B5EF4-FFF2-40B4-BE49-F238E27FC236}">
                  <a16:creationId xmlns:a16="http://schemas.microsoft.com/office/drawing/2014/main" id="{092A8639-139B-496F-A4C8-44FB65E220DE}"/>
                </a:ext>
              </a:extLst>
            </p:cNvPr>
            <p:cNvSpPr/>
            <p:nvPr/>
          </p:nvSpPr>
          <p:spPr>
            <a:xfrm>
              <a:off x="6455759" y="2303609"/>
              <a:ext cx="853944" cy="615593"/>
            </a:xfrm>
            <a:prstGeom prst="roundRect">
              <a:avLst>
                <a:gd name="adj" fmla="val 5618"/>
              </a:avLst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4" name="그래픽 133" descr="채우기 없는 웃는 얼굴">
              <a:extLst>
                <a:ext uri="{FF2B5EF4-FFF2-40B4-BE49-F238E27FC236}">
                  <a16:creationId xmlns:a16="http://schemas.microsoft.com/office/drawing/2014/main" id="{88A22CB4-911F-4105-BB74-284EE20CD7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64897" y="2374852"/>
              <a:ext cx="486331" cy="486331"/>
            </a:xfrm>
            <a:prstGeom prst="rect">
              <a:avLst/>
            </a:prstGeom>
          </p:spPr>
        </p:pic>
      </p:grp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BC9A7A8C-B910-4D6F-8CF1-B4D77F72C3FC}"/>
              </a:ext>
            </a:extLst>
          </p:cNvPr>
          <p:cNvCxnSpPr>
            <a:cxnSpLocks/>
          </p:cNvCxnSpPr>
          <p:nvPr/>
        </p:nvCxnSpPr>
        <p:spPr>
          <a:xfrm>
            <a:off x="1680394" y="3560082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TextBox 136">
            <a:extLst>
              <a:ext uri="{FF2B5EF4-FFF2-40B4-BE49-F238E27FC236}">
                <a16:creationId xmlns:a16="http://schemas.microsoft.com/office/drawing/2014/main" id="{E58F43CA-3941-4F46-A117-C39E7ADBC084}"/>
              </a:ext>
            </a:extLst>
          </p:cNvPr>
          <p:cNvSpPr txBox="1"/>
          <p:nvPr/>
        </p:nvSpPr>
        <p:spPr>
          <a:xfrm>
            <a:off x="1680393" y="3260180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썸네일 이미지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11158C4C-3DDC-4BF2-9395-FE0C066C7ABC}"/>
              </a:ext>
            </a:extLst>
          </p:cNvPr>
          <p:cNvSpPr txBox="1"/>
          <p:nvPr/>
        </p:nvSpPr>
        <p:spPr>
          <a:xfrm>
            <a:off x="1680394" y="608598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표시기간설정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47EFCDD2-083D-4FCE-A3FA-8F6AF3F22E72}"/>
              </a:ext>
            </a:extLst>
          </p:cNvPr>
          <p:cNvSpPr txBox="1"/>
          <p:nvPr/>
        </p:nvSpPr>
        <p:spPr>
          <a:xfrm>
            <a:off x="2352689" y="599570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41" name="사각형: 둥근 모서리 140">
            <a:extLst>
              <a:ext uri="{FF2B5EF4-FFF2-40B4-BE49-F238E27FC236}">
                <a16:creationId xmlns:a16="http://schemas.microsoft.com/office/drawing/2014/main" id="{C7C5E898-88F9-48AD-93C8-606DB89C31FB}"/>
              </a:ext>
            </a:extLst>
          </p:cNvPr>
          <p:cNvSpPr/>
          <p:nvPr/>
        </p:nvSpPr>
        <p:spPr>
          <a:xfrm>
            <a:off x="2792682" y="6070574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A07845AF-514C-443D-876F-9A2714868274}"/>
              </a:ext>
            </a:extLst>
          </p:cNvPr>
          <p:cNvSpPr/>
          <p:nvPr/>
        </p:nvSpPr>
        <p:spPr>
          <a:xfrm>
            <a:off x="3021842" y="6085007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07570557-A69D-4F29-BFE3-EB5B2235A02F}"/>
              </a:ext>
            </a:extLst>
          </p:cNvPr>
          <p:cNvGrpSpPr/>
          <p:nvPr/>
        </p:nvGrpSpPr>
        <p:grpSpPr>
          <a:xfrm>
            <a:off x="3364387" y="6055941"/>
            <a:ext cx="1010572" cy="216765"/>
            <a:chOff x="4163731" y="5574859"/>
            <a:chExt cx="1233995" cy="216765"/>
          </a:xfrm>
        </p:grpSpPr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300C4BE5-F98B-4B90-BA26-6E3B292442BC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4" name="직선 연결선 153">
              <a:extLst>
                <a:ext uri="{FF2B5EF4-FFF2-40B4-BE49-F238E27FC236}">
                  <a16:creationId xmlns:a16="http://schemas.microsoft.com/office/drawing/2014/main" id="{BAC1CB3D-B813-4774-98AB-467FB29E3571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5" name="그래픽 154" descr="플립 달력">
              <a:extLst>
                <a:ext uri="{FF2B5EF4-FFF2-40B4-BE49-F238E27FC236}">
                  <a16:creationId xmlns:a16="http://schemas.microsoft.com/office/drawing/2014/main" id="{FC3668F6-C569-4C18-9F25-F16754F187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175" name="TextBox 174">
            <a:extLst>
              <a:ext uri="{FF2B5EF4-FFF2-40B4-BE49-F238E27FC236}">
                <a16:creationId xmlns:a16="http://schemas.microsoft.com/office/drawing/2014/main" id="{3A59AABC-31D1-4313-87F5-64B4A4113851}"/>
              </a:ext>
            </a:extLst>
          </p:cNvPr>
          <p:cNvSpPr txBox="1"/>
          <p:nvPr/>
        </p:nvSpPr>
        <p:spPr>
          <a:xfrm>
            <a:off x="4405515" y="6047310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F043E70-9BB0-49CA-A8E8-26E9D52B9A7E}"/>
              </a:ext>
            </a:extLst>
          </p:cNvPr>
          <p:cNvSpPr txBox="1"/>
          <p:nvPr/>
        </p:nvSpPr>
        <p:spPr>
          <a:xfrm>
            <a:off x="5690677" y="605594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표시여부</a:t>
            </a:r>
          </a:p>
        </p:txBody>
      </p: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DFB0DB42-C84C-4CC6-9F2E-252EC04C8E08}"/>
              </a:ext>
            </a:extLst>
          </p:cNvPr>
          <p:cNvGrpSpPr/>
          <p:nvPr/>
        </p:nvGrpSpPr>
        <p:grpSpPr>
          <a:xfrm>
            <a:off x="4599312" y="6055941"/>
            <a:ext cx="1010572" cy="216765"/>
            <a:chOff x="4163731" y="5574859"/>
            <a:chExt cx="1233995" cy="216765"/>
          </a:xfrm>
        </p:grpSpPr>
        <p:sp>
          <p:nvSpPr>
            <p:cNvPr id="189" name="사각형: 둥근 모서리 188">
              <a:extLst>
                <a:ext uri="{FF2B5EF4-FFF2-40B4-BE49-F238E27FC236}">
                  <a16:creationId xmlns:a16="http://schemas.microsoft.com/office/drawing/2014/main" id="{49B51004-2B82-4C6A-8FA5-00DD637166FB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90" name="직선 연결선 189">
              <a:extLst>
                <a:ext uri="{FF2B5EF4-FFF2-40B4-BE49-F238E27FC236}">
                  <a16:creationId xmlns:a16="http://schemas.microsoft.com/office/drawing/2014/main" id="{D850F5EC-E8C8-43A8-846F-4557F2DC7068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1" name="그래픽 190" descr="플립 달력">
              <a:extLst>
                <a:ext uri="{FF2B5EF4-FFF2-40B4-BE49-F238E27FC236}">
                  <a16:creationId xmlns:a16="http://schemas.microsoft.com/office/drawing/2014/main" id="{D3294892-ADEC-4E03-A271-16C2C61AB9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79A6C398-73B0-4360-BBED-D2F252CCDDFD}"/>
              </a:ext>
            </a:extLst>
          </p:cNvPr>
          <p:cNvSpPr/>
          <p:nvPr/>
        </p:nvSpPr>
        <p:spPr>
          <a:xfrm>
            <a:off x="6488085" y="6070574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14B31F6C-8938-4C0C-B1CE-353FF105E7D2}"/>
              </a:ext>
            </a:extLst>
          </p:cNvPr>
          <p:cNvSpPr/>
          <p:nvPr/>
        </p:nvSpPr>
        <p:spPr>
          <a:xfrm>
            <a:off x="6717245" y="6085007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4BB5258-C346-4303-8393-B6DCD18764EE}"/>
              </a:ext>
            </a:extLst>
          </p:cNvPr>
          <p:cNvSpPr txBox="1"/>
          <p:nvPr/>
        </p:nvSpPr>
        <p:spPr>
          <a:xfrm>
            <a:off x="6130201" y="5978669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378210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BBB159F4-0C9F-4B17-9273-CF5D0F504780}"/>
              </a:ext>
            </a:extLst>
          </p:cNvPr>
          <p:cNvSpPr/>
          <p:nvPr/>
        </p:nvSpPr>
        <p:spPr>
          <a:xfrm>
            <a:off x="1585575" y="4756315"/>
            <a:ext cx="7674170" cy="2040726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B609CCD9-8776-495F-AEAB-40ECAAFD26DC}"/>
              </a:ext>
            </a:extLst>
          </p:cNvPr>
          <p:cNvSpPr/>
          <p:nvPr/>
        </p:nvSpPr>
        <p:spPr>
          <a:xfrm>
            <a:off x="1645060" y="4861404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/>
              <a:t>클래스 설명</a:t>
            </a:r>
            <a:endParaRPr lang="en-US" altLang="ko-KR" sz="1400" b="1" dirty="0"/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F86A960-8A61-4970-B2CE-302E3CD39BCD}"/>
              </a:ext>
            </a:extLst>
          </p:cNvPr>
          <p:cNvSpPr/>
          <p:nvPr/>
        </p:nvSpPr>
        <p:spPr>
          <a:xfrm>
            <a:off x="1575175" y="1579067"/>
            <a:ext cx="7674170" cy="629820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22C46C58-D653-4708-868A-7EDC5EBA3E6F}"/>
              </a:ext>
            </a:extLst>
          </p:cNvPr>
          <p:cNvSpPr/>
          <p:nvPr/>
        </p:nvSpPr>
        <p:spPr>
          <a:xfrm>
            <a:off x="1585575" y="2284520"/>
            <a:ext cx="7674170" cy="2241759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등록</a:t>
            </a:r>
          </a:p>
        </p:txBody>
      </p:sp>
      <p:sp>
        <p:nvSpPr>
          <p:cNvPr id="144" name="화살표: 아래쪽 143">
            <a:extLst>
              <a:ext uri="{FF2B5EF4-FFF2-40B4-BE49-F238E27FC236}">
                <a16:creationId xmlns:a16="http://schemas.microsoft.com/office/drawing/2014/main" id="{69B998E7-1852-4CA0-BE7E-6741105002A7}"/>
              </a:ext>
            </a:extLst>
          </p:cNvPr>
          <p:cNvSpPr/>
          <p:nvPr/>
        </p:nvSpPr>
        <p:spPr>
          <a:xfrm>
            <a:off x="5132174" y="1208863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F16DEE6-8749-4F8B-B365-40BED0004917}"/>
              </a:ext>
            </a:extLst>
          </p:cNvPr>
          <p:cNvSpPr/>
          <p:nvPr/>
        </p:nvSpPr>
        <p:spPr>
          <a:xfrm>
            <a:off x="1645060" y="2389610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신청 입력 항목 추가</a:t>
            </a:r>
            <a:endParaRPr lang="en-US" altLang="ko-KR" sz="1400" b="1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7DEF321-ED6D-4654-99F9-C100BF8B9A33}"/>
              </a:ext>
            </a:extLst>
          </p:cNvPr>
          <p:cNvSpPr/>
          <p:nvPr/>
        </p:nvSpPr>
        <p:spPr>
          <a:xfrm>
            <a:off x="9562586" y="787844"/>
            <a:ext cx="239353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신청입력항목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주관식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선택형</a:t>
            </a:r>
            <a:r>
              <a:rPr lang="en-US" altLang="ko-KR" dirty="0"/>
              <a:t>(</a:t>
            </a:r>
            <a:r>
              <a:rPr lang="en-US" altLang="ko-KR" dirty="0" err="1"/>
              <a:t>selectbox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필수 아님</a:t>
            </a:r>
            <a:endParaRPr lang="en-US" altLang="ko-KR" dirty="0"/>
          </a:p>
          <a:p>
            <a:r>
              <a:rPr lang="ko-KR" altLang="en-US" dirty="0"/>
              <a:t>입력 </a:t>
            </a:r>
            <a:r>
              <a:rPr lang="ko-KR" altLang="en-US" dirty="0" err="1"/>
              <a:t>안해도</a:t>
            </a:r>
            <a:r>
              <a:rPr lang="ko-KR" altLang="en-US" dirty="0"/>
              <a:t> 등록은 됨</a:t>
            </a:r>
            <a:r>
              <a:rPr lang="en-US" altLang="ko-KR" dirty="0"/>
              <a:t>.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74CAFF5A-508B-46A7-8AB3-B62A5D1887F8}"/>
              </a:ext>
            </a:extLst>
          </p:cNvPr>
          <p:cNvGrpSpPr/>
          <p:nvPr/>
        </p:nvGrpSpPr>
        <p:grpSpPr>
          <a:xfrm>
            <a:off x="2088095" y="2934835"/>
            <a:ext cx="734084" cy="216765"/>
            <a:chOff x="2804600" y="2467855"/>
            <a:chExt cx="734084" cy="216765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FCF43621-715E-4260-8D3A-6A124BE99BBE}"/>
                </a:ext>
              </a:extLst>
            </p:cNvPr>
            <p:cNvSpPr/>
            <p:nvPr/>
          </p:nvSpPr>
          <p:spPr>
            <a:xfrm>
              <a:off x="2804600" y="2467855"/>
              <a:ext cx="734084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주관식</a:t>
              </a:r>
            </a:p>
          </p:txBody>
        </p:sp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A9C945FE-A8B6-4FC6-9BAD-2938FC7F25F1}"/>
                </a:ext>
              </a:extLst>
            </p:cNvPr>
            <p:cNvSpPr/>
            <p:nvPr/>
          </p:nvSpPr>
          <p:spPr>
            <a:xfrm rot="10800000">
              <a:off x="3378735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C37B832-1429-4577-A6FD-88864EF256B0}"/>
              </a:ext>
            </a:extLst>
          </p:cNvPr>
          <p:cNvSpPr/>
          <p:nvPr/>
        </p:nvSpPr>
        <p:spPr>
          <a:xfrm>
            <a:off x="2920942" y="2934834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입력받을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질문 입력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ex ) [ 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★</a:t>
            </a:r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지각시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환불이 어렵습니다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.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★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예시답변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네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) ]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B75E6893-6DD9-4217-A72E-D37D31B6C63B}"/>
              </a:ext>
            </a:extLst>
          </p:cNvPr>
          <p:cNvCxnSpPr>
            <a:cxnSpLocks/>
          </p:cNvCxnSpPr>
          <p:nvPr/>
        </p:nvCxnSpPr>
        <p:spPr>
          <a:xfrm>
            <a:off x="1916545" y="3649980"/>
            <a:ext cx="697651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C22FC27C-E7D2-4E61-BBCC-0F45BAAAA1EE}"/>
              </a:ext>
            </a:extLst>
          </p:cNvPr>
          <p:cNvSpPr/>
          <p:nvPr/>
        </p:nvSpPr>
        <p:spPr>
          <a:xfrm>
            <a:off x="4095131" y="3880016"/>
            <a:ext cx="23935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200" dirty="0"/>
              <a:t>입력 항목이 없습니다</a:t>
            </a:r>
            <a:r>
              <a:rPr lang="en-US" altLang="ko-KR" sz="1200" dirty="0"/>
              <a:t>.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52B7764-2FA7-4E50-9DEF-472E3ED20A0D}"/>
              </a:ext>
            </a:extLst>
          </p:cNvPr>
          <p:cNvSpPr/>
          <p:nvPr/>
        </p:nvSpPr>
        <p:spPr>
          <a:xfrm>
            <a:off x="7923641" y="2923918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추가</a:t>
            </a:r>
          </a:p>
        </p:txBody>
      </p:sp>
      <p:sp>
        <p:nvSpPr>
          <p:cNvPr id="48" name="화살표: 아래쪽 47">
            <a:extLst>
              <a:ext uri="{FF2B5EF4-FFF2-40B4-BE49-F238E27FC236}">
                <a16:creationId xmlns:a16="http://schemas.microsoft.com/office/drawing/2014/main" id="{163B5597-C5CD-44F1-9A04-9D3FF44E7B03}"/>
              </a:ext>
            </a:extLst>
          </p:cNvPr>
          <p:cNvSpPr/>
          <p:nvPr/>
        </p:nvSpPr>
        <p:spPr>
          <a:xfrm>
            <a:off x="5132174" y="6445023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44466223-ED68-4850-9115-3E2264C5C025}"/>
              </a:ext>
            </a:extLst>
          </p:cNvPr>
          <p:cNvGrpSpPr/>
          <p:nvPr/>
        </p:nvGrpSpPr>
        <p:grpSpPr>
          <a:xfrm>
            <a:off x="2804322" y="5390873"/>
            <a:ext cx="6198023" cy="909699"/>
            <a:chOff x="2804322" y="3379160"/>
            <a:chExt cx="6198023" cy="909699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2E3A588A-AB8B-4830-92C0-08C847051DDE}"/>
                </a:ext>
              </a:extLst>
            </p:cNvPr>
            <p:cNvSpPr/>
            <p:nvPr/>
          </p:nvSpPr>
          <p:spPr>
            <a:xfrm>
              <a:off x="2804322" y="3379160"/>
              <a:ext cx="6198023" cy="909699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클래스 설명 입력</a:t>
              </a:r>
            </a:p>
          </p:txBody>
        </p:sp>
        <p:sp>
          <p:nvSpPr>
            <p:cNvPr id="53" name="사각형: 둥근 모서리 52">
              <a:extLst>
                <a:ext uri="{FF2B5EF4-FFF2-40B4-BE49-F238E27FC236}">
                  <a16:creationId xmlns:a16="http://schemas.microsoft.com/office/drawing/2014/main" id="{C88A960C-9CE8-4E75-91AE-D265DB54E58E}"/>
                </a:ext>
              </a:extLst>
            </p:cNvPr>
            <p:cNvSpPr/>
            <p:nvPr/>
          </p:nvSpPr>
          <p:spPr>
            <a:xfrm>
              <a:off x="2821515" y="3397209"/>
              <a:ext cx="6180830" cy="2083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에디터 사용</a:t>
              </a:r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CED92E0A-4764-48A6-A841-54DFD51A74D9}"/>
              </a:ext>
            </a:extLst>
          </p:cNvPr>
          <p:cNvSpPr txBox="1"/>
          <p:nvPr/>
        </p:nvSpPr>
        <p:spPr>
          <a:xfrm>
            <a:off x="1680394" y="545199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요약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850F65-E8E4-4624-AA3E-1EE5A899A777}"/>
              </a:ext>
            </a:extLst>
          </p:cNvPr>
          <p:cNvSpPr txBox="1"/>
          <p:nvPr/>
        </p:nvSpPr>
        <p:spPr>
          <a:xfrm>
            <a:off x="2286644" y="5384689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B27C295-C7E5-4189-B3D4-695CCBDA0ECB}"/>
              </a:ext>
            </a:extLst>
          </p:cNvPr>
          <p:cNvSpPr txBox="1"/>
          <p:nvPr/>
        </p:nvSpPr>
        <p:spPr>
          <a:xfrm>
            <a:off x="1680394" y="182930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표시기간설정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A3BB70D-71A9-4DA4-89D0-A4F56A7747F5}"/>
              </a:ext>
            </a:extLst>
          </p:cNvPr>
          <p:cNvSpPr txBox="1"/>
          <p:nvPr/>
        </p:nvSpPr>
        <p:spPr>
          <a:xfrm>
            <a:off x="2352689" y="173903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53810293-B6B9-4895-95A8-CA862B0DE50F}"/>
              </a:ext>
            </a:extLst>
          </p:cNvPr>
          <p:cNvSpPr/>
          <p:nvPr/>
        </p:nvSpPr>
        <p:spPr>
          <a:xfrm>
            <a:off x="2792682" y="1813899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B9B9C22F-2C14-4E46-97C7-4ADC58EB5503}"/>
              </a:ext>
            </a:extLst>
          </p:cNvPr>
          <p:cNvSpPr/>
          <p:nvPr/>
        </p:nvSpPr>
        <p:spPr>
          <a:xfrm>
            <a:off x="3021842" y="1828332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4015284-F5B3-4CE9-AC70-561A8D702E29}"/>
              </a:ext>
            </a:extLst>
          </p:cNvPr>
          <p:cNvGrpSpPr/>
          <p:nvPr/>
        </p:nvGrpSpPr>
        <p:grpSpPr>
          <a:xfrm>
            <a:off x="3364387" y="1799266"/>
            <a:ext cx="1010572" cy="216765"/>
            <a:chOff x="4163731" y="5574859"/>
            <a:chExt cx="1233995" cy="216765"/>
          </a:xfrm>
        </p:grpSpPr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D1AE33A8-17ED-4A74-9F57-167DCA2ADE40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64" name="직선 연결선 63">
              <a:extLst>
                <a:ext uri="{FF2B5EF4-FFF2-40B4-BE49-F238E27FC236}">
                  <a16:creationId xmlns:a16="http://schemas.microsoft.com/office/drawing/2014/main" id="{ACD91ABD-027A-400A-B5D1-7F31FED43AA6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5" name="그래픽 64" descr="플립 달력">
              <a:extLst>
                <a:ext uri="{FF2B5EF4-FFF2-40B4-BE49-F238E27FC236}">
                  <a16:creationId xmlns:a16="http://schemas.microsoft.com/office/drawing/2014/main" id="{C83DF3CB-120B-49A0-80FF-1F0D98D0FD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CFEF142A-78FC-48F5-A30B-90C1D952A542}"/>
              </a:ext>
            </a:extLst>
          </p:cNvPr>
          <p:cNvSpPr txBox="1"/>
          <p:nvPr/>
        </p:nvSpPr>
        <p:spPr>
          <a:xfrm>
            <a:off x="4405515" y="1790635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DCDB70E-45B8-48BA-9F30-32E659E4D9C2}"/>
              </a:ext>
            </a:extLst>
          </p:cNvPr>
          <p:cNvSpPr txBox="1"/>
          <p:nvPr/>
        </p:nvSpPr>
        <p:spPr>
          <a:xfrm>
            <a:off x="5690677" y="179926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표시여부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01242E2C-3672-48E1-92AE-F3E64F53D691}"/>
              </a:ext>
            </a:extLst>
          </p:cNvPr>
          <p:cNvGrpSpPr/>
          <p:nvPr/>
        </p:nvGrpSpPr>
        <p:grpSpPr>
          <a:xfrm>
            <a:off x="4599312" y="1799266"/>
            <a:ext cx="1010572" cy="216765"/>
            <a:chOff x="4163731" y="5574859"/>
            <a:chExt cx="1233995" cy="216765"/>
          </a:xfrm>
        </p:grpSpPr>
        <p:sp>
          <p:nvSpPr>
            <p:cNvPr id="72" name="사각형: 둥근 모서리 71">
              <a:extLst>
                <a:ext uri="{FF2B5EF4-FFF2-40B4-BE49-F238E27FC236}">
                  <a16:creationId xmlns:a16="http://schemas.microsoft.com/office/drawing/2014/main" id="{409D27E4-1987-4066-AEEC-AE363C2D599B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40665AD5-11B8-451D-B723-4E7E0F3FA917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4" name="그래픽 73" descr="플립 달력">
              <a:extLst>
                <a:ext uri="{FF2B5EF4-FFF2-40B4-BE49-F238E27FC236}">
                  <a16:creationId xmlns:a16="http://schemas.microsoft.com/office/drawing/2014/main" id="{6D201601-15A8-4996-8748-6796F008C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DD7E85E5-4324-4089-BADF-9E49BE901B68}"/>
              </a:ext>
            </a:extLst>
          </p:cNvPr>
          <p:cNvSpPr/>
          <p:nvPr/>
        </p:nvSpPr>
        <p:spPr>
          <a:xfrm>
            <a:off x="6488085" y="1813899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6EDEFD6D-0DBC-4758-87ED-5325047CACA7}"/>
              </a:ext>
            </a:extLst>
          </p:cNvPr>
          <p:cNvSpPr/>
          <p:nvPr/>
        </p:nvSpPr>
        <p:spPr>
          <a:xfrm>
            <a:off x="6717245" y="1828332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F34916A-1A4A-41F6-866E-12CBD476FF52}"/>
              </a:ext>
            </a:extLst>
          </p:cNvPr>
          <p:cNvSpPr txBox="1"/>
          <p:nvPr/>
        </p:nvSpPr>
        <p:spPr>
          <a:xfrm>
            <a:off x="6132774" y="1687510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3007650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F86A960-8A61-4970-B2CE-302E3CD39BCD}"/>
              </a:ext>
            </a:extLst>
          </p:cNvPr>
          <p:cNvSpPr/>
          <p:nvPr/>
        </p:nvSpPr>
        <p:spPr>
          <a:xfrm>
            <a:off x="1575175" y="1579067"/>
            <a:ext cx="7674170" cy="629820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22C46C58-D653-4708-868A-7EDC5EBA3E6F}"/>
              </a:ext>
            </a:extLst>
          </p:cNvPr>
          <p:cNvSpPr/>
          <p:nvPr/>
        </p:nvSpPr>
        <p:spPr>
          <a:xfrm>
            <a:off x="1575175" y="2274028"/>
            <a:ext cx="7674170" cy="3181892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등록</a:t>
            </a:r>
          </a:p>
        </p:txBody>
      </p:sp>
      <p:sp>
        <p:nvSpPr>
          <p:cNvPr id="144" name="화살표: 아래쪽 143">
            <a:extLst>
              <a:ext uri="{FF2B5EF4-FFF2-40B4-BE49-F238E27FC236}">
                <a16:creationId xmlns:a16="http://schemas.microsoft.com/office/drawing/2014/main" id="{69B998E7-1852-4CA0-BE7E-6741105002A7}"/>
              </a:ext>
            </a:extLst>
          </p:cNvPr>
          <p:cNvSpPr/>
          <p:nvPr/>
        </p:nvSpPr>
        <p:spPr>
          <a:xfrm>
            <a:off x="5132174" y="1208863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F16DEE6-8749-4F8B-B365-40BED0004917}"/>
              </a:ext>
            </a:extLst>
          </p:cNvPr>
          <p:cNvSpPr/>
          <p:nvPr/>
        </p:nvSpPr>
        <p:spPr>
          <a:xfrm>
            <a:off x="1645060" y="2389610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신청 입력 항목 추가</a:t>
            </a:r>
            <a:endParaRPr lang="en-US" altLang="ko-KR" sz="1400" b="1" dirty="0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74CAFF5A-508B-46A7-8AB3-B62A5D1887F8}"/>
              </a:ext>
            </a:extLst>
          </p:cNvPr>
          <p:cNvGrpSpPr/>
          <p:nvPr/>
        </p:nvGrpSpPr>
        <p:grpSpPr>
          <a:xfrm>
            <a:off x="2088095" y="2934835"/>
            <a:ext cx="734084" cy="216765"/>
            <a:chOff x="2804600" y="2467855"/>
            <a:chExt cx="734084" cy="216765"/>
          </a:xfrm>
        </p:grpSpPr>
        <p:sp>
          <p:nvSpPr>
            <p:cNvPr id="69" name="사각형: 둥근 모서리 68">
              <a:extLst>
                <a:ext uri="{FF2B5EF4-FFF2-40B4-BE49-F238E27FC236}">
                  <a16:creationId xmlns:a16="http://schemas.microsoft.com/office/drawing/2014/main" id="{FCF43621-715E-4260-8D3A-6A124BE99BBE}"/>
                </a:ext>
              </a:extLst>
            </p:cNvPr>
            <p:cNvSpPr/>
            <p:nvPr/>
          </p:nvSpPr>
          <p:spPr>
            <a:xfrm>
              <a:off x="2804600" y="2467855"/>
              <a:ext cx="734084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선택형</a:t>
              </a:r>
            </a:p>
          </p:txBody>
        </p:sp>
        <p:sp>
          <p:nvSpPr>
            <p:cNvPr id="70" name="이등변 삼각형 69">
              <a:extLst>
                <a:ext uri="{FF2B5EF4-FFF2-40B4-BE49-F238E27FC236}">
                  <a16:creationId xmlns:a16="http://schemas.microsoft.com/office/drawing/2014/main" id="{A9C945FE-A8B6-4FC6-9BAD-2938FC7F25F1}"/>
                </a:ext>
              </a:extLst>
            </p:cNvPr>
            <p:cNvSpPr/>
            <p:nvPr/>
          </p:nvSpPr>
          <p:spPr>
            <a:xfrm rot="10800000">
              <a:off x="3378735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CC37B832-1429-4577-A6FD-88864EF256B0}"/>
              </a:ext>
            </a:extLst>
          </p:cNvPr>
          <p:cNvSpPr/>
          <p:nvPr/>
        </p:nvSpPr>
        <p:spPr>
          <a:xfrm>
            <a:off x="2920942" y="2934834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자녀분은 왼손잡이인가요 오른손잡이인가요</a:t>
            </a:r>
            <a:r>
              <a:rPr lang="en-US" altLang="ko-KR" sz="800" dirty="0">
                <a:solidFill>
                  <a:schemeClr val="tx1"/>
                </a:solidFill>
              </a:rPr>
              <a:t>?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B75E6893-6DD9-4217-A72E-D37D31B6C63B}"/>
              </a:ext>
            </a:extLst>
          </p:cNvPr>
          <p:cNvCxnSpPr>
            <a:cxnSpLocks/>
          </p:cNvCxnSpPr>
          <p:nvPr/>
        </p:nvCxnSpPr>
        <p:spPr>
          <a:xfrm>
            <a:off x="1934401" y="4567319"/>
            <a:ext cx="697651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52B7764-2FA7-4E50-9DEF-472E3ED20A0D}"/>
              </a:ext>
            </a:extLst>
          </p:cNvPr>
          <p:cNvSpPr/>
          <p:nvPr/>
        </p:nvSpPr>
        <p:spPr>
          <a:xfrm>
            <a:off x="7923641" y="422581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추가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C1E0AB1-8B05-47EF-929A-A502B99CF8D0}"/>
              </a:ext>
            </a:extLst>
          </p:cNvPr>
          <p:cNvSpPr/>
          <p:nvPr/>
        </p:nvSpPr>
        <p:spPr>
          <a:xfrm>
            <a:off x="7923641" y="4942019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F6F59B-D13E-4D2B-8CA2-B06D44459BBC}"/>
              </a:ext>
            </a:extLst>
          </p:cNvPr>
          <p:cNvSpPr txBox="1"/>
          <p:nvPr/>
        </p:nvSpPr>
        <p:spPr>
          <a:xfrm>
            <a:off x="1934401" y="4751659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★</a:t>
            </a:r>
            <a:r>
              <a:rPr lang="ko-KR" altLang="en-US" sz="700" dirty="0" err="1"/>
              <a:t>지각시</a:t>
            </a:r>
            <a:r>
              <a:rPr lang="ko-KR" altLang="en-US" sz="700" dirty="0"/>
              <a:t> 환불이 어렵습니다</a:t>
            </a:r>
            <a:r>
              <a:rPr lang="en-US" altLang="ko-KR" sz="700" dirty="0"/>
              <a:t>.</a:t>
            </a:r>
            <a:r>
              <a:rPr lang="ko-KR" altLang="en-US" sz="700" dirty="0"/>
              <a:t> ★</a:t>
            </a:r>
            <a:r>
              <a:rPr lang="en-US" altLang="ko-KR" sz="700" dirty="0"/>
              <a:t> (</a:t>
            </a:r>
            <a:r>
              <a:rPr lang="ko-KR" altLang="en-US" sz="700" dirty="0"/>
              <a:t>예시답변 </a:t>
            </a:r>
            <a:r>
              <a:rPr lang="en-US" altLang="ko-KR" sz="700" dirty="0"/>
              <a:t>: </a:t>
            </a:r>
            <a:r>
              <a:rPr lang="ko-KR" altLang="en-US" sz="700" dirty="0"/>
              <a:t>네 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AF3CC6D-BA59-41FF-B861-C5D965F5B424}"/>
              </a:ext>
            </a:extLst>
          </p:cNvPr>
          <p:cNvSpPr/>
          <p:nvPr/>
        </p:nvSpPr>
        <p:spPr>
          <a:xfrm>
            <a:off x="1998922" y="4960463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51DC66D-FDB6-4390-AF48-AF9ED80CB747}"/>
              </a:ext>
            </a:extLst>
          </p:cNvPr>
          <p:cNvSpPr/>
          <p:nvPr/>
        </p:nvSpPr>
        <p:spPr>
          <a:xfrm>
            <a:off x="2101576" y="3277614"/>
            <a:ext cx="4928009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왼손잡이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6829B4B4-3143-42C0-A56F-F0883E5F553F}"/>
              </a:ext>
            </a:extLst>
          </p:cNvPr>
          <p:cNvSpPr/>
          <p:nvPr/>
        </p:nvSpPr>
        <p:spPr>
          <a:xfrm>
            <a:off x="2101576" y="3574406"/>
            <a:ext cx="4928009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오른손잡이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97F0F542-327F-4960-B0AC-3BB2140523CC}"/>
              </a:ext>
            </a:extLst>
          </p:cNvPr>
          <p:cNvSpPr/>
          <p:nvPr/>
        </p:nvSpPr>
        <p:spPr>
          <a:xfrm>
            <a:off x="2101576" y="3887523"/>
            <a:ext cx="4928009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양손잡이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4E15EB2C-EF03-4D21-9D47-EA1DBE4E3FF6}"/>
              </a:ext>
            </a:extLst>
          </p:cNvPr>
          <p:cNvSpPr/>
          <p:nvPr/>
        </p:nvSpPr>
        <p:spPr>
          <a:xfrm>
            <a:off x="2101576" y="4177866"/>
            <a:ext cx="292406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</a:rPr>
              <a:t>+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55D586DC-AD7D-4C65-849B-4675FC4ECDAE}"/>
              </a:ext>
            </a:extLst>
          </p:cNvPr>
          <p:cNvSpPr/>
          <p:nvPr/>
        </p:nvSpPr>
        <p:spPr>
          <a:xfrm>
            <a:off x="9562586" y="787844"/>
            <a:ext cx="239353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신청입력항목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주관식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선택형</a:t>
            </a:r>
            <a:r>
              <a:rPr lang="en-US" altLang="ko-KR" dirty="0"/>
              <a:t>(</a:t>
            </a:r>
            <a:r>
              <a:rPr lang="en-US" altLang="ko-KR" dirty="0" err="1"/>
              <a:t>selectbox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필수 아님</a:t>
            </a:r>
            <a:endParaRPr lang="en-US" altLang="ko-KR" dirty="0"/>
          </a:p>
          <a:p>
            <a:r>
              <a:rPr lang="ko-KR" altLang="en-US" dirty="0"/>
              <a:t>입력 </a:t>
            </a:r>
            <a:r>
              <a:rPr lang="ko-KR" altLang="en-US" dirty="0" err="1"/>
              <a:t>안해도</a:t>
            </a:r>
            <a:r>
              <a:rPr lang="ko-KR" altLang="en-US" dirty="0"/>
              <a:t> 등록은 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선택형은 </a:t>
            </a:r>
            <a:endParaRPr lang="en-US" altLang="ko-KR" dirty="0"/>
          </a:p>
          <a:p>
            <a:r>
              <a:rPr lang="ko-KR" altLang="en-US" dirty="0"/>
              <a:t>보기항목</a:t>
            </a:r>
            <a:r>
              <a:rPr lang="en-US" altLang="ko-KR" dirty="0"/>
              <a:t>1</a:t>
            </a:r>
            <a:r>
              <a:rPr lang="ko-KR" altLang="en-US" dirty="0"/>
              <a:t>개이상은 </a:t>
            </a:r>
            <a:r>
              <a:rPr lang="ko-KR" altLang="en-US" dirty="0" err="1"/>
              <a:t>입력해야함</a:t>
            </a:r>
            <a:r>
              <a:rPr lang="en-US" altLang="ko-KR" dirty="0"/>
              <a:t>.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ED190AB9-7A3E-48A9-ADC7-C01F19BDB21B}"/>
              </a:ext>
            </a:extLst>
          </p:cNvPr>
          <p:cNvSpPr/>
          <p:nvPr/>
        </p:nvSpPr>
        <p:spPr>
          <a:xfrm>
            <a:off x="1567719" y="5551927"/>
            <a:ext cx="7674170" cy="1285493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1D5F019C-AA33-4DDE-93B7-E8BCE1D666F2}"/>
              </a:ext>
            </a:extLst>
          </p:cNvPr>
          <p:cNvSpPr/>
          <p:nvPr/>
        </p:nvSpPr>
        <p:spPr>
          <a:xfrm>
            <a:off x="1627204" y="5657016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/>
              <a:t>클래스 설명</a:t>
            </a:r>
            <a:endParaRPr lang="en-US" altLang="ko-KR" sz="1400" b="1" dirty="0"/>
          </a:p>
        </p:txBody>
      </p: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6E3C9423-F356-4712-BC40-1A102F9F4701}"/>
              </a:ext>
            </a:extLst>
          </p:cNvPr>
          <p:cNvGrpSpPr/>
          <p:nvPr/>
        </p:nvGrpSpPr>
        <p:grpSpPr>
          <a:xfrm>
            <a:off x="2786466" y="6186486"/>
            <a:ext cx="6198023" cy="650934"/>
            <a:chOff x="2804322" y="3379161"/>
            <a:chExt cx="6198023" cy="650934"/>
          </a:xfrm>
        </p:grpSpPr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BA7993B3-1432-4CF1-B56A-D38FA4ADA9EE}"/>
                </a:ext>
              </a:extLst>
            </p:cNvPr>
            <p:cNvSpPr/>
            <p:nvPr/>
          </p:nvSpPr>
          <p:spPr>
            <a:xfrm>
              <a:off x="2804322" y="3379161"/>
              <a:ext cx="6198023" cy="650934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클래스 설명 입력</a:t>
              </a:r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D0C91B02-A465-43E7-9B00-65EA2FA4952B}"/>
                </a:ext>
              </a:extLst>
            </p:cNvPr>
            <p:cNvSpPr/>
            <p:nvPr/>
          </p:nvSpPr>
          <p:spPr>
            <a:xfrm>
              <a:off x="2821515" y="3397209"/>
              <a:ext cx="6180830" cy="2083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에디터 사용</a:t>
              </a: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5E04B6E2-50CD-48AE-B153-7AC3E9266E43}"/>
              </a:ext>
            </a:extLst>
          </p:cNvPr>
          <p:cNvSpPr txBox="1"/>
          <p:nvPr/>
        </p:nvSpPr>
        <p:spPr>
          <a:xfrm>
            <a:off x="1662538" y="6247603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요약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D710A47-2FE7-4A86-AD5A-597764B1E6CA}"/>
              </a:ext>
            </a:extLst>
          </p:cNvPr>
          <p:cNvSpPr txBox="1"/>
          <p:nvPr/>
        </p:nvSpPr>
        <p:spPr>
          <a:xfrm>
            <a:off x="2268788" y="6180301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72" name="화살표: 아래쪽 71">
            <a:extLst>
              <a:ext uri="{FF2B5EF4-FFF2-40B4-BE49-F238E27FC236}">
                <a16:creationId xmlns:a16="http://schemas.microsoft.com/office/drawing/2014/main" id="{69D6050A-7FC4-48A7-92E5-DFC2FED28F5F}"/>
              </a:ext>
            </a:extLst>
          </p:cNvPr>
          <p:cNvSpPr/>
          <p:nvPr/>
        </p:nvSpPr>
        <p:spPr>
          <a:xfrm>
            <a:off x="5132174" y="6445023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5138208-F846-4D0E-9799-AAC098BA782B}"/>
              </a:ext>
            </a:extLst>
          </p:cNvPr>
          <p:cNvSpPr txBox="1"/>
          <p:nvPr/>
        </p:nvSpPr>
        <p:spPr>
          <a:xfrm>
            <a:off x="1680394" y="182930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표시기간설정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16D5E8-79FA-4956-BFE6-51CC8B5B7881}"/>
              </a:ext>
            </a:extLst>
          </p:cNvPr>
          <p:cNvSpPr txBox="1"/>
          <p:nvPr/>
        </p:nvSpPr>
        <p:spPr>
          <a:xfrm>
            <a:off x="2352689" y="173903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26BFD09-C3F9-47BC-A768-4CB90DC68028}"/>
              </a:ext>
            </a:extLst>
          </p:cNvPr>
          <p:cNvSpPr/>
          <p:nvPr/>
        </p:nvSpPr>
        <p:spPr>
          <a:xfrm>
            <a:off x="2792682" y="1813899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타원 75">
            <a:extLst>
              <a:ext uri="{FF2B5EF4-FFF2-40B4-BE49-F238E27FC236}">
                <a16:creationId xmlns:a16="http://schemas.microsoft.com/office/drawing/2014/main" id="{5AC8A626-0F12-4B0E-AC33-F550BF53F598}"/>
              </a:ext>
            </a:extLst>
          </p:cNvPr>
          <p:cNvSpPr/>
          <p:nvPr/>
        </p:nvSpPr>
        <p:spPr>
          <a:xfrm>
            <a:off x="3021842" y="1828332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A0FBBA66-B525-402E-822F-AEFF957C8027}"/>
              </a:ext>
            </a:extLst>
          </p:cNvPr>
          <p:cNvGrpSpPr/>
          <p:nvPr/>
        </p:nvGrpSpPr>
        <p:grpSpPr>
          <a:xfrm>
            <a:off x="3364387" y="1799266"/>
            <a:ext cx="1010572" cy="216765"/>
            <a:chOff x="4163731" y="5574859"/>
            <a:chExt cx="1233995" cy="216765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0AB9E611-3A97-4840-8647-3F2B2B4C7C47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85" name="직선 연결선 84">
              <a:extLst>
                <a:ext uri="{FF2B5EF4-FFF2-40B4-BE49-F238E27FC236}">
                  <a16:creationId xmlns:a16="http://schemas.microsoft.com/office/drawing/2014/main" id="{532A6AA7-B815-423B-947F-3F401041FD18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3" name="그래픽 92" descr="플립 달력">
              <a:extLst>
                <a:ext uri="{FF2B5EF4-FFF2-40B4-BE49-F238E27FC236}">
                  <a16:creationId xmlns:a16="http://schemas.microsoft.com/office/drawing/2014/main" id="{5EF2F41C-F409-4368-85FA-2EB88B0BBC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9B457CF7-FD66-4351-98C8-50FB3F39AC8B}"/>
              </a:ext>
            </a:extLst>
          </p:cNvPr>
          <p:cNvSpPr txBox="1"/>
          <p:nvPr/>
        </p:nvSpPr>
        <p:spPr>
          <a:xfrm>
            <a:off x="4405515" y="1790635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53D5BCA-3499-4636-A716-1E59B986ABB4}"/>
              </a:ext>
            </a:extLst>
          </p:cNvPr>
          <p:cNvSpPr txBox="1"/>
          <p:nvPr/>
        </p:nvSpPr>
        <p:spPr>
          <a:xfrm>
            <a:off x="5690677" y="179926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표시여부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DA6166C3-6DED-4135-9D9E-C0F8074A986B}"/>
              </a:ext>
            </a:extLst>
          </p:cNvPr>
          <p:cNvGrpSpPr/>
          <p:nvPr/>
        </p:nvGrpSpPr>
        <p:grpSpPr>
          <a:xfrm>
            <a:off x="4599312" y="1799266"/>
            <a:ext cx="1010572" cy="216765"/>
            <a:chOff x="4163731" y="5574859"/>
            <a:chExt cx="1233995" cy="216765"/>
          </a:xfrm>
        </p:grpSpPr>
        <p:sp>
          <p:nvSpPr>
            <p:cNvPr id="97" name="사각형: 둥근 모서리 96">
              <a:extLst>
                <a:ext uri="{FF2B5EF4-FFF2-40B4-BE49-F238E27FC236}">
                  <a16:creationId xmlns:a16="http://schemas.microsoft.com/office/drawing/2014/main" id="{983EC592-45B1-4033-B219-D50312A167EC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59EE5269-3D10-4F47-A799-DF49D80EEB43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9" name="그래픽 98" descr="플립 달력">
              <a:extLst>
                <a:ext uri="{FF2B5EF4-FFF2-40B4-BE49-F238E27FC236}">
                  <a16:creationId xmlns:a16="http://schemas.microsoft.com/office/drawing/2014/main" id="{3EC7734D-B9A7-4662-8410-8C24E1BBB0F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E7DFC8D1-ECAD-4E1E-ABFD-8412CCD2A236}"/>
              </a:ext>
            </a:extLst>
          </p:cNvPr>
          <p:cNvSpPr/>
          <p:nvPr/>
        </p:nvSpPr>
        <p:spPr>
          <a:xfrm>
            <a:off x="6488085" y="1813899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1" name="타원 100">
            <a:extLst>
              <a:ext uri="{FF2B5EF4-FFF2-40B4-BE49-F238E27FC236}">
                <a16:creationId xmlns:a16="http://schemas.microsoft.com/office/drawing/2014/main" id="{174B30AE-1EF5-461B-B309-225B19B400CB}"/>
              </a:ext>
            </a:extLst>
          </p:cNvPr>
          <p:cNvSpPr/>
          <p:nvPr/>
        </p:nvSpPr>
        <p:spPr>
          <a:xfrm>
            <a:off x="6717245" y="1828332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D827431-FC13-4D05-A3CF-BF4D0B6940A9}"/>
              </a:ext>
            </a:extLst>
          </p:cNvPr>
          <p:cNvSpPr txBox="1"/>
          <p:nvPr/>
        </p:nvSpPr>
        <p:spPr>
          <a:xfrm>
            <a:off x="6132774" y="1687510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28413171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F86A960-8A61-4970-B2CE-302E3CD39BCD}"/>
              </a:ext>
            </a:extLst>
          </p:cNvPr>
          <p:cNvSpPr/>
          <p:nvPr/>
        </p:nvSpPr>
        <p:spPr>
          <a:xfrm>
            <a:off x="1575175" y="1579067"/>
            <a:ext cx="7674170" cy="629820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22C46C58-D653-4708-868A-7EDC5EBA3E6F}"/>
              </a:ext>
            </a:extLst>
          </p:cNvPr>
          <p:cNvSpPr/>
          <p:nvPr/>
        </p:nvSpPr>
        <p:spPr>
          <a:xfrm>
            <a:off x="1575175" y="2274028"/>
            <a:ext cx="7674170" cy="3181892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등록</a:t>
            </a:r>
          </a:p>
        </p:txBody>
      </p:sp>
      <p:sp>
        <p:nvSpPr>
          <p:cNvPr id="144" name="화살표: 아래쪽 143">
            <a:extLst>
              <a:ext uri="{FF2B5EF4-FFF2-40B4-BE49-F238E27FC236}">
                <a16:creationId xmlns:a16="http://schemas.microsoft.com/office/drawing/2014/main" id="{69B998E7-1852-4CA0-BE7E-6741105002A7}"/>
              </a:ext>
            </a:extLst>
          </p:cNvPr>
          <p:cNvSpPr/>
          <p:nvPr/>
        </p:nvSpPr>
        <p:spPr>
          <a:xfrm>
            <a:off x="5132174" y="1208863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6F16DEE6-8749-4F8B-B365-40BED0004917}"/>
              </a:ext>
            </a:extLst>
          </p:cNvPr>
          <p:cNvSpPr/>
          <p:nvPr/>
        </p:nvSpPr>
        <p:spPr>
          <a:xfrm>
            <a:off x="1645060" y="2389610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신청 입력 항목 추가</a:t>
            </a:r>
            <a:endParaRPr lang="en-US" altLang="ko-KR" sz="1400" b="1" dirty="0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7DEF321-ED6D-4654-99F9-C100BF8B9A33}"/>
              </a:ext>
            </a:extLst>
          </p:cNvPr>
          <p:cNvSpPr/>
          <p:nvPr/>
        </p:nvSpPr>
        <p:spPr>
          <a:xfrm>
            <a:off x="9562586" y="6134134"/>
            <a:ext cx="23935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에디터 </a:t>
            </a:r>
            <a:r>
              <a:rPr lang="ko-KR" altLang="en-US" dirty="0" err="1"/>
              <a:t>어떤거</a:t>
            </a:r>
            <a:r>
              <a:rPr lang="ko-KR" altLang="en-US" dirty="0"/>
              <a:t> 사용할지 </a:t>
            </a:r>
            <a:r>
              <a:rPr lang="en-US" altLang="ko-KR" dirty="0"/>
              <a:t>??</a:t>
            </a:r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B75E6893-6DD9-4217-A72E-D37D31B6C63B}"/>
              </a:ext>
            </a:extLst>
          </p:cNvPr>
          <p:cNvCxnSpPr>
            <a:cxnSpLocks/>
          </p:cNvCxnSpPr>
          <p:nvPr/>
        </p:nvCxnSpPr>
        <p:spPr>
          <a:xfrm>
            <a:off x="1934401" y="3641655"/>
            <a:ext cx="697651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DC1E0AB1-8B05-47EF-929A-A502B99CF8D0}"/>
              </a:ext>
            </a:extLst>
          </p:cNvPr>
          <p:cNvSpPr/>
          <p:nvPr/>
        </p:nvSpPr>
        <p:spPr>
          <a:xfrm>
            <a:off x="7923641" y="4027043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4F6F59B-D13E-4D2B-8CA2-B06D44459BBC}"/>
              </a:ext>
            </a:extLst>
          </p:cNvPr>
          <p:cNvSpPr txBox="1"/>
          <p:nvPr/>
        </p:nvSpPr>
        <p:spPr>
          <a:xfrm>
            <a:off x="1934401" y="3819933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★</a:t>
            </a:r>
            <a:r>
              <a:rPr lang="ko-KR" altLang="en-US" sz="700" dirty="0" err="1"/>
              <a:t>지각시</a:t>
            </a:r>
            <a:r>
              <a:rPr lang="ko-KR" altLang="en-US" sz="700" dirty="0"/>
              <a:t> 환불이 어렵습니다</a:t>
            </a:r>
            <a:r>
              <a:rPr lang="en-US" altLang="ko-KR" sz="700" dirty="0"/>
              <a:t>.</a:t>
            </a:r>
            <a:r>
              <a:rPr lang="ko-KR" altLang="en-US" sz="700" dirty="0"/>
              <a:t> ★</a:t>
            </a:r>
            <a:r>
              <a:rPr lang="en-US" altLang="ko-KR" sz="700" dirty="0"/>
              <a:t> (</a:t>
            </a:r>
            <a:r>
              <a:rPr lang="ko-KR" altLang="en-US" sz="700" dirty="0"/>
              <a:t>예시답변 </a:t>
            </a:r>
            <a:r>
              <a:rPr lang="en-US" altLang="ko-KR" sz="700" dirty="0"/>
              <a:t>: </a:t>
            </a:r>
            <a:r>
              <a:rPr lang="ko-KR" altLang="en-US" sz="700" dirty="0"/>
              <a:t>네 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AF3CC6D-BA59-41FF-B861-C5D965F5B424}"/>
              </a:ext>
            </a:extLst>
          </p:cNvPr>
          <p:cNvSpPr/>
          <p:nvPr/>
        </p:nvSpPr>
        <p:spPr>
          <a:xfrm>
            <a:off x="1998922" y="4028737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F5429957-AD02-4E4D-AC0E-A323D18AB1AC}"/>
              </a:ext>
            </a:extLst>
          </p:cNvPr>
          <p:cNvGrpSpPr/>
          <p:nvPr/>
        </p:nvGrpSpPr>
        <p:grpSpPr>
          <a:xfrm>
            <a:off x="2088095" y="2934835"/>
            <a:ext cx="734084" cy="216765"/>
            <a:chOff x="2804600" y="2467855"/>
            <a:chExt cx="734084" cy="216765"/>
          </a:xfrm>
        </p:grpSpPr>
        <p:sp>
          <p:nvSpPr>
            <p:cNvPr id="64" name="사각형: 둥근 모서리 63">
              <a:extLst>
                <a:ext uri="{FF2B5EF4-FFF2-40B4-BE49-F238E27FC236}">
                  <a16:creationId xmlns:a16="http://schemas.microsoft.com/office/drawing/2014/main" id="{6C40E84B-776F-4F6A-A0D2-65BA75E615FB}"/>
                </a:ext>
              </a:extLst>
            </p:cNvPr>
            <p:cNvSpPr/>
            <p:nvPr/>
          </p:nvSpPr>
          <p:spPr>
            <a:xfrm>
              <a:off x="2804600" y="2467855"/>
              <a:ext cx="734084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주관식</a:t>
              </a:r>
            </a:p>
          </p:txBody>
        </p:sp>
        <p:sp>
          <p:nvSpPr>
            <p:cNvPr id="65" name="이등변 삼각형 64">
              <a:extLst>
                <a:ext uri="{FF2B5EF4-FFF2-40B4-BE49-F238E27FC236}">
                  <a16:creationId xmlns:a16="http://schemas.microsoft.com/office/drawing/2014/main" id="{6A1798E5-1FA0-4623-A889-A8D5A3B7F19F}"/>
                </a:ext>
              </a:extLst>
            </p:cNvPr>
            <p:cNvSpPr/>
            <p:nvPr/>
          </p:nvSpPr>
          <p:spPr>
            <a:xfrm rot="10800000">
              <a:off x="3378735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6" name="사각형: 둥근 모서리 65">
            <a:extLst>
              <a:ext uri="{FF2B5EF4-FFF2-40B4-BE49-F238E27FC236}">
                <a16:creationId xmlns:a16="http://schemas.microsoft.com/office/drawing/2014/main" id="{723FCB31-DCF2-4D54-9CB5-9A1AE5683EF1}"/>
              </a:ext>
            </a:extLst>
          </p:cNvPr>
          <p:cNvSpPr/>
          <p:nvPr/>
        </p:nvSpPr>
        <p:spPr>
          <a:xfrm>
            <a:off x="2920942" y="2934834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입력받을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질문 입력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ex ) [ 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★</a:t>
            </a:r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지각시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환불이 어렵습니다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.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★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 (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예시답변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: 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네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) ]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E20757BA-212B-4798-86A4-15F9E2AEDA57}"/>
              </a:ext>
            </a:extLst>
          </p:cNvPr>
          <p:cNvSpPr/>
          <p:nvPr/>
        </p:nvSpPr>
        <p:spPr>
          <a:xfrm>
            <a:off x="7923641" y="2923918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추가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09D429F-E13E-4964-AC9A-1CF368B24936}"/>
              </a:ext>
            </a:extLst>
          </p:cNvPr>
          <p:cNvSpPr txBox="1"/>
          <p:nvPr/>
        </p:nvSpPr>
        <p:spPr>
          <a:xfrm>
            <a:off x="1934401" y="4411850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자녀분은 왼손잡이인가요 오른손잡이인가요</a:t>
            </a:r>
            <a:r>
              <a:rPr lang="en-US" altLang="ko-KR" sz="700" dirty="0"/>
              <a:t>?</a:t>
            </a:r>
            <a:endParaRPr lang="ko-KR" altLang="en-US" sz="7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980F62FA-81B0-4755-8B2E-B9AF961FFAA4}"/>
              </a:ext>
            </a:extLst>
          </p:cNvPr>
          <p:cNvSpPr/>
          <p:nvPr/>
        </p:nvSpPr>
        <p:spPr>
          <a:xfrm>
            <a:off x="1998922" y="4620654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항목 선택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A2D3F92-FD6D-45C4-935C-560693D6982B}"/>
              </a:ext>
            </a:extLst>
          </p:cNvPr>
          <p:cNvSpPr/>
          <p:nvPr/>
        </p:nvSpPr>
        <p:spPr>
          <a:xfrm>
            <a:off x="7923641" y="4602210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74" name="이등변 삼각형 73">
            <a:extLst>
              <a:ext uri="{FF2B5EF4-FFF2-40B4-BE49-F238E27FC236}">
                <a16:creationId xmlns:a16="http://schemas.microsoft.com/office/drawing/2014/main" id="{9900F517-33BB-4836-B94C-017BCE9549D2}"/>
              </a:ext>
            </a:extLst>
          </p:cNvPr>
          <p:cNvSpPr/>
          <p:nvPr/>
        </p:nvSpPr>
        <p:spPr>
          <a:xfrm rot="10800000">
            <a:off x="6770572" y="4693666"/>
            <a:ext cx="85723" cy="5229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CFCFB592-76E7-4105-9F6C-2971944F44FC}"/>
              </a:ext>
            </a:extLst>
          </p:cNvPr>
          <p:cNvSpPr/>
          <p:nvPr/>
        </p:nvSpPr>
        <p:spPr>
          <a:xfrm>
            <a:off x="1567719" y="5551927"/>
            <a:ext cx="7674170" cy="1285493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C2523A1-2D5B-4E95-91F1-2B4108E76EB4}"/>
              </a:ext>
            </a:extLst>
          </p:cNvPr>
          <p:cNvSpPr/>
          <p:nvPr/>
        </p:nvSpPr>
        <p:spPr>
          <a:xfrm>
            <a:off x="1627204" y="5657016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/>
              <a:t>클래스 설명</a:t>
            </a:r>
            <a:endParaRPr lang="en-US" altLang="ko-KR" sz="1400" b="1" dirty="0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E4F9CD2C-CDE1-4288-90A8-5A7830E5A164}"/>
              </a:ext>
            </a:extLst>
          </p:cNvPr>
          <p:cNvGrpSpPr/>
          <p:nvPr/>
        </p:nvGrpSpPr>
        <p:grpSpPr>
          <a:xfrm>
            <a:off x="2786466" y="6186486"/>
            <a:ext cx="6198023" cy="650934"/>
            <a:chOff x="2804322" y="3379161"/>
            <a:chExt cx="6198023" cy="650934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147C527F-7D11-4F60-9808-550C1C03D406}"/>
                </a:ext>
              </a:extLst>
            </p:cNvPr>
            <p:cNvSpPr/>
            <p:nvPr/>
          </p:nvSpPr>
          <p:spPr>
            <a:xfrm>
              <a:off x="2804322" y="3379161"/>
              <a:ext cx="6198023" cy="650934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클래스 설명 입력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F59FCB44-7723-499E-BB2E-F8BC6D4D1C12}"/>
                </a:ext>
              </a:extLst>
            </p:cNvPr>
            <p:cNvSpPr/>
            <p:nvPr/>
          </p:nvSpPr>
          <p:spPr>
            <a:xfrm>
              <a:off x="2821515" y="3397209"/>
              <a:ext cx="6180830" cy="2083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에디터 사용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36D94134-B957-474D-BF93-9C96DDF08056}"/>
              </a:ext>
            </a:extLst>
          </p:cNvPr>
          <p:cNvSpPr txBox="1"/>
          <p:nvPr/>
        </p:nvSpPr>
        <p:spPr>
          <a:xfrm>
            <a:off x="1662538" y="6247603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요약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8C124E-E533-46CC-82ED-C71113306968}"/>
              </a:ext>
            </a:extLst>
          </p:cNvPr>
          <p:cNvSpPr txBox="1"/>
          <p:nvPr/>
        </p:nvSpPr>
        <p:spPr>
          <a:xfrm>
            <a:off x="2268788" y="6180301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96" name="화살표: 아래쪽 95">
            <a:extLst>
              <a:ext uri="{FF2B5EF4-FFF2-40B4-BE49-F238E27FC236}">
                <a16:creationId xmlns:a16="http://schemas.microsoft.com/office/drawing/2014/main" id="{8A185089-4908-4793-B0C9-61452959B779}"/>
              </a:ext>
            </a:extLst>
          </p:cNvPr>
          <p:cNvSpPr/>
          <p:nvPr/>
        </p:nvSpPr>
        <p:spPr>
          <a:xfrm>
            <a:off x="5132174" y="6445023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523B55F-D15E-4276-A9C2-850B5029FFC0}"/>
              </a:ext>
            </a:extLst>
          </p:cNvPr>
          <p:cNvSpPr txBox="1"/>
          <p:nvPr/>
        </p:nvSpPr>
        <p:spPr>
          <a:xfrm>
            <a:off x="1680394" y="182930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표시기간설정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B32D3C0-55E0-4591-A726-7C72E848EE8A}"/>
              </a:ext>
            </a:extLst>
          </p:cNvPr>
          <p:cNvSpPr txBox="1"/>
          <p:nvPr/>
        </p:nvSpPr>
        <p:spPr>
          <a:xfrm>
            <a:off x="2352689" y="173903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F0A0D684-3A51-4D44-86A1-971DED661782}"/>
              </a:ext>
            </a:extLst>
          </p:cNvPr>
          <p:cNvSpPr/>
          <p:nvPr/>
        </p:nvSpPr>
        <p:spPr>
          <a:xfrm>
            <a:off x="2792682" y="1813899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타원 99">
            <a:extLst>
              <a:ext uri="{FF2B5EF4-FFF2-40B4-BE49-F238E27FC236}">
                <a16:creationId xmlns:a16="http://schemas.microsoft.com/office/drawing/2014/main" id="{0D937278-0555-4E70-BA84-E87500AD4720}"/>
              </a:ext>
            </a:extLst>
          </p:cNvPr>
          <p:cNvSpPr/>
          <p:nvPr/>
        </p:nvSpPr>
        <p:spPr>
          <a:xfrm>
            <a:off x="3021842" y="1828332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48358753-2E6F-4B37-BEE6-E2020B5CE884}"/>
              </a:ext>
            </a:extLst>
          </p:cNvPr>
          <p:cNvGrpSpPr/>
          <p:nvPr/>
        </p:nvGrpSpPr>
        <p:grpSpPr>
          <a:xfrm>
            <a:off x="3364387" y="1799266"/>
            <a:ext cx="1010572" cy="216765"/>
            <a:chOff x="4163731" y="5574859"/>
            <a:chExt cx="1233995" cy="216765"/>
          </a:xfrm>
        </p:grpSpPr>
        <p:sp>
          <p:nvSpPr>
            <p:cNvPr id="102" name="사각형: 둥근 모서리 101">
              <a:extLst>
                <a:ext uri="{FF2B5EF4-FFF2-40B4-BE49-F238E27FC236}">
                  <a16:creationId xmlns:a16="http://schemas.microsoft.com/office/drawing/2014/main" id="{9F995973-52C1-4E9D-911A-69851A3BC709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10B347DC-F377-4624-AB0F-1DDF7DAD6C50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" name="그래픽 103" descr="플립 달력">
              <a:extLst>
                <a:ext uri="{FF2B5EF4-FFF2-40B4-BE49-F238E27FC236}">
                  <a16:creationId xmlns:a16="http://schemas.microsoft.com/office/drawing/2014/main" id="{D325C17F-C6D7-4E73-B4C4-36A9CD9F1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105" name="TextBox 104">
            <a:extLst>
              <a:ext uri="{FF2B5EF4-FFF2-40B4-BE49-F238E27FC236}">
                <a16:creationId xmlns:a16="http://schemas.microsoft.com/office/drawing/2014/main" id="{6E4611A0-EF52-4834-BF48-AD20F69FB3C4}"/>
              </a:ext>
            </a:extLst>
          </p:cNvPr>
          <p:cNvSpPr txBox="1"/>
          <p:nvPr/>
        </p:nvSpPr>
        <p:spPr>
          <a:xfrm>
            <a:off x="4405515" y="1790635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6014048-6DEC-4515-A50E-FC829C8F0A9F}"/>
              </a:ext>
            </a:extLst>
          </p:cNvPr>
          <p:cNvSpPr txBox="1"/>
          <p:nvPr/>
        </p:nvSpPr>
        <p:spPr>
          <a:xfrm>
            <a:off x="5690677" y="179926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표시여부</a:t>
            </a:r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15818F45-C174-4F4F-A64B-DDEC184A7E21}"/>
              </a:ext>
            </a:extLst>
          </p:cNvPr>
          <p:cNvGrpSpPr/>
          <p:nvPr/>
        </p:nvGrpSpPr>
        <p:grpSpPr>
          <a:xfrm>
            <a:off x="4599312" y="1799266"/>
            <a:ext cx="1010572" cy="216765"/>
            <a:chOff x="4163731" y="5574859"/>
            <a:chExt cx="1233995" cy="216765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C5EBCEBA-A77F-4CCF-ADA7-960F9DF3C61D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2023-01-01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11" name="직선 연결선 110">
              <a:extLst>
                <a:ext uri="{FF2B5EF4-FFF2-40B4-BE49-F238E27FC236}">
                  <a16:creationId xmlns:a16="http://schemas.microsoft.com/office/drawing/2014/main" id="{4BEFC913-88CC-4A90-9999-A832B1C15416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2" name="그래픽 111" descr="플립 달력">
              <a:extLst>
                <a:ext uri="{FF2B5EF4-FFF2-40B4-BE49-F238E27FC236}">
                  <a16:creationId xmlns:a16="http://schemas.microsoft.com/office/drawing/2014/main" id="{BB97FD9B-0D6C-482B-96C9-8603EE2BE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C5E57D05-EE17-49F7-8BE3-7ADDE0873EC5}"/>
              </a:ext>
            </a:extLst>
          </p:cNvPr>
          <p:cNvSpPr/>
          <p:nvPr/>
        </p:nvSpPr>
        <p:spPr>
          <a:xfrm>
            <a:off x="6488085" y="1813899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>
            <a:extLst>
              <a:ext uri="{FF2B5EF4-FFF2-40B4-BE49-F238E27FC236}">
                <a16:creationId xmlns:a16="http://schemas.microsoft.com/office/drawing/2014/main" id="{2F89DEC7-8C1B-42DA-A2DF-D9E7C1DA1475}"/>
              </a:ext>
            </a:extLst>
          </p:cNvPr>
          <p:cNvSpPr/>
          <p:nvPr/>
        </p:nvSpPr>
        <p:spPr>
          <a:xfrm>
            <a:off x="6717245" y="1828332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D65E50B-54C5-472E-B2C6-E44B33D3B242}"/>
              </a:ext>
            </a:extLst>
          </p:cNvPr>
          <p:cNvSpPr txBox="1"/>
          <p:nvPr/>
        </p:nvSpPr>
        <p:spPr>
          <a:xfrm>
            <a:off x="6132774" y="1687510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</p:spTree>
    <p:extLst>
      <p:ext uri="{BB962C8B-B14F-4D97-AF65-F5344CB8AC3E}">
        <p14:creationId xmlns:p14="http://schemas.microsoft.com/office/powerpoint/2010/main" val="1147651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EF86A960-8A61-4970-B2CE-302E3CD39BCD}"/>
              </a:ext>
            </a:extLst>
          </p:cNvPr>
          <p:cNvSpPr/>
          <p:nvPr/>
        </p:nvSpPr>
        <p:spPr>
          <a:xfrm>
            <a:off x="1575175" y="1579067"/>
            <a:ext cx="7674170" cy="300147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22C46C58-D653-4708-868A-7EDC5EBA3E6F}"/>
              </a:ext>
            </a:extLst>
          </p:cNvPr>
          <p:cNvSpPr/>
          <p:nvPr/>
        </p:nvSpPr>
        <p:spPr>
          <a:xfrm>
            <a:off x="1575175" y="1988173"/>
            <a:ext cx="7674170" cy="3467747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등록</a:t>
            </a:r>
          </a:p>
        </p:txBody>
      </p:sp>
      <p:sp>
        <p:nvSpPr>
          <p:cNvPr id="144" name="화살표: 아래쪽 143">
            <a:extLst>
              <a:ext uri="{FF2B5EF4-FFF2-40B4-BE49-F238E27FC236}">
                <a16:creationId xmlns:a16="http://schemas.microsoft.com/office/drawing/2014/main" id="{69B998E7-1852-4CA0-BE7E-6741105002A7}"/>
              </a:ext>
            </a:extLst>
          </p:cNvPr>
          <p:cNvSpPr/>
          <p:nvPr/>
        </p:nvSpPr>
        <p:spPr>
          <a:xfrm>
            <a:off x="5132174" y="1208863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F7DEF321-ED6D-4654-99F9-C100BF8B9A33}"/>
              </a:ext>
            </a:extLst>
          </p:cNvPr>
          <p:cNvSpPr/>
          <p:nvPr/>
        </p:nvSpPr>
        <p:spPr>
          <a:xfrm>
            <a:off x="9562586" y="787844"/>
            <a:ext cx="23935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신청입력항목</a:t>
            </a:r>
            <a:endParaRPr lang="en-US" altLang="ko-KR" dirty="0"/>
          </a:p>
          <a:p>
            <a:r>
              <a:rPr lang="en-US" altLang="ko-KR" dirty="0"/>
              <a:t> 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주관식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선택형</a:t>
            </a:r>
            <a:r>
              <a:rPr lang="en-US" altLang="ko-KR" dirty="0"/>
              <a:t>(</a:t>
            </a:r>
            <a:r>
              <a:rPr lang="en-US" altLang="ko-KR" dirty="0" err="1"/>
              <a:t>selectbox</a:t>
            </a:r>
            <a:r>
              <a:rPr lang="en-US" altLang="ko-KR" dirty="0"/>
              <a:t>)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5C2523A1-2D5B-4E95-91F1-2B4108E76EB4}"/>
              </a:ext>
            </a:extLst>
          </p:cNvPr>
          <p:cNvSpPr/>
          <p:nvPr/>
        </p:nvSpPr>
        <p:spPr>
          <a:xfrm>
            <a:off x="1627204" y="2170821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클래스 설명</a:t>
            </a:r>
            <a:endParaRPr lang="en-US" altLang="ko-KR" sz="1400" b="1" dirty="0"/>
          </a:p>
        </p:txBody>
      </p: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E4F9CD2C-CDE1-4288-90A8-5A7830E5A164}"/>
              </a:ext>
            </a:extLst>
          </p:cNvPr>
          <p:cNvGrpSpPr/>
          <p:nvPr/>
        </p:nvGrpSpPr>
        <p:grpSpPr>
          <a:xfrm>
            <a:off x="2786466" y="2700290"/>
            <a:ext cx="6198023" cy="2267949"/>
            <a:chOff x="2804322" y="3379160"/>
            <a:chExt cx="6198023" cy="2267949"/>
          </a:xfrm>
        </p:grpSpPr>
        <p:sp>
          <p:nvSpPr>
            <p:cNvPr id="79" name="사각형: 둥근 모서리 78">
              <a:extLst>
                <a:ext uri="{FF2B5EF4-FFF2-40B4-BE49-F238E27FC236}">
                  <a16:creationId xmlns:a16="http://schemas.microsoft.com/office/drawing/2014/main" id="{147C527F-7D11-4F60-9808-550C1C03D406}"/>
                </a:ext>
              </a:extLst>
            </p:cNvPr>
            <p:cNvSpPr/>
            <p:nvPr/>
          </p:nvSpPr>
          <p:spPr>
            <a:xfrm>
              <a:off x="2804322" y="3379160"/>
              <a:ext cx="6198023" cy="2267949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클래스 설명 입력</a:t>
              </a:r>
            </a:p>
          </p:txBody>
        </p:sp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F59FCB44-7723-499E-BB2E-F8BC6D4D1C12}"/>
                </a:ext>
              </a:extLst>
            </p:cNvPr>
            <p:cNvSpPr/>
            <p:nvPr/>
          </p:nvSpPr>
          <p:spPr>
            <a:xfrm>
              <a:off x="2821515" y="3397209"/>
              <a:ext cx="6180830" cy="25276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에디터 사용</a:t>
              </a:r>
            </a:p>
          </p:txBody>
        </p:sp>
      </p:grpSp>
      <p:sp>
        <p:nvSpPr>
          <p:cNvPr id="94" name="TextBox 93">
            <a:extLst>
              <a:ext uri="{FF2B5EF4-FFF2-40B4-BE49-F238E27FC236}">
                <a16:creationId xmlns:a16="http://schemas.microsoft.com/office/drawing/2014/main" id="{36D94134-B957-474D-BF93-9C96DDF08056}"/>
              </a:ext>
            </a:extLst>
          </p:cNvPr>
          <p:cNvSpPr txBox="1"/>
          <p:nvPr/>
        </p:nvSpPr>
        <p:spPr>
          <a:xfrm>
            <a:off x="1662538" y="276140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요약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F8C124E-E533-46CC-82ED-C71113306968}"/>
              </a:ext>
            </a:extLst>
          </p:cNvPr>
          <p:cNvSpPr txBox="1"/>
          <p:nvPr/>
        </p:nvSpPr>
        <p:spPr>
          <a:xfrm>
            <a:off x="2268788" y="2694106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50788370-A21E-4A40-AF75-4E00B7FB8346}"/>
              </a:ext>
            </a:extLst>
          </p:cNvPr>
          <p:cNvSpPr/>
          <p:nvPr/>
        </p:nvSpPr>
        <p:spPr>
          <a:xfrm>
            <a:off x="5266500" y="5624148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5CDC46BD-C5CC-4FAB-AACA-893F48E369CF}"/>
              </a:ext>
            </a:extLst>
          </p:cNvPr>
          <p:cNvSpPr/>
          <p:nvPr/>
        </p:nvSpPr>
        <p:spPr>
          <a:xfrm>
            <a:off x="4237546" y="5624148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2506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PONADMCLSDROOH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클래스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D321314-568F-44CD-8BA1-E86BE18C617B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6DA457DF-AF3C-4F96-BC15-BF6C818FE42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2257B7A-B5DC-4AB6-8102-30767A0A2920}"/>
                </a:ext>
              </a:extLst>
            </p:cNvPr>
            <p:cNvSpPr/>
            <p:nvPr/>
          </p:nvSpPr>
          <p:spPr>
            <a:xfrm rot="5400000">
              <a:off x="2017958" y="3283500"/>
              <a:ext cx="1484383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61CBD7A-C659-4492-BBD9-4E5BAA2404B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00E8DC2-39C9-4595-86E8-95CD87BD1F13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F43444-2CE9-47C6-AD89-7F2AA5176FCF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109ED89-22EE-478A-A40E-9290EF160353}"/>
              </a:ext>
            </a:extLst>
          </p:cNvPr>
          <p:cNvGrpSpPr/>
          <p:nvPr/>
        </p:nvGrpSpPr>
        <p:grpSpPr>
          <a:xfrm>
            <a:off x="2992084" y="2590789"/>
            <a:ext cx="1280993" cy="1191182"/>
            <a:chOff x="1534206" y="2590789"/>
            <a:chExt cx="1280993" cy="1676420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936A620-E382-44EF-AE0B-02ED1ECEAF13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A57E7D29-12B8-4852-8845-92C7638188E5}"/>
                </a:ext>
              </a:extLst>
            </p:cNvPr>
            <p:cNvSpPr/>
            <p:nvPr/>
          </p:nvSpPr>
          <p:spPr>
            <a:xfrm rot="5400000">
              <a:off x="2017958" y="3283500"/>
              <a:ext cx="1484383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E3E3007-1817-49A5-9776-5F9CCEE8C1F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08745A-75C0-4CDE-89B9-C1434AC4587F}"/>
              </a:ext>
            </a:extLst>
          </p:cNvPr>
          <p:cNvSpPr txBox="1"/>
          <p:nvPr/>
        </p:nvSpPr>
        <p:spPr>
          <a:xfrm>
            <a:off x="3003432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81C18A-958F-4D91-8041-1CFCEE2C116A}"/>
              </a:ext>
            </a:extLst>
          </p:cNvPr>
          <p:cNvSpPr txBox="1"/>
          <p:nvPr/>
        </p:nvSpPr>
        <p:spPr>
          <a:xfrm>
            <a:off x="3003432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DBF8F6-2F72-42F3-8130-D6B049EC7571}"/>
              </a:ext>
            </a:extLst>
          </p:cNvPr>
          <p:cNvSpPr txBox="1"/>
          <p:nvPr/>
        </p:nvSpPr>
        <p:spPr>
          <a:xfrm>
            <a:off x="2995031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18EA7F-DA43-4CD0-896A-D20CCC0A51E8}"/>
              </a:ext>
            </a:extLst>
          </p:cNvPr>
          <p:cNvSpPr txBox="1"/>
          <p:nvPr/>
        </p:nvSpPr>
        <p:spPr>
          <a:xfrm>
            <a:off x="3003432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1443E9-937D-492B-8299-D9935CD25024}"/>
              </a:ext>
            </a:extLst>
          </p:cNvPr>
          <p:cNvSpPr txBox="1"/>
          <p:nvPr/>
        </p:nvSpPr>
        <p:spPr>
          <a:xfrm>
            <a:off x="1496797" y="2283013"/>
            <a:ext cx="1278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</a:t>
            </a:r>
            <a:r>
              <a:rPr lang="ko-KR" altLang="en-US" sz="1400" dirty="0" err="1"/>
              <a:t>차분류</a:t>
            </a:r>
            <a:endParaRPr lang="ko-KR" altLang="en-US" sz="14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2B68CE5-D395-4088-B166-BA3529D0E566}"/>
              </a:ext>
            </a:extLst>
          </p:cNvPr>
          <p:cNvSpPr/>
          <p:nvPr/>
        </p:nvSpPr>
        <p:spPr>
          <a:xfrm>
            <a:off x="8615103" y="3960551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AC51A25-5000-4232-9E0B-3E8AB74BEF50}"/>
              </a:ext>
            </a:extLst>
          </p:cNvPr>
          <p:cNvSpPr/>
          <p:nvPr/>
        </p:nvSpPr>
        <p:spPr>
          <a:xfrm>
            <a:off x="7276777" y="3960551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6C5178A4-720A-400C-A016-B1DE640700D3}"/>
              </a:ext>
            </a:extLst>
          </p:cNvPr>
          <p:cNvSpPr/>
          <p:nvPr/>
        </p:nvSpPr>
        <p:spPr>
          <a:xfrm>
            <a:off x="1531257" y="3958276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복사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E01F23-C45D-46B4-A843-7FD93F9D88F2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영어</a:t>
            </a:r>
            <a:endParaRPr lang="ko-KR" altLang="en-US" sz="10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59BD07B-8B57-4E89-BCC7-3A1B34E93C09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FFC4851-3643-42D8-89A3-7952034EC8B4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A1377B11-F7C5-4A3E-8A44-BE28B716F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219968"/>
              </p:ext>
            </p:extLst>
          </p:nvPr>
        </p:nvGraphicFramePr>
        <p:xfrm>
          <a:off x="1531255" y="4239113"/>
          <a:ext cx="7668660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710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436829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698776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218844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502921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436829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292780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1831375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금액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표시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표시기간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2023-02-02 ~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2023-12-31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원어민 미국 샌프란시스코 출신 케빈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코딩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[C</a:t>
                      </a:r>
                      <a:r>
                        <a:rPr lang="ko-KR" altLang="en-US" sz="800" dirty="0"/>
                        <a:t>언어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알고리즘 마스터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! </a:t>
                      </a:r>
                      <a:r>
                        <a:rPr lang="ko-KR" altLang="en-US" sz="800" u="sng" dirty="0" err="1">
                          <a:solidFill>
                            <a:schemeClr val="accent1"/>
                          </a:solidFill>
                        </a:rPr>
                        <a:t>유아용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ko-KR" altLang="en-US" sz="800" u="sng" dirty="0" err="1">
                          <a:solidFill>
                            <a:schemeClr val="accent1"/>
                          </a:solidFill>
                        </a:rPr>
                        <a:t>프라이빗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83" name="Box">
            <a:extLst>
              <a:ext uri="{FF2B5EF4-FFF2-40B4-BE49-F238E27FC236}">
                <a16:creationId xmlns:a16="http://schemas.microsoft.com/office/drawing/2014/main" id="{DF04974F-69E0-4E68-AA00-249AB5A9A7B1}"/>
              </a:ext>
            </a:extLst>
          </p:cNvPr>
          <p:cNvSpPr/>
          <p:nvPr/>
        </p:nvSpPr>
        <p:spPr>
          <a:xfrm>
            <a:off x="161280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Box">
            <a:extLst>
              <a:ext uri="{FF2B5EF4-FFF2-40B4-BE49-F238E27FC236}">
                <a16:creationId xmlns:a16="http://schemas.microsoft.com/office/drawing/2014/main" id="{672A1D6D-AF01-49BC-9EDC-CE6392FD74F3}"/>
              </a:ext>
            </a:extLst>
          </p:cNvPr>
          <p:cNvSpPr/>
          <p:nvPr/>
        </p:nvSpPr>
        <p:spPr>
          <a:xfrm>
            <a:off x="1612804" y="4705057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Box">
            <a:extLst>
              <a:ext uri="{FF2B5EF4-FFF2-40B4-BE49-F238E27FC236}">
                <a16:creationId xmlns:a16="http://schemas.microsoft.com/office/drawing/2014/main" id="{C6C2FA7F-3DBC-45F1-A3B2-8129727A8D70}"/>
              </a:ext>
            </a:extLst>
          </p:cNvPr>
          <p:cNvSpPr/>
          <p:nvPr/>
        </p:nvSpPr>
        <p:spPr>
          <a:xfrm>
            <a:off x="1612803" y="504958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Box">
            <a:extLst>
              <a:ext uri="{FF2B5EF4-FFF2-40B4-BE49-F238E27FC236}">
                <a16:creationId xmlns:a16="http://schemas.microsoft.com/office/drawing/2014/main" id="{DFDE5186-7445-469F-9C18-08029B5C355D}"/>
              </a:ext>
            </a:extLst>
          </p:cNvPr>
          <p:cNvSpPr/>
          <p:nvPr/>
        </p:nvSpPr>
        <p:spPr>
          <a:xfrm>
            <a:off x="1612803" y="5410282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L 도형 89">
            <a:extLst>
              <a:ext uri="{FF2B5EF4-FFF2-40B4-BE49-F238E27FC236}">
                <a16:creationId xmlns:a16="http://schemas.microsoft.com/office/drawing/2014/main" id="{0555A2E0-7CBD-47C4-9BCF-7D7C1C2784BF}"/>
              </a:ext>
            </a:extLst>
          </p:cNvPr>
          <p:cNvSpPr/>
          <p:nvPr/>
        </p:nvSpPr>
        <p:spPr>
          <a:xfrm rot="18935460">
            <a:off x="1642626" y="4717924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D5A9347-00B7-456F-8589-7B65E620DFA0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8BBCA8F-A814-4811-89A2-CB341B662F4B}"/>
              </a:ext>
            </a:extLst>
          </p:cNvPr>
          <p:cNvGrpSpPr/>
          <p:nvPr/>
        </p:nvGrpSpPr>
        <p:grpSpPr>
          <a:xfrm>
            <a:off x="6651988" y="3960551"/>
            <a:ext cx="545589" cy="221852"/>
            <a:chOff x="6651988" y="3960551"/>
            <a:chExt cx="545589" cy="221852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680B2888-0A2D-4B8F-B409-95ABCA3C6B1D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2E49733C-7F41-4D6C-8AE5-12192BB47A86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30698FB9-05CF-496E-B1D4-057AB67B9A1C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88FC4346-C7A5-4037-B721-D7BE3D581E1D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AB9A9DF1-B0E9-42D1-B077-6958C66019E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01" name="이등변 삼각형 100">
              <a:extLst>
                <a:ext uri="{FF2B5EF4-FFF2-40B4-BE49-F238E27FC236}">
                  <a16:creationId xmlns:a16="http://schemas.microsoft.com/office/drawing/2014/main" id="{A9C79E99-C9E8-4501-AD27-254EDE861734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AAFE8D40-0F56-48E2-AAA9-B170E31D7889}"/>
              </a:ext>
            </a:extLst>
          </p:cNvPr>
          <p:cNvSpPr/>
          <p:nvPr/>
        </p:nvSpPr>
        <p:spPr>
          <a:xfrm>
            <a:off x="8106181" y="4678114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0D3BAC8-38A9-4C35-99D6-B778F042C013}"/>
              </a:ext>
            </a:extLst>
          </p:cNvPr>
          <p:cNvSpPr/>
          <p:nvPr/>
        </p:nvSpPr>
        <p:spPr>
          <a:xfrm>
            <a:off x="1530418" y="3649473"/>
            <a:ext cx="1284779" cy="127347"/>
          </a:xfrm>
          <a:prstGeom prst="roundRect">
            <a:avLst>
              <a:gd name="adj" fmla="val 11090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항목 편집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6086BEF3-E74A-4ED4-BFCD-79576D675290}"/>
              </a:ext>
            </a:extLst>
          </p:cNvPr>
          <p:cNvSpPr/>
          <p:nvPr/>
        </p:nvSpPr>
        <p:spPr>
          <a:xfrm>
            <a:off x="2990245" y="3649473"/>
            <a:ext cx="1284779" cy="127347"/>
          </a:xfrm>
          <a:prstGeom prst="roundRect">
            <a:avLst>
              <a:gd name="adj" fmla="val 11090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항목 편집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2D3341-F41D-4C70-AF6E-BB58B3E74601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289A6062-54FA-4425-ABD7-C7822747AC2E}"/>
              </a:ext>
            </a:extLst>
          </p:cNvPr>
          <p:cNvGrpSpPr/>
          <p:nvPr/>
        </p:nvGrpSpPr>
        <p:grpSpPr>
          <a:xfrm>
            <a:off x="6003621" y="3960551"/>
            <a:ext cx="545589" cy="221852"/>
            <a:chOff x="6651988" y="3960551"/>
            <a:chExt cx="545589" cy="221852"/>
          </a:xfrm>
        </p:grpSpPr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2512916E-649B-4F21-ABEB-6192A2252729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표시</a:t>
              </a:r>
            </a:p>
          </p:txBody>
        </p:sp>
        <p:sp>
          <p:nvSpPr>
            <p:cNvPr id="78" name="이등변 삼각형 77">
              <a:extLst>
                <a:ext uri="{FF2B5EF4-FFF2-40B4-BE49-F238E27FC236}">
                  <a16:creationId xmlns:a16="http://schemas.microsoft.com/office/drawing/2014/main" id="{28EF2C03-1C11-4538-935A-0DB549027EE6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37559DBB-41AC-4509-B519-F4C5D8E6E8FE}"/>
              </a:ext>
            </a:extLst>
          </p:cNvPr>
          <p:cNvSpPr txBox="1"/>
          <p:nvPr/>
        </p:nvSpPr>
        <p:spPr>
          <a:xfrm>
            <a:off x="2952405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 err="1"/>
              <a:t>차분류</a:t>
            </a:r>
            <a:endParaRPr lang="ko-KR" altLang="en-US" sz="1400" dirty="0"/>
          </a:p>
        </p:txBody>
      </p: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B316BEDF-E931-4409-A542-7CCD1C35F47E}"/>
              </a:ext>
            </a:extLst>
          </p:cNvPr>
          <p:cNvSpPr/>
          <p:nvPr/>
        </p:nvSpPr>
        <p:spPr>
          <a:xfrm>
            <a:off x="8592847" y="4678114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FF586DEC-95F9-40A1-BD06-A47BD6DFB26E}"/>
              </a:ext>
            </a:extLst>
          </p:cNvPr>
          <p:cNvSpPr/>
          <p:nvPr/>
        </p:nvSpPr>
        <p:spPr>
          <a:xfrm>
            <a:off x="8106181" y="5004779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14" name="사각형: 둥근 모서리 113">
            <a:extLst>
              <a:ext uri="{FF2B5EF4-FFF2-40B4-BE49-F238E27FC236}">
                <a16:creationId xmlns:a16="http://schemas.microsoft.com/office/drawing/2014/main" id="{F1314D3E-6432-4B2D-BBD3-2E1ED58D35EB}"/>
              </a:ext>
            </a:extLst>
          </p:cNvPr>
          <p:cNvSpPr/>
          <p:nvPr/>
        </p:nvSpPr>
        <p:spPr>
          <a:xfrm>
            <a:off x="8592847" y="5004779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2AF83D3F-43DE-49BA-9424-56F137F4AACB}"/>
              </a:ext>
            </a:extLst>
          </p:cNvPr>
          <p:cNvSpPr/>
          <p:nvPr/>
        </p:nvSpPr>
        <p:spPr>
          <a:xfrm>
            <a:off x="8106181" y="5387246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DD057D51-AA52-44D9-B6D9-015CA4A4B027}"/>
              </a:ext>
            </a:extLst>
          </p:cNvPr>
          <p:cNvSpPr/>
          <p:nvPr/>
        </p:nvSpPr>
        <p:spPr>
          <a:xfrm>
            <a:off x="8592847" y="5387246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69" name="사각형: 둥근 모서리 68">
            <a:extLst>
              <a:ext uri="{FF2B5EF4-FFF2-40B4-BE49-F238E27FC236}">
                <a16:creationId xmlns:a16="http://schemas.microsoft.com/office/drawing/2014/main" id="{EC548B9D-5C3F-4F4C-9C52-043DD86B5344}"/>
              </a:ext>
            </a:extLst>
          </p:cNvPr>
          <p:cNvSpPr/>
          <p:nvPr/>
        </p:nvSpPr>
        <p:spPr>
          <a:xfrm>
            <a:off x="7443537" y="4678114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DF01C1A6-779C-4CAD-80DB-4FB1EF4DF5A5}"/>
              </a:ext>
            </a:extLst>
          </p:cNvPr>
          <p:cNvSpPr/>
          <p:nvPr/>
        </p:nvSpPr>
        <p:spPr>
          <a:xfrm>
            <a:off x="7443537" y="5004779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87C81B6-96B6-4E62-B6AB-465C1D3681EE}"/>
              </a:ext>
            </a:extLst>
          </p:cNvPr>
          <p:cNvSpPr/>
          <p:nvPr/>
        </p:nvSpPr>
        <p:spPr>
          <a:xfrm>
            <a:off x="7443537" y="5370465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17EC235D-27F5-4D45-882C-AFB23F40E015}"/>
              </a:ext>
            </a:extLst>
          </p:cNvPr>
          <p:cNvSpPr/>
          <p:nvPr/>
        </p:nvSpPr>
        <p:spPr>
          <a:xfrm>
            <a:off x="9565190" y="4627687"/>
            <a:ext cx="239353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600" dirty="0"/>
              <a:t>신청현황 </a:t>
            </a:r>
            <a:r>
              <a:rPr lang="ko-KR" altLang="en-US" sz="1600" dirty="0" err="1"/>
              <a:t>클릭시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신청현황 페이지로 이동</a:t>
            </a:r>
            <a:endParaRPr lang="en-US" altLang="ko-KR" sz="1600" dirty="0"/>
          </a:p>
          <a:p>
            <a:r>
              <a:rPr lang="ko-KR" altLang="en-US" sz="1600" dirty="0"/>
              <a:t>수정 </a:t>
            </a:r>
            <a:r>
              <a:rPr lang="ko-KR" altLang="en-US" sz="1600" dirty="0" err="1"/>
              <a:t>클릭시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</a:p>
          <a:p>
            <a:r>
              <a:rPr lang="ko-KR" altLang="en-US" sz="1600" dirty="0"/>
              <a:t>해당 클래스 분류로 수업조회 페이지 이동</a:t>
            </a:r>
            <a:endParaRPr lang="en-US" altLang="ko-KR" sz="1600" dirty="0"/>
          </a:p>
          <a:p>
            <a:r>
              <a:rPr lang="ko-KR" altLang="en-US" sz="1600" dirty="0"/>
              <a:t>후기 </a:t>
            </a:r>
            <a:r>
              <a:rPr lang="ko-KR" altLang="en-US" sz="1600" dirty="0" err="1"/>
              <a:t>클릭시</a:t>
            </a:r>
            <a:r>
              <a:rPr lang="ko-KR" altLang="en-US" sz="1600" dirty="0"/>
              <a:t> </a:t>
            </a:r>
            <a:r>
              <a:rPr lang="en-US" altLang="ko-KR" sz="1600" dirty="0"/>
              <a:t>:</a:t>
            </a:r>
          </a:p>
          <a:p>
            <a:r>
              <a:rPr lang="ko-KR" altLang="en-US" sz="1600" dirty="0"/>
              <a:t>해당 클래스 분류로</a:t>
            </a:r>
            <a:endParaRPr lang="en-US" altLang="ko-KR" sz="1600" dirty="0"/>
          </a:p>
          <a:p>
            <a:r>
              <a:rPr lang="ko-KR" altLang="en-US" sz="1600" dirty="0"/>
              <a:t>후기조회 페이지 이동</a:t>
            </a:r>
            <a:endParaRPr lang="en-US" altLang="ko-KR" sz="1600" dirty="0"/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F36F8464-FDC5-425A-9EB7-6F557F5553AA}"/>
              </a:ext>
            </a:extLst>
          </p:cNvPr>
          <p:cNvCxnSpPr>
            <a:cxnSpLocks/>
            <a:endCxn id="84" idx="1"/>
          </p:cNvCxnSpPr>
          <p:nvPr/>
        </p:nvCxnSpPr>
        <p:spPr>
          <a:xfrm rot="16200000" flipH="1">
            <a:off x="9058471" y="5010354"/>
            <a:ext cx="729711" cy="283727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48555431-BE67-435E-8828-D7B27EA8D2BF}"/>
              </a:ext>
            </a:extLst>
          </p:cNvPr>
          <p:cNvSpPr/>
          <p:nvPr/>
        </p:nvSpPr>
        <p:spPr>
          <a:xfrm>
            <a:off x="7412288" y="4598308"/>
            <a:ext cx="1869175" cy="378114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9581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3151A812-9CDB-4252-BC6B-DC30F9DB1F39}"/>
              </a:ext>
            </a:extLst>
          </p:cNvPr>
          <p:cNvSpPr/>
          <p:nvPr/>
        </p:nvSpPr>
        <p:spPr>
          <a:xfrm>
            <a:off x="1531257" y="3958276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복사</a:t>
            </a:r>
          </a:p>
        </p:txBody>
      </p:sp>
      <p:graphicFrame>
        <p:nvGraphicFramePr>
          <p:cNvPr id="98" name="표 97">
            <a:extLst>
              <a:ext uri="{FF2B5EF4-FFF2-40B4-BE49-F238E27FC236}">
                <a16:creationId xmlns:a16="http://schemas.microsoft.com/office/drawing/2014/main" id="{484B43D2-453F-4953-BCCC-5D5D3A480E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331338"/>
              </p:ext>
            </p:extLst>
          </p:nvPr>
        </p:nvGraphicFramePr>
        <p:xfrm>
          <a:off x="1531255" y="4239113"/>
          <a:ext cx="7668660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710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436829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698776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218844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502921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436829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292780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1831375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금액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표시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표시기간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2023-02-02 ~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2023-12-31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원어민 미국 샌프란시스코 출신 케빈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코딩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[C</a:t>
                      </a:r>
                      <a:r>
                        <a:rPr lang="ko-KR" altLang="en-US" sz="800" dirty="0"/>
                        <a:t>언어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알고리즘 마스터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! </a:t>
                      </a:r>
                      <a:r>
                        <a:rPr lang="ko-KR" altLang="en-US" sz="800" u="sng" dirty="0" err="1">
                          <a:solidFill>
                            <a:schemeClr val="accent1"/>
                          </a:solidFill>
                        </a:rPr>
                        <a:t>유아용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ko-KR" altLang="en-US" sz="800" u="sng" dirty="0" err="1">
                          <a:solidFill>
                            <a:schemeClr val="accent1"/>
                          </a:solidFill>
                        </a:rPr>
                        <a:t>프라이빗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99" name="Box">
            <a:extLst>
              <a:ext uri="{FF2B5EF4-FFF2-40B4-BE49-F238E27FC236}">
                <a16:creationId xmlns:a16="http://schemas.microsoft.com/office/drawing/2014/main" id="{77F76900-6AF4-483B-BBB5-AF664A982A7E}"/>
              </a:ext>
            </a:extLst>
          </p:cNvPr>
          <p:cNvSpPr/>
          <p:nvPr/>
        </p:nvSpPr>
        <p:spPr>
          <a:xfrm>
            <a:off x="161280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0" name="Box">
            <a:extLst>
              <a:ext uri="{FF2B5EF4-FFF2-40B4-BE49-F238E27FC236}">
                <a16:creationId xmlns:a16="http://schemas.microsoft.com/office/drawing/2014/main" id="{B21B2AF9-5D6A-41AA-B718-A4D31CDC5CC3}"/>
              </a:ext>
            </a:extLst>
          </p:cNvPr>
          <p:cNvSpPr/>
          <p:nvPr/>
        </p:nvSpPr>
        <p:spPr>
          <a:xfrm>
            <a:off x="1612804" y="4705057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1" name="Box">
            <a:extLst>
              <a:ext uri="{FF2B5EF4-FFF2-40B4-BE49-F238E27FC236}">
                <a16:creationId xmlns:a16="http://schemas.microsoft.com/office/drawing/2014/main" id="{23C82C38-E58B-4C2E-893D-4921871A8874}"/>
              </a:ext>
            </a:extLst>
          </p:cNvPr>
          <p:cNvSpPr/>
          <p:nvPr/>
        </p:nvSpPr>
        <p:spPr>
          <a:xfrm>
            <a:off x="1612803" y="504958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2" name="Box">
            <a:extLst>
              <a:ext uri="{FF2B5EF4-FFF2-40B4-BE49-F238E27FC236}">
                <a16:creationId xmlns:a16="http://schemas.microsoft.com/office/drawing/2014/main" id="{10F457A2-8557-4E05-B083-3F72B0DB7239}"/>
              </a:ext>
            </a:extLst>
          </p:cNvPr>
          <p:cNvSpPr/>
          <p:nvPr/>
        </p:nvSpPr>
        <p:spPr>
          <a:xfrm>
            <a:off x="1612803" y="5410282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3" name="L 도형 102">
            <a:extLst>
              <a:ext uri="{FF2B5EF4-FFF2-40B4-BE49-F238E27FC236}">
                <a16:creationId xmlns:a16="http://schemas.microsoft.com/office/drawing/2014/main" id="{C9475E45-A465-4DD7-8015-22FF4623B1AC}"/>
              </a:ext>
            </a:extLst>
          </p:cNvPr>
          <p:cNvSpPr/>
          <p:nvPr/>
        </p:nvSpPr>
        <p:spPr>
          <a:xfrm rot="18935460">
            <a:off x="1642626" y="4717924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C3E067A7-56C5-40FC-864E-933737D53F53}"/>
              </a:ext>
            </a:extLst>
          </p:cNvPr>
          <p:cNvSpPr/>
          <p:nvPr/>
        </p:nvSpPr>
        <p:spPr>
          <a:xfrm>
            <a:off x="8106181" y="4678114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1CC70361-8690-4EB8-90EF-2E4E86509801}"/>
              </a:ext>
            </a:extLst>
          </p:cNvPr>
          <p:cNvSpPr/>
          <p:nvPr/>
        </p:nvSpPr>
        <p:spPr>
          <a:xfrm>
            <a:off x="8592847" y="4678114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2B721268-5C97-43A7-BC1E-4446B5AF8D23}"/>
              </a:ext>
            </a:extLst>
          </p:cNvPr>
          <p:cNvSpPr/>
          <p:nvPr/>
        </p:nvSpPr>
        <p:spPr>
          <a:xfrm>
            <a:off x="8106181" y="5004779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5069E0B5-7DA2-4695-89E0-993FE306651D}"/>
              </a:ext>
            </a:extLst>
          </p:cNvPr>
          <p:cNvSpPr/>
          <p:nvPr/>
        </p:nvSpPr>
        <p:spPr>
          <a:xfrm>
            <a:off x="8592847" y="5004779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6CA52E54-277A-4793-B0BD-62C8EA4ACE9B}"/>
              </a:ext>
            </a:extLst>
          </p:cNvPr>
          <p:cNvSpPr/>
          <p:nvPr/>
        </p:nvSpPr>
        <p:spPr>
          <a:xfrm>
            <a:off x="8106181" y="5387246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49" name="사각형: 둥근 모서리 148">
            <a:extLst>
              <a:ext uri="{FF2B5EF4-FFF2-40B4-BE49-F238E27FC236}">
                <a16:creationId xmlns:a16="http://schemas.microsoft.com/office/drawing/2014/main" id="{6FFCCFE1-AF84-4A2D-BBB4-E022F8357061}"/>
              </a:ext>
            </a:extLst>
          </p:cNvPr>
          <p:cNvSpPr/>
          <p:nvPr/>
        </p:nvSpPr>
        <p:spPr>
          <a:xfrm>
            <a:off x="8592847" y="5387246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6BE9E604-E09B-4A41-B009-7D3E7A327E24}"/>
              </a:ext>
            </a:extLst>
          </p:cNvPr>
          <p:cNvSpPr/>
          <p:nvPr/>
        </p:nvSpPr>
        <p:spPr>
          <a:xfrm>
            <a:off x="7443537" y="4678114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264E8623-D506-408B-9EF8-B335B9584259}"/>
              </a:ext>
            </a:extLst>
          </p:cNvPr>
          <p:cNvSpPr/>
          <p:nvPr/>
        </p:nvSpPr>
        <p:spPr>
          <a:xfrm>
            <a:off x="7443537" y="5004779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46E57006-23F4-40C3-842A-28383F13DA9F}"/>
              </a:ext>
            </a:extLst>
          </p:cNvPr>
          <p:cNvSpPr/>
          <p:nvPr/>
        </p:nvSpPr>
        <p:spPr>
          <a:xfrm>
            <a:off x="7443537" y="5370465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cxnSp>
        <p:nvCxnSpPr>
          <p:cNvPr id="156" name="연결선: 꺾임 155">
            <a:extLst>
              <a:ext uri="{FF2B5EF4-FFF2-40B4-BE49-F238E27FC236}">
                <a16:creationId xmlns:a16="http://schemas.microsoft.com/office/drawing/2014/main" id="{D8DD1428-98D8-4201-AC77-46D4B0BC2F86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58471" y="5010354"/>
            <a:ext cx="729711" cy="283727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4B77FA4F-5AC2-43E6-ADC2-2BB29C4B8B50}"/>
              </a:ext>
            </a:extLst>
          </p:cNvPr>
          <p:cNvSpPr/>
          <p:nvPr/>
        </p:nvSpPr>
        <p:spPr>
          <a:xfrm>
            <a:off x="8615103" y="3960551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128" name="사각형: 둥근 모서리 127">
            <a:extLst>
              <a:ext uri="{FF2B5EF4-FFF2-40B4-BE49-F238E27FC236}">
                <a16:creationId xmlns:a16="http://schemas.microsoft.com/office/drawing/2014/main" id="{9A64E2B5-E09C-4E8A-9450-6B98B4F1EECD}"/>
              </a:ext>
            </a:extLst>
          </p:cNvPr>
          <p:cNvSpPr/>
          <p:nvPr/>
        </p:nvSpPr>
        <p:spPr>
          <a:xfrm>
            <a:off x="7276777" y="3960551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45E930BB-40E1-4C42-BC5A-B164BA0E0E40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37" name="그룹 136">
            <a:extLst>
              <a:ext uri="{FF2B5EF4-FFF2-40B4-BE49-F238E27FC236}">
                <a16:creationId xmlns:a16="http://schemas.microsoft.com/office/drawing/2014/main" id="{1C5ED6C7-BC9A-4727-9D19-4939A6B2B06E}"/>
              </a:ext>
            </a:extLst>
          </p:cNvPr>
          <p:cNvGrpSpPr/>
          <p:nvPr/>
        </p:nvGrpSpPr>
        <p:grpSpPr>
          <a:xfrm>
            <a:off x="6651988" y="3960551"/>
            <a:ext cx="545589" cy="221852"/>
            <a:chOff x="6651988" y="3960551"/>
            <a:chExt cx="545589" cy="221852"/>
          </a:xfrm>
        </p:grpSpPr>
        <p:sp>
          <p:nvSpPr>
            <p:cNvPr id="138" name="사각형: 둥근 모서리 137">
              <a:extLst>
                <a:ext uri="{FF2B5EF4-FFF2-40B4-BE49-F238E27FC236}">
                  <a16:creationId xmlns:a16="http://schemas.microsoft.com/office/drawing/2014/main" id="{D8307EAE-1E26-49D6-992E-F8A6EA568C1E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139" name="이등변 삼각형 138">
              <a:extLst>
                <a:ext uri="{FF2B5EF4-FFF2-40B4-BE49-F238E27FC236}">
                  <a16:creationId xmlns:a16="http://schemas.microsoft.com/office/drawing/2014/main" id="{8708DD74-328C-47C8-AF7C-B962E7FC0EBC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8CD08376-5C68-4D0F-A598-814AB78E86F0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DD5B1A76-FCFB-4948-8A68-85B3C3110B97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2F84F89-67ED-4A67-B47D-0E3CF761E9A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48" name="이등변 삼각형 147">
              <a:extLst>
                <a:ext uri="{FF2B5EF4-FFF2-40B4-BE49-F238E27FC236}">
                  <a16:creationId xmlns:a16="http://schemas.microsoft.com/office/drawing/2014/main" id="{FD04B36F-E6C9-4C5A-9AFD-F48D561079DB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DF402D90-D88B-44F7-8267-DAC55124E844}"/>
              </a:ext>
            </a:extLst>
          </p:cNvPr>
          <p:cNvGrpSpPr/>
          <p:nvPr/>
        </p:nvGrpSpPr>
        <p:grpSpPr>
          <a:xfrm>
            <a:off x="6003621" y="3960551"/>
            <a:ext cx="545589" cy="221852"/>
            <a:chOff x="6651988" y="3960551"/>
            <a:chExt cx="545589" cy="221852"/>
          </a:xfrm>
        </p:grpSpPr>
        <p:sp>
          <p:nvSpPr>
            <p:cNvPr id="153" name="사각형: 둥근 모서리 152">
              <a:extLst>
                <a:ext uri="{FF2B5EF4-FFF2-40B4-BE49-F238E27FC236}">
                  <a16:creationId xmlns:a16="http://schemas.microsoft.com/office/drawing/2014/main" id="{D4BE1C7D-59EC-4E4E-B43C-0827F61ACC69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표시</a:t>
              </a:r>
            </a:p>
          </p:txBody>
        </p:sp>
        <p:sp>
          <p:nvSpPr>
            <p:cNvPr id="154" name="이등변 삼각형 153">
              <a:extLst>
                <a:ext uri="{FF2B5EF4-FFF2-40B4-BE49-F238E27FC236}">
                  <a16:creationId xmlns:a16="http://schemas.microsoft.com/office/drawing/2014/main" id="{F984333B-8403-40E8-9ACD-74547BBF9CDA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PONADMCLSDROOH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클래스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D321314-568F-44CD-8BA1-E86BE18C617B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6DA457DF-AF3C-4F96-BC15-BF6C818FE42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2257B7A-B5DC-4AB6-8102-30767A0A2920}"/>
                </a:ext>
              </a:extLst>
            </p:cNvPr>
            <p:cNvSpPr/>
            <p:nvPr/>
          </p:nvSpPr>
          <p:spPr>
            <a:xfrm rot="5400000">
              <a:off x="2017958" y="3283500"/>
              <a:ext cx="1484383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61CBD7A-C659-4492-BBD9-4E5BAA2404B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00E8DC2-39C9-4595-86E8-95CD87BD1F13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F43444-2CE9-47C6-AD89-7F2AA5176FCF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109ED89-22EE-478A-A40E-9290EF160353}"/>
              </a:ext>
            </a:extLst>
          </p:cNvPr>
          <p:cNvGrpSpPr/>
          <p:nvPr/>
        </p:nvGrpSpPr>
        <p:grpSpPr>
          <a:xfrm>
            <a:off x="2992084" y="2590789"/>
            <a:ext cx="1280993" cy="1191182"/>
            <a:chOff x="1534206" y="2590789"/>
            <a:chExt cx="1280993" cy="1676420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936A620-E382-44EF-AE0B-02ED1ECEAF13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A57E7D29-12B8-4852-8845-92C7638188E5}"/>
                </a:ext>
              </a:extLst>
            </p:cNvPr>
            <p:cNvSpPr/>
            <p:nvPr/>
          </p:nvSpPr>
          <p:spPr>
            <a:xfrm rot="5400000">
              <a:off x="2017958" y="3283500"/>
              <a:ext cx="1484383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E3E3007-1817-49A5-9776-5F9CCEE8C1F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08745A-75C0-4CDE-89B9-C1434AC4587F}"/>
              </a:ext>
            </a:extLst>
          </p:cNvPr>
          <p:cNvSpPr txBox="1"/>
          <p:nvPr/>
        </p:nvSpPr>
        <p:spPr>
          <a:xfrm>
            <a:off x="3003432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81C18A-958F-4D91-8041-1CFCEE2C116A}"/>
              </a:ext>
            </a:extLst>
          </p:cNvPr>
          <p:cNvSpPr txBox="1"/>
          <p:nvPr/>
        </p:nvSpPr>
        <p:spPr>
          <a:xfrm>
            <a:off x="3003432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DBF8F6-2F72-42F3-8130-D6B049EC7571}"/>
              </a:ext>
            </a:extLst>
          </p:cNvPr>
          <p:cNvSpPr txBox="1"/>
          <p:nvPr/>
        </p:nvSpPr>
        <p:spPr>
          <a:xfrm>
            <a:off x="2995031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18EA7F-DA43-4CD0-896A-D20CCC0A51E8}"/>
              </a:ext>
            </a:extLst>
          </p:cNvPr>
          <p:cNvSpPr txBox="1"/>
          <p:nvPr/>
        </p:nvSpPr>
        <p:spPr>
          <a:xfrm>
            <a:off x="3003432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1443E9-937D-492B-8299-D9935CD25024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 err="1"/>
              <a:t>차분류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DF0F80-A46D-49F6-BC66-501891630819}"/>
              </a:ext>
            </a:extLst>
          </p:cNvPr>
          <p:cNvSpPr txBox="1"/>
          <p:nvPr/>
        </p:nvSpPr>
        <p:spPr>
          <a:xfrm>
            <a:off x="2952405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 err="1"/>
              <a:t>차분류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E01F23-C45D-46B4-A843-7FD93F9D88F2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영어</a:t>
            </a:r>
            <a:endParaRPr lang="ko-KR" altLang="en-US" sz="10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59BD07B-8B57-4E89-BCC7-3A1B34E93C09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FFC4851-3643-42D8-89A3-7952034EC8B4}"/>
              </a:ext>
            </a:extLst>
          </p:cNvPr>
          <p:cNvSpPr/>
          <p:nvPr/>
        </p:nvSpPr>
        <p:spPr>
          <a:xfrm>
            <a:off x="5313190" y="6136735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84" name="그림 83">
            <a:extLst>
              <a:ext uri="{FF2B5EF4-FFF2-40B4-BE49-F238E27FC236}">
                <a16:creationId xmlns:a16="http://schemas.microsoft.com/office/drawing/2014/main" id="{488911F9-B364-4616-A974-F010C7E985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40140" y="4682208"/>
            <a:ext cx="546100" cy="409575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962098DB-AE6F-4384-A1B5-A33D817067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40140" y="5263032"/>
            <a:ext cx="576906" cy="271846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718B7EA5-96FA-4301-9E71-43A50951D5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79346" y="5733701"/>
            <a:ext cx="546100" cy="298032"/>
          </a:xfrm>
          <a:prstGeom prst="rect">
            <a:avLst/>
          </a:prstGeom>
        </p:spPr>
      </p:pic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D5A9347-00B7-456F-8589-7B65E620DFA0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437350F-AF69-49C7-92F8-BB2FCF2790F7}"/>
              </a:ext>
            </a:extLst>
          </p:cNvPr>
          <p:cNvGrpSpPr/>
          <p:nvPr/>
        </p:nvGrpSpPr>
        <p:grpSpPr>
          <a:xfrm>
            <a:off x="5883564" y="3960551"/>
            <a:ext cx="689181" cy="221852"/>
            <a:chOff x="5883564" y="3960551"/>
            <a:chExt cx="689181" cy="221852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D0F9D6F3-3998-4FD4-B49F-6824BDC652E9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사용여부</a:t>
              </a:r>
            </a:p>
          </p:txBody>
        </p:sp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CA69DB11-F139-4EA0-B214-B278E364D03B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8BBCA8F-A814-4811-89A2-CB341B662F4B}"/>
              </a:ext>
            </a:extLst>
          </p:cNvPr>
          <p:cNvGrpSpPr/>
          <p:nvPr/>
        </p:nvGrpSpPr>
        <p:grpSpPr>
          <a:xfrm>
            <a:off x="6410254" y="3636077"/>
            <a:ext cx="545589" cy="221852"/>
            <a:chOff x="6651988" y="3960551"/>
            <a:chExt cx="545589" cy="221852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680B2888-0A2D-4B8F-B409-95ABCA3C6B1D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2E49733C-7F41-4D6C-8AE5-12192BB47A86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0D3BAC8-38A9-4C35-99D6-B778F042C013}"/>
              </a:ext>
            </a:extLst>
          </p:cNvPr>
          <p:cNvSpPr/>
          <p:nvPr/>
        </p:nvSpPr>
        <p:spPr>
          <a:xfrm>
            <a:off x="1530418" y="3649473"/>
            <a:ext cx="1284779" cy="127347"/>
          </a:xfrm>
          <a:prstGeom prst="roundRect">
            <a:avLst>
              <a:gd name="adj" fmla="val 11090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항목 편집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6086BEF3-E74A-4ED4-BFCD-79576D675290}"/>
              </a:ext>
            </a:extLst>
          </p:cNvPr>
          <p:cNvSpPr/>
          <p:nvPr/>
        </p:nvSpPr>
        <p:spPr>
          <a:xfrm>
            <a:off x="2990245" y="3649473"/>
            <a:ext cx="1284779" cy="127347"/>
          </a:xfrm>
          <a:prstGeom prst="roundRect">
            <a:avLst>
              <a:gd name="adj" fmla="val 11090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항목 편집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2D3341-F41D-4C70-AF6E-BB58B3E74601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D570AE99-42C2-4781-8429-50CF62177C91}"/>
              </a:ext>
            </a:extLst>
          </p:cNvPr>
          <p:cNvGrpSpPr/>
          <p:nvPr/>
        </p:nvGrpSpPr>
        <p:grpSpPr>
          <a:xfrm>
            <a:off x="3721479" y="1903712"/>
            <a:ext cx="4027845" cy="4288822"/>
            <a:chOff x="3723765" y="1594190"/>
            <a:chExt cx="4027845" cy="4288822"/>
          </a:xfrm>
        </p:grpSpPr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6516962B-5DB2-4599-A59F-C5A2A0687152}"/>
                </a:ext>
              </a:extLst>
            </p:cNvPr>
            <p:cNvGrpSpPr/>
            <p:nvPr/>
          </p:nvGrpSpPr>
          <p:grpSpPr>
            <a:xfrm>
              <a:off x="3723765" y="1594190"/>
              <a:ext cx="4027845" cy="4288822"/>
              <a:chOff x="3803296" y="3267715"/>
              <a:chExt cx="4027845" cy="4288822"/>
            </a:xfrm>
          </p:grpSpPr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FB4C9A20-1344-46CF-BE03-D0D2DBAB5845}"/>
                  </a:ext>
                </a:extLst>
              </p:cNvPr>
              <p:cNvSpPr/>
              <p:nvPr/>
            </p:nvSpPr>
            <p:spPr>
              <a:xfrm>
                <a:off x="3803297" y="3267715"/>
                <a:ext cx="4027844" cy="403561"/>
              </a:xfrm>
              <a:prstGeom prst="rect">
                <a:avLst/>
              </a:prstGeom>
              <a:solidFill>
                <a:srgbClr val="A792DC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ko-KR" altLang="en-US" sz="1000" dirty="0"/>
                  <a:t>카테고리 편집</a:t>
                </a: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C86B5D3B-BB51-4689-A1A6-F0370F4BF743}"/>
                  </a:ext>
                </a:extLst>
              </p:cNvPr>
              <p:cNvSpPr/>
              <p:nvPr/>
            </p:nvSpPr>
            <p:spPr>
              <a:xfrm>
                <a:off x="3803296" y="3671277"/>
                <a:ext cx="4027844" cy="38852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B7E5C510-CDE6-4C34-91B7-B4FEC391F56C}"/>
                </a:ext>
              </a:extLst>
            </p:cNvPr>
            <p:cNvSpPr/>
            <p:nvPr/>
          </p:nvSpPr>
          <p:spPr>
            <a:xfrm>
              <a:off x="3811299" y="2097836"/>
              <a:ext cx="3854886" cy="3388470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ㄷ</a:t>
              </a:r>
              <a:endParaRPr lang="ko-KR" altLang="en-US" dirty="0"/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9D020C54-1D6F-4142-B2EC-E567E6AE9C49}"/>
                </a:ext>
              </a:extLst>
            </p:cNvPr>
            <p:cNvSpPr/>
            <p:nvPr/>
          </p:nvSpPr>
          <p:spPr>
            <a:xfrm>
              <a:off x="5734390" y="5593723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rgbClr val="BB8BE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가입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6A91E9A-BA02-40A9-A9EB-8261C6AB28D9}"/>
                </a:ext>
              </a:extLst>
            </p:cNvPr>
            <p:cNvSpPr/>
            <p:nvPr/>
          </p:nvSpPr>
          <p:spPr>
            <a:xfrm>
              <a:off x="4705436" y="5593723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취소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5" name="사각형: 둥근 모서리 104">
            <a:extLst>
              <a:ext uri="{FF2B5EF4-FFF2-40B4-BE49-F238E27FC236}">
                <a16:creationId xmlns:a16="http://schemas.microsoft.com/office/drawing/2014/main" id="{BAFC987A-ADCF-4270-BDAE-1DC114D93866}"/>
              </a:ext>
            </a:extLst>
          </p:cNvPr>
          <p:cNvSpPr/>
          <p:nvPr/>
        </p:nvSpPr>
        <p:spPr>
          <a:xfrm>
            <a:off x="1529310" y="3581863"/>
            <a:ext cx="1322682" cy="28748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7" name="연결선: 꺾임 106">
            <a:extLst>
              <a:ext uri="{FF2B5EF4-FFF2-40B4-BE49-F238E27FC236}">
                <a16:creationId xmlns:a16="http://schemas.microsoft.com/office/drawing/2014/main" id="{2A1F0108-D4A0-473F-9CB3-7290835AD7FE}"/>
              </a:ext>
            </a:extLst>
          </p:cNvPr>
          <p:cNvCxnSpPr>
            <a:cxnSpLocks/>
            <a:stCxn id="105" idx="2"/>
          </p:cNvCxnSpPr>
          <p:nvPr/>
        </p:nvCxnSpPr>
        <p:spPr>
          <a:xfrm rot="16200000" flipH="1">
            <a:off x="2874517" y="3185479"/>
            <a:ext cx="157812" cy="1525544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6E9F5F9E-C855-456F-9A67-A6C5AC37B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3383919"/>
              </p:ext>
            </p:extLst>
          </p:nvPr>
        </p:nvGraphicFramePr>
        <p:xfrm>
          <a:off x="3884359" y="2807998"/>
          <a:ext cx="3699086" cy="2429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943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921958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778373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469812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카테고리명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클래스 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역사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영어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549617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코딩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88832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미술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526808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554329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3688670"/>
                  </a:ext>
                </a:extLst>
              </a:tr>
            </a:tbl>
          </a:graphicData>
        </a:graphic>
      </p:graphicFrame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BF8703DD-6C21-4A5A-A501-EB63B94D4CE7}"/>
              </a:ext>
            </a:extLst>
          </p:cNvPr>
          <p:cNvSpPr/>
          <p:nvPr/>
        </p:nvSpPr>
        <p:spPr>
          <a:xfrm>
            <a:off x="6998633" y="2519780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추가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EC6C3F89-C960-406F-A6CE-393C02BCE2FC}"/>
              </a:ext>
            </a:extLst>
          </p:cNvPr>
          <p:cNvSpPr/>
          <p:nvPr/>
        </p:nvSpPr>
        <p:spPr>
          <a:xfrm>
            <a:off x="6204150" y="2519780"/>
            <a:ext cx="720129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목록편집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20EB2936-A674-4F85-A223-C7E18791156D}"/>
              </a:ext>
            </a:extLst>
          </p:cNvPr>
          <p:cNvSpPr/>
          <p:nvPr/>
        </p:nvSpPr>
        <p:spPr>
          <a:xfrm>
            <a:off x="6419833" y="322859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214000A7-9741-4FE9-B356-5FF47262E33B}"/>
              </a:ext>
            </a:extLst>
          </p:cNvPr>
          <p:cNvSpPr/>
          <p:nvPr/>
        </p:nvSpPr>
        <p:spPr>
          <a:xfrm>
            <a:off x="6835254" y="3223661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A3091439-DB49-417F-B771-6957C570FCDE}"/>
              </a:ext>
            </a:extLst>
          </p:cNvPr>
          <p:cNvSpPr/>
          <p:nvPr/>
        </p:nvSpPr>
        <p:spPr>
          <a:xfrm>
            <a:off x="6419833" y="3553383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1D751AC4-9E86-4805-B80A-3AE62657909B}"/>
              </a:ext>
            </a:extLst>
          </p:cNvPr>
          <p:cNvSpPr/>
          <p:nvPr/>
        </p:nvSpPr>
        <p:spPr>
          <a:xfrm>
            <a:off x="6835254" y="3548452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886950D9-133B-46B3-B261-AECE9DFD1628}"/>
              </a:ext>
            </a:extLst>
          </p:cNvPr>
          <p:cNvSpPr/>
          <p:nvPr/>
        </p:nvSpPr>
        <p:spPr>
          <a:xfrm>
            <a:off x="6419833" y="3916691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1D44DFE8-E969-4B84-96A4-DDEC3007F2CA}"/>
              </a:ext>
            </a:extLst>
          </p:cNvPr>
          <p:cNvSpPr/>
          <p:nvPr/>
        </p:nvSpPr>
        <p:spPr>
          <a:xfrm>
            <a:off x="6835254" y="3911760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5B4F62AE-554D-487E-A25F-5A3B87F8E208}"/>
              </a:ext>
            </a:extLst>
          </p:cNvPr>
          <p:cNvSpPr/>
          <p:nvPr/>
        </p:nvSpPr>
        <p:spPr>
          <a:xfrm>
            <a:off x="6419833" y="427400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93C49F8A-CC80-4F7E-A044-8AB97A4B7C90}"/>
              </a:ext>
            </a:extLst>
          </p:cNvPr>
          <p:cNvSpPr/>
          <p:nvPr/>
        </p:nvSpPr>
        <p:spPr>
          <a:xfrm>
            <a:off x="6835254" y="4269071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1A75D40F-2CE5-4E48-8834-E7437C513582}"/>
              </a:ext>
            </a:extLst>
          </p:cNvPr>
          <p:cNvSpPr txBox="1"/>
          <p:nvPr/>
        </p:nvSpPr>
        <p:spPr>
          <a:xfrm>
            <a:off x="3884359" y="5302399"/>
            <a:ext cx="385488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클래스가 존재하는 카테고리는 삭제가 불가능합니다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목록편집 버튼을 눌러 항목을 드래그 앤 </a:t>
            </a:r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드롭하여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순서 변경이 가능합니다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1" name="직사각형 110">
            <a:extLst>
              <a:ext uri="{FF2B5EF4-FFF2-40B4-BE49-F238E27FC236}">
                <a16:creationId xmlns:a16="http://schemas.microsoft.com/office/drawing/2014/main" id="{F6C6190C-11B2-474D-B476-B164D64FA4AC}"/>
              </a:ext>
            </a:extLst>
          </p:cNvPr>
          <p:cNvSpPr/>
          <p:nvPr/>
        </p:nvSpPr>
        <p:spPr>
          <a:xfrm rot="5400000">
            <a:off x="6480065" y="4155921"/>
            <a:ext cx="2053175" cy="1100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9363E769-7355-4D85-88BF-1B33E59531A2}"/>
              </a:ext>
            </a:extLst>
          </p:cNvPr>
          <p:cNvSpPr/>
          <p:nvPr/>
        </p:nvSpPr>
        <p:spPr>
          <a:xfrm rot="5400000">
            <a:off x="7359130" y="3272898"/>
            <a:ext cx="280644" cy="957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6818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사각형: 둥근 모서리 182">
            <a:extLst>
              <a:ext uri="{FF2B5EF4-FFF2-40B4-BE49-F238E27FC236}">
                <a16:creationId xmlns:a16="http://schemas.microsoft.com/office/drawing/2014/main" id="{9C28FB7D-E633-49FA-B00C-D6796DDD00B5}"/>
              </a:ext>
            </a:extLst>
          </p:cNvPr>
          <p:cNvSpPr/>
          <p:nvPr/>
        </p:nvSpPr>
        <p:spPr>
          <a:xfrm>
            <a:off x="1531257" y="3958276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복사</a:t>
            </a:r>
          </a:p>
        </p:txBody>
      </p: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255F812E-596B-474F-9D22-8DC038724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91171"/>
              </p:ext>
            </p:extLst>
          </p:nvPr>
        </p:nvGraphicFramePr>
        <p:xfrm>
          <a:off x="1531255" y="4239113"/>
          <a:ext cx="7668660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80710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436829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698776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218844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502921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436829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292780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1831375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금액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표시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표시기간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50,000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2023-02-02 ~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2023-12-31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원어민 미국 샌프란시스코 출신 케빈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35,000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코딩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[C</a:t>
                      </a:r>
                      <a:r>
                        <a:rPr lang="ko-KR" altLang="en-US" sz="800" dirty="0"/>
                        <a:t>언어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알고리즘 마스터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! </a:t>
                      </a:r>
                      <a:r>
                        <a:rPr lang="ko-KR" altLang="en-US" sz="800" u="sng" dirty="0" err="1">
                          <a:solidFill>
                            <a:schemeClr val="accent1"/>
                          </a:solidFill>
                        </a:rPr>
                        <a:t>유아용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 </a:t>
                      </a:r>
                      <a:r>
                        <a:rPr lang="ko-KR" altLang="en-US" sz="800" u="sng" dirty="0" err="1">
                          <a:solidFill>
                            <a:schemeClr val="accent1"/>
                          </a:solidFill>
                        </a:rPr>
                        <a:t>프라이빗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…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98,000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Y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-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161" name="Box">
            <a:extLst>
              <a:ext uri="{FF2B5EF4-FFF2-40B4-BE49-F238E27FC236}">
                <a16:creationId xmlns:a16="http://schemas.microsoft.com/office/drawing/2014/main" id="{0B924633-8B36-4379-9914-5DE14D38E2D4}"/>
              </a:ext>
            </a:extLst>
          </p:cNvPr>
          <p:cNvSpPr/>
          <p:nvPr/>
        </p:nvSpPr>
        <p:spPr>
          <a:xfrm>
            <a:off x="161280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2" name="Box">
            <a:extLst>
              <a:ext uri="{FF2B5EF4-FFF2-40B4-BE49-F238E27FC236}">
                <a16:creationId xmlns:a16="http://schemas.microsoft.com/office/drawing/2014/main" id="{8C6DE822-D960-41F3-A82B-71A1E1E82467}"/>
              </a:ext>
            </a:extLst>
          </p:cNvPr>
          <p:cNvSpPr/>
          <p:nvPr/>
        </p:nvSpPr>
        <p:spPr>
          <a:xfrm>
            <a:off x="1612804" y="4705057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3" name="Box">
            <a:extLst>
              <a:ext uri="{FF2B5EF4-FFF2-40B4-BE49-F238E27FC236}">
                <a16:creationId xmlns:a16="http://schemas.microsoft.com/office/drawing/2014/main" id="{727A9AE0-D76A-4F15-9EA9-04B8F03FB2A2}"/>
              </a:ext>
            </a:extLst>
          </p:cNvPr>
          <p:cNvSpPr/>
          <p:nvPr/>
        </p:nvSpPr>
        <p:spPr>
          <a:xfrm>
            <a:off x="1612803" y="504958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4" name="Box">
            <a:extLst>
              <a:ext uri="{FF2B5EF4-FFF2-40B4-BE49-F238E27FC236}">
                <a16:creationId xmlns:a16="http://schemas.microsoft.com/office/drawing/2014/main" id="{DEDD6540-2EC3-46CC-B362-66BEE38764FA}"/>
              </a:ext>
            </a:extLst>
          </p:cNvPr>
          <p:cNvSpPr/>
          <p:nvPr/>
        </p:nvSpPr>
        <p:spPr>
          <a:xfrm>
            <a:off x="1612803" y="5410282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5" name="L 도형 164">
            <a:extLst>
              <a:ext uri="{FF2B5EF4-FFF2-40B4-BE49-F238E27FC236}">
                <a16:creationId xmlns:a16="http://schemas.microsoft.com/office/drawing/2014/main" id="{7474C466-C88D-40C4-B8A2-8034AF28B358}"/>
              </a:ext>
            </a:extLst>
          </p:cNvPr>
          <p:cNvSpPr/>
          <p:nvPr/>
        </p:nvSpPr>
        <p:spPr>
          <a:xfrm rot="18935460">
            <a:off x="1642626" y="4717924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931A50FC-8008-4E38-8989-6FEDD28FFFC0}"/>
              </a:ext>
            </a:extLst>
          </p:cNvPr>
          <p:cNvSpPr/>
          <p:nvPr/>
        </p:nvSpPr>
        <p:spPr>
          <a:xfrm>
            <a:off x="8106181" y="4678114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045AFF27-0E16-4672-A3B8-D1B97800E6E2}"/>
              </a:ext>
            </a:extLst>
          </p:cNvPr>
          <p:cNvSpPr/>
          <p:nvPr/>
        </p:nvSpPr>
        <p:spPr>
          <a:xfrm>
            <a:off x="8592847" y="4678114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168" name="사각형: 둥근 모서리 167">
            <a:extLst>
              <a:ext uri="{FF2B5EF4-FFF2-40B4-BE49-F238E27FC236}">
                <a16:creationId xmlns:a16="http://schemas.microsoft.com/office/drawing/2014/main" id="{A9176D40-266C-49DB-8C3F-231839FE5172}"/>
              </a:ext>
            </a:extLst>
          </p:cNvPr>
          <p:cNvSpPr/>
          <p:nvPr/>
        </p:nvSpPr>
        <p:spPr>
          <a:xfrm>
            <a:off x="8106181" y="5004779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E6F70918-CEFF-454F-8CE0-0F3F83983C8A}"/>
              </a:ext>
            </a:extLst>
          </p:cNvPr>
          <p:cNvSpPr/>
          <p:nvPr/>
        </p:nvSpPr>
        <p:spPr>
          <a:xfrm>
            <a:off x="8592847" y="5004779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DAB3535B-C91F-4B11-9D8D-05F26E1C1A03}"/>
              </a:ext>
            </a:extLst>
          </p:cNvPr>
          <p:cNvSpPr/>
          <p:nvPr/>
        </p:nvSpPr>
        <p:spPr>
          <a:xfrm>
            <a:off x="8106181" y="5387246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96E63939-4EB5-401B-A45A-89FB0A2A76FF}"/>
              </a:ext>
            </a:extLst>
          </p:cNvPr>
          <p:cNvSpPr/>
          <p:nvPr/>
        </p:nvSpPr>
        <p:spPr>
          <a:xfrm>
            <a:off x="8592847" y="5387246"/>
            <a:ext cx="469147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11D21910-2E5B-48A9-890B-C285A0632E19}"/>
              </a:ext>
            </a:extLst>
          </p:cNvPr>
          <p:cNvSpPr/>
          <p:nvPr/>
        </p:nvSpPr>
        <p:spPr>
          <a:xfrm>
            <a:off x="7443537" y="4678114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9F3CB684-9D6A-4687-AC2F-C783D7C19C19}"/>
              </a:ext>
            </a:extLst>
          </p:cNvPr>
          <p:cNvSpPr/>
          <p:nvPr/>
        </p:nvSpPr>
        <p:spPr>
          <a:xfrm>
            <a:off x="7443537" y="5004779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5232587E-138C-4291-8A32-CFD2AE44A437}"/>
              </a:ext>
            </a:extLst>
          </p:cNvPr>
          <p:cNvSpPr/>
          <p:nvPr/>
        </p:nvSpPr>
        <p:spPr>
          <a:xfrm>
            <a:off x="7443537" y="5370465"/>
            <a:ext cx="631395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신청현황</a:t>
            </a:r>
          </a:p>
        </p:txBody>
      </p:sp>
      <p:cxnSp>
        <p:nvCxnSpPr>
          <p:cNvPr id="182" name="연결선: 꺾임 181">
            <a:extLst>
              <a:ext uri="{FF2B5EF4-FFF2-40B4-BE49-F238E27FC236}">
                <a16:creationId xmlns:a16="http://schemas.microsoft.com/office/drawing/2014/main" id="{B41D8C95-4F81-4BBE-9116-4AAD7ADE0DF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058471" y="5010354"/>
            <a:ext cx="729711" cy="283727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4B9E4A3D-8621-4BD2-809C-7531560BDA78}"/>
              </a:ext>
            </a:extLst>
          </p:cNvPr>
          <p:cNvSpPr/>
          <p:nvPr/>
        </p:nvSpPr>
        <p:spPr>
          <a:xfrm>
            <a:off x="8615103" y="3960551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7AB41BE4-3ADA-4918-8A09-E54F9750BC15}"/>
              </a:ext>
            </a:extLst>
          </p:cNvPr>
          <p:cNvSpPr/>
          <p:nvPr/>
        </p:nvSpPr>
        <p:spPr>
          <a:xfrm>
            <a:off x="7276777" y="3960551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9EA61032-B1D8-4CF7-B54C-D35D9B50BD8D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D8F1CD79-0DDA-49E5-A0C1-5EFDD642A291}"/>
              </a:ext>
            </a:extLst>
          </p:cNvPr>
          <p:cNvGrpSpPr/>
          <p:nvPr/>
        </p:nvGrpSpPr>
        <p:grpSpPr>
          <a:xfrm>
            <a:off x="6651988" y="3960551"/>
            <a:ext cx="545589" cy="221852"/>
            <a:chOff x="6651988" y="3960551"/>
            <a:chExt cx="545589" cy="221852"/>
          </a:xfrm>
        </p:grpSpPr>
        <p:sp>
          <p:nvSpPr>
            <p:cNvPr id="135" name="사각형: 둥근 모서리 134">
              <a:extLst>
                <a:ext uri="{FF2B5EF4-FFF2-40B4-BE49-F238E27FC236}">
                  <a16:creationId xmlns:a16="http://schemas.microsoft.com/office/drawing/2014/main" id="{0754E1BA-516D-4EB6-869E-885EAE1069A1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136" name="이등변 삼각형 135">
              <a:extLst>
                <a:ext uri="{FF2B5EF4-FFF2-40B4-BE49-F238E27FC236}">
                  <a16:creationId xmlns:a16="http://schemas.microsoft.com/office/drawing/2014/main" id="{C785445F-0012-4B57-85D1-45E4E4925007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E22C450A-0DBA-453D-B954-454C0C30AF2B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91016CE6-870E-44B4-8210-A47C35E9C8F6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41" name="사각형: 둥근 모서리 140">
              <a:extLst>
                <a:ext uri="{FF2B5EF4-FFF2-40B4-BE49-F238E27FC236}">
                  <a16:creationId xmlns:a16="http://schemas.microsoft.com/office/drawing/2014/main" id="{CE87C6EC-6E7F-4C8E-B67C-A9BEDD117F33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3D2DFD52-95C7-47EE-8DF5-03AA63C29149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9D795EA3-7AF9-46CB-B799-2D8D8C7194EE}"/>
              </a:ext>
            </a:extLst>
          </p:cNvPr>
          <p:cNvGrpSpPr/>
          <p:nvPr/>
        </p:nvGrpSpPr>
        <p:grpSpPr>
          <a:xfrm>
            <a:off x="6003621" y="3960551"/>
            <a:ext cx="545589" cy="221852"/>
            <a:chOff x="6651988" y="3960551"/>
            <a:chExt cx="545589" cy="221852"/>
          </a:xfrm>
        </p:grpSpPr>
        <p:sp>
          <p:nvSpPr>
            <p:cNvPr id="152" name="사각형: 둥근 모서리 151">
              <a:extLst>
                <a:ext uri="{FF2B5EF4-FFF2-40B4-BE49-F238E27FC236}">
                  <a16:creationId xmlns:a16="http://schemas.microsoft.com/office/drawing/2014/main" id="{52A08F72-46A7-46FD-9DEF-F4CB52DA0E42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표시</a:t>
              </a:r>
            </a:p>
          </p:txBody>
        </p:sp>
        <p:sp>
          <p:nvSpPr>
            <p:cNvPr id="153" name="이등변 삼각형 152">
              <a:extLst>
                <a:ext uri="{FF2B5EF4-FFF2-40B4-BE49-F238E27FC236}">
                  <a16:creationId xmlns:a16="http://schemas.microsoft.com/office/drawing/2014/main" id="{997B6AFB-E8A6-46E2-AA46-77570E574712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PONADMCLSDROOH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클래스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클래스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D321314-568F-44CD-8BA1-E86BE18C617B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6DA457DF-AF3C-4F96-BC15-BF6C818FE42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2257B7A-B5DC-4AB6-8102-30767A0A2920}"/>
                </a:ext>
              </a:extLst>
            </p:cNvPr>
            <p:cNvSpPr/>
            <p:nvPr/>
          </p:nvSpPr>
          <p:spPr>
            <a:xfrm rot="5400000">
              <a:off x="2017958" y="3283500"/>
              <a:ext cx="1484383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61CBD7A-C659-4492-BBD9-4E5BAA2404B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00E8DC2-39C9-4595-86E8-95CD87BD1F13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F43444-2CE9-47C6-AD89-7F2AA5176FCF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109ED89-22EE-478A-A40E-9290EF160353}"/>
              </a:ext>
            </a:extLst>
          </p:cNvPr>
          <p:cNvGrpSpPr/>
          <p:nvPr/>
        </p:nvGrpSpPr>
        <p:grpSpPr>
          <a:xfrm>
            <a:off x="2992084" y="2590789"/>
            <a:ext cx="1280993" cy="1191182"/>
            <a:chOff x="1534206" y="2590789"/>
            <a:chExt cx="1280993" cy="1676420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936A620-E382-44EF-AE0B-02ED1ECEAF13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A57E7D29-12B8-4852-8845-92C7638188E5}"/>
                </a:ext>
              </a:extLst>
            </p:cNvPr>
            <p:cNvSpPr/>
            <p:nvPr/>
          </p:nvSpPr>
          <p:spPr>
            <a:xfrm rot="5400000">
              <a:off x="2017958" y="3283500"/>
              <a:ext cx="1484383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E3E3007-1817-49A5-9776-5F9CCEE8C1F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08745A-75C0-4CDE-89B9-C1434AC4587F}"/>
              </a:ext>
            </a:extLst>
          </p:cNvPr>
          <p:cNvSpPr txBox="1"/>
          <p:nvPr/>
        </p:nvSpPr>
        <p:spPr>
          <a:xfrm>
            <a:off x="3003432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81C18A-958F-4D91-8041-1CFCEE2C116A}"/>
              </a:ext>
            </a:extLst>
          </p:cNvPr>
          <p:cNvSpPr txBox="1"/>
          <p:nvPr/>
        </p:nvSpPr>
        <p:spPr>
          <a:xfrm>
            <a:off x="3003432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DBF8F6-2F72-42F3-8130-D6B049EC7571}"/>
              </a:ext>
            </a:extLst>
          </p:cNvPr>
          <p:cNvSpPr txBox="1"/>
          <p:nvPr/>
        </p:nvSpPr>
        <p:spPr>
          <a:xfrm>
            <a:off x="2995031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18EA7F-DA43-4CD0-896A-D20CCC0A51E8}"/>
              </a:ext>
            </a:extLst>
          </p:cNvPr>
          <p:cNvSpPr txBox="1"/>
          <p:nvPr/>
        </p:nvSpPr>
        <p:spPr>
          <a:xfrm>
            <a:off x="3003432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21443E9-937D-492B-8299-D9935CD25024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 err="1"/>
              <a:t>차분류</a:t>
            </a:r>
            <a:endParaRPr lang="ko-KR" altLang="en-US" sz="14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DDF0F80-A46D-49F6-BC66-501891630819}"/>
              </a:ext>
            </a:extLst>
          </p:cNvPr>
          <p:cNvSpPr txBox="1"/>
          <p:nvPr/>
        </p:nvSpPr>
        <p:spPr>
          <a:xfrm>
            <a:off x="2952405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 err="1"/>
              <a:t>차분류</a:t>
            </a:r>
            <a:endParaRPr lang="ko-KR" altLang="en-US" sz="1400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E01F23-C45D-46B4-A843-7FD93F9D88F2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영어</a:t>
            </a:r>
            <a:endParaRPr lang="ko-KR" altLang="en-US" sz="10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59BD07B-8B57-4E89-BCC7-3A1B34E93C09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그림 83">
            <a:extLst>
              <a:ext uri="{FF2B5EF4-FFF2-40B4-BE49-F238E27FC236}">
                <a16:creationId xmlns:a16="http://schemas.microsoft.com/office/drawing/2014/main" id="{488911F9-B364-4616-A974-F010C7E985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40140" y="4682208"/>
            <a:ext cx="546100" cy="409575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962098DB-AE6F-4384-A1B5-A33D817067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40140" y="5263032"/>
            <a:ext cx="576906" cy="271846"/>
          </a:xfrm>
          <a:prstGeom prst="rect">
            <a:avLst/>
          </a:prstGeom>
        </p:spPr>
      </p:pic>
      <p:pic>
        <p:nvPicPr>
          <p:cNvPr id="86" name="그림 85">
            <a:extLst>
              <a:ext uri="{FF2B5EF4-FFF2-40B4-BE49-F238E27FC236}">
                <a16:creationId xmlns:a16="http://schemas.microsoft.com/office/drawing/2014/main" id="{718B7EA5-96FA-4301-9E71-43A50951D5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79346" y="5733701"/>
            <a:ext cx="546100" cy="298032"/>
          </a:xfrm>
          <a:prstGeom prst="rect">
            <a:avLst/>
          </a:prstGeom>
        </p:spPr>
      </p:pic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D5A9347-00B7-456F-8589-7B65E620DFA0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8437350F-AF69-49C7-92F8-BB2FCF2790F7}"/>
              </a:ext>
            </a:extLst>
          </p:cNvPr>
          <p:cNvGrpSpPr/>
          <p:nvPr/>
        </p:nvGrpSpPr>
        <p:grpSpPr>
          <a:xfrm>
            <a:off x="5883564" y="3960551"/>
            <a:ext cx="689181" cy="221852"/>
            <a:chOff x="5883564" y="3960551"/>
            <a:chExt cx="689181" cy="221852"/>
          </a:xfrm>
        </p:grpSpPr>
        <p:sp>
          <p:nvSpPr>
            <p:cNvPr id="93" name="사각형: 둥근 모서리 92">
              <a:extLst>
                <a:ext uri="{FF2B5EF4-FFF2-40B4-BE49-F238E27FC236}">
                  <a16:creationId xmlns:a16="http://schemas.microsoft.com/office/drawing/2014/main" id="{D0F9D6F3-3998-4FD4-B49F-6824BDC652E9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사용여부</a:t>
              </a:r>
            </a:p>
          </p:txBody>
        </p:sp>
        <p:sp>
          <p:nvSpPr>
            <p:cNvPr id="94" name="이등변 삼각형 93">
              <a:extLst>
                <a:ext uri="{FF2B5EF4-FFF2-40B4-BE49-F238E27FC236}">
                  <a16:creationId xmlns:a16="http://schemas.microsoft.com/office/drawing/2014/main" id="{CA69DB11-F139-4EA0-B214-B278E364D03B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8BBCA8F-A814-4811-89A2-CB341B662F4B}"/>
              </a:ext>
            </a:extLst>
          </p:cNvPr>
          <p:cNvGrpSpPr/>
          <p:nvPr/>
        </p:nvGrpSpPr>
        <p:grpSpPr>
          <a:xfrm>
            <a:off x="6651988" y="3960551"/>
            <a:ext cx="545589" cy="221852"/>
            <a:chOff x="6651988" y="3960551"/>
            <a:chExt cx="545589" cy="221852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680B2888-0A2D-4B8F-B409-95ABCA3C6B1D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2E49733C-7F41-4D6C-8AE5-12192BB47A86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0D3BAC8-38A9-4C35-99D6-B778F042C013}"/>
              </a:ext>
            </a:extLst>
          </p:cNvPr>
          <p:cNvSpPr/>
          <p:nvPr/>
        </p:nvSpPr>
        <p:spPr>
          <a:xfrm>
            <a:off x="1530418" y="3649473"/>
            <a:ext cx="1284779" cy="127347"/>
          </a:xfrm>
          <a:prstGeom prst="roundRect">
            <a:avLst>
              <a:gd name="adj" fmla="val 11090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항목 편집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6086BEF3-E74A-4ED4-BFCD-79576D675290}"/>
              </a:ext>
            </a:extLst>
          </p:cNvPr>
          <p:cNvSpPr/>
          <p:nvPr/>
        </p:nvSpPr>
        <p:spPr>
          <a:xfrm>
            <a:off x="2990245" y="3649473"/>
            <a:ext cx="1284779" cy="127347"/>
          </a:xfrm>
          <a:prstGeom prst="roundRect">
            <a:avLst>
              <a:gd name="adj" fmla="val 11090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bg1"/>
                </a:solidFill>
              </a:rPr>
              <a:t>항목 편집</a:t>
            </a:r>
            <a:endParaRPr lang="ko-KR" altLang="en-US" sz="500" dirty="0">
              <a:solidFill>
                <a:schemeClr val="bg1"/>
              </a:solidFill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2D3341-F41D-4C70-AF6E-BB58B3E74601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D570AE99-42C2-4781-8429-50CF62177C91}"/>
              </a:ext>
            </a:extLst>
          </p:cNvPr>
          <p:cNvGrpSpPr/>
          <p:nvPr/>
        </p:nvGrpSpPr>
        <p:grpSpPr>
          <a:xfrm>
            <a:off x="3721479" y="1903712"/>
            <a:ext cx="4027845" cy="4288822"/>
            <a:chOff x="3723765" y="1594190"/>
            <a:chExt cx="4027845" cy="4288822"/>
          </a:xfrm>
        </p:grpSpPr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6516962B-5DB2-4599-A59F-C5A2A0687152}"/>
                </a:ext>
              </a:extLst>
            </p:cNvPr>
            <p:cNvGrpSpPr/>
            <p:nvPr/>
          </p:nvGrpSpPr>
          <p:grpSpPr>
            <a:xfrm>
              <a:off x="3723765" y="1594190"/>
              <a:ext cx="4027845" cy="4288822"/>
              <a:chOff x="3803296" y="3267715"/>
              <a:chExt cx="4027845" cy="4288822"/>
            </a:xfrm>
          </p:grpSpPr>
          <p:sp>
            <p:nvSpPr>
              <p:cNvPr id="171" name="직사각형 170">
                <a:extLst>
                  <a:ext uri="{FF2B5EF4-FFF2-40B4-BE49-F238E27FC236}">
                    <a16:creationId xmlns:a16="http://schemas.microsoft.com/office/drawing/2014/main" id="{FB4C9A20-1344-46CF-BE03-D0D2DBAB5845}"/>
                  </a:ext>
                </a:extLst>
              </p:cNvPr>
              <p:cNvSpPr/>
              <p:nvPr/>
            </p:nvSpPr>
            <p:spPr>
              <a:xfrm>
                <a:off x="3803297" y="3267715"/>
                <a:ext cx="4027844" cy="403561"/>
              </a:xfrm>
              <a:prstGeom prst="rect">
                <a:avLst/>
              </a:prstGeom>
              <a:solidFill>
                <a:srgbClr val="A792DC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ko-KR" altLang="en-US" sz="1000" dirty="0"/>
                  <a:t>카테고리 편집</a:t>
                </a:r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C86B5D3B-BB51-4689-A1A6-F0370F4BF743}"/>
                  </a:ext>
                </a:extLst>
              </p:cNvPr>
              <p:cNvSpPr/>
              <p:nvPr/>
            </p:nvSpPr>
            <p:spPr>
              <a:xfrm>
                <a:off x="3803296" y="3671277"/>
                <a:ext cx="4027844" cy="388526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4" name="사각형: 둥근 모서리 143">
              <a:extLst>
                <a:ext uri="{FF2B5EF4-FFF2-40B4-BE49-F238E27FC236}">
                  <a16:creationId xmlns:a16="http://schemas.microsoft.com/office/drawing/2014/main" id="{B7E5C510-CDE6-4C34-91B7-B4FEC391F56C}"/>
                </a:ext>
              </a:extLst>
            </p:cNvPr>
            <p:cNvSpPr/>
            <p:nvPr/>
          </p:nvSpPr>
          <p:spPr>
            <a:xfrm>
              <a:off x="3811299" y="2097836"/>
              <a:ext cx="3854886" cy="3388470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ㄷ</a:t>
              </a:r>
              <a:endParaRPr lang="ko-KR" altLang="en-US" dirty="0"/>
            </a:p>
          </p:txBody>
        </p:sp>
        <p:sp>
          <p:nvSpPr>
            <p:cNvPr id="145" name="사각형: 둥근 모서리 144">
              <a:extLst>
                <a:ext uri="{FF2B5EF4-FFF2-40B4-BE49-F238E27FC236}">
                  <a16:creationId xmlns:a16="http://schemas.microsoft.com/office/drawing/2014/main" id="{9D020C54-1D6F-4142-B2EC-E567E6AE9C49}"/>
                </a:ext>
              </a:extLst>
            </p:cNvPr>
            <p:cNvSpPr/>
            <p:nvPr/>
          </p:nvSpPr>
          <p:spPr>
            <a:xfrm>
              <a:off x="5734390" y="5593723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rgbClr val="BB8BE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가입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E6A91E9A-BA02-40A9-A9EB-8261C6AB28D9}"/>
                </a:ext>
              </a:extLst>
            </p:cNvPr>
            <p:cNvSpPr/>
            <p:nvPr/>
          </p:nvSpPr>
          <p:spPr>
            <a:xfrm>
              <a:off x="4705436" y="5593723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취소</a:t>
              </a:r>
              <a:endParaRPr lang="ko-KR" altLang="en-US" sz="700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112" name="표 111">
            <a:extLst>
              <a:ext uri="{FF2B5EF4-FFF2-40B4-BE49-F238E27FC236}">
                <a16:creationId xmlns:a16="http://schemas.microsoft.com/office/drawing/2014/main" id="{6E9F5F9E-C855-456F-9A67-A6C5AC37B4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1378280"/>
              </p:ext>
            </p:extLst>
          </p:nvPr>
        </p:nvGraphicFramePr>
        <p:xfrm>
          <a:off x="3884359" y="3132472"/>
          <a:ext cx="3699086" cy="1735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8943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1162930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1012642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994571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카테고리명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클래스 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none" dirty="0">
                          <a:solidFill>
                            <a:schemeClr val="tx1"/>
                          </a:solidFill>
                        </a:rPr>
                        <a:t>역사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영어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9549617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코딩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988832"/>
                  </a:ext>
                </a:extLst>
              </a:tr>
              <a:tr h="34708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u="sng" dirty="0">
                          <a:solidFill>
                            <a:schemeClr val="accent1"/>
                          </a:solidFill>
                        </a:rPr>
                        <a:t>미술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526808"/>
                  </a:ext>
                </a:extLst>
              </a:tr>
            </a:tbl>
          </a:graphicData>
        </a:graphic>
      </p:graphicFrame>
      <p:sp>
        <p:nvSpPr>
          <p:cNvPr id="113" name="사각형: 둥근 모서리 112">
            <a:extLst>
              <a:ext uri="{FF2B5EF4-FFF2-40B4-BE49-F238E27FC236}">
                <a16:creationId xmlns:a16="http://schemas.microsoft.com/office/drawing/2014/main" id="{BF8703DD-6C21-4A5A-A501-EB63B94D4CE7}"/>
              </a:ext>
            </a:extLst>
          </p:cNvPr>
          <p:cNvSpPr/>
          <p:nvPr/>
        </p:nvSpPr>
        <p:spPr>
          <a:xfrm>
            <a:off x="6998633" y="2844254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추가</a:t>
            </a:r>
          </a:p>
        </p:txBody>
      </p:sp>
      <p:sp>
        <p:nvSpPr>
          <p:cNvPr id="116" name="사각형: 둥근 모서리 115">
            <a:extLst>
              <a:ext uri="{FF2B5EF4-FFF2-40B4-BE49-F238E27FC236}">
                <a16:creationId xmlns:a16="http://schemas.microsoft.com/office/drawing/2014/main" id="{EC6C3F89-C960-406F-A6CE-393C02BCE2FC}"/>
              </a:ext>
            </a:extLst>
          </p:cNvPr>
          <p:cNvSpPr/>
          <p:nvPr/>
        </p:nvSpPr>
        <p:spPr>
          <a:xfrm>
            <a:off x="6204150" y="2844254"/>
            <a:ext cx="720129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목록편집</a:t>
            </a:r>
          </a:p>
        </p:txBody>
      </p:sp>
      <p:sp>
        <p:nvSpPr>
          <p:cNvPr id="117" name="사각형: 둥근 모서리 116">
            <a:extLst>
              <a:ext uri="{FF2B5EF4-FFF2-40B4-BE49-F238E27FC236}">
                <a16:creationId xmlns:a16="http://schemas.microsoft.com/office/drawing/2014/main" id="{20EB2936-A674-4F85-A223-C7E18791156D}"/>
              </a:ext>
            </a:extLst>
          </p:cNvPr>
          <p:cNvSpPr/>
          <p:nvPr/>
        </p:nvSpPr>
        <p:spPr>
          <a:xfrm>
            <a:off x="6661567" y="3553066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18" name="사각형: 둥근 모서리 117">
            <a:extLst>
              <a:ext uri="{FF2B5EF4-FFF2-40B4-BE49-F238E27FC236}">
                <a16:creationId xmlns:a16="http://schemas.microsoft.com/office/drawing/2014/main" id="{214000A7-9741-4FE9-B356-5FF47262E33B}"/>
              </a:ext>
            </a:extLst>
          </p:cNvPr>
          <p:cNvSpPr/>
          <p:nvPr/>
        </p:nvSpPr>
        <p:spPr>
          <a:xfrm>
            <a:off x="7076988" y="3548135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A3091439-DB49-417F-B771-6957C570FCDE}"/>
              </a:ext>
            </a:extLst>
          </p:cNvPr>
          <p:cNvSpPr/>
          <p:nvPr/>
        </p:nvSpPr>
        <p:spPr>
          <a:xfrm>
            <a:off x="6661567" y="3877857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1D751AC4-9E86-4805-B80A-3AE62657909B}"/>
              </a:ext>
            </a:extLst>
          </p:cNvPr>
          <p:cNvSpPr/>
          <p:nvPr/>
        </p:nvSpPr>
        <p:spPr>
          <a:xfrm>
            <a:off x="7076988" y="3872926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886950D9-133B-46B3-B261-AECE9DFD1628}"/>
              </a:ext>
            </a:extLst>
          </p:cNvPr>
          <p:cNvSpPr/>
          <p:nvPr/>
        </p:nvSpPr>
        <p:spPr>
          <a:xfrm>
            <a:off x="6661567" y="4241165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1D44DFE8-E969-4B84-96A4-DDEC3007F2CA}"/>
              </a:ext>
            </a:extLst>
          </p:cNvPr>
          <p:cNvSpPr/>
          <p:nvPr/>
        </p:nvSpPr>
        <p:spPr>
          <a:xfrm>
            <a:off x="7076988" y="4236234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23" name="사각형: 둥근 모서리 122">
            <a:extLst>
              <a:ext uri="{FF2B5EF4-FFF2-40B4-BE49-F238E27FC236}">
                <a16:creationId xmlns:a16="http://schemas.microsoft.com/office/drawing/2014/main" id="{5B4F62AE-554D-487E-A25F-5A3B87F8E208}"/>
              </a:ext>
            </a:extLst>
          </p:cNvPr>
          <p:cNvSpPr/>
          <p:nvPr/>
        </p:nvSpPr>
        <p:spPr>
          <a:xfrm>
            <a:off x="6661567" y="4598476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93C49F8A-CC80-4F7E-A044-8AB97A4B7C90}"/>
              </a:ext>
            </a:extLst>
          </p:cNvPr>
          <p:cNvSpPr/>
          <p:nvPr/>
        </p:nvSpPr>
        <p:spPr>
          <a:xfrm>
            <a:off x="7076988" y="4593545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FEE9A50-B897-4EDB-AF35-35A00F028F3E}"/>
              </a:ext>
            </a:extLst>
          </p:cNvPr>
          <p:cNvSpPr/>
          <p:nvPr/>
        </p:nvSpPr>
        <p:spPr>
          <a:xfrm>
            <a:off x="3935508" y="3508252"/>
            <a:ext cx="164772" cy="1340887"/>
          </a:xfrm>
          <a:prstGeom prst="roundRect">
            <a:avLst>
              <a:gd name="adj" fmla="val 5000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B0E798-E437-4C9F-A4CB-5E20FC110BC1}"/>
              </a:ext>
            </a:extLst>
          </p:cNvPr>
          <p:cNvSpPr txBox="1"/>
          <p:nvPr/>
        </p:nvSpPr>
        <p:spPr>
          <a:xfrm>
            <a:off x="4331780" y="2511788"/>
            <a:ext cx="1993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목록편집 </a:t>
            </a:r>
            <a:r>
              <a:rPr lang="ko-KR" altLang="en-US" sz="1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클릭시</a:t>
            </a:r>
            <a:r>
              <a: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드래그 앤 드롭 가능하게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BBC3D09D-1AD5-41A6-89C6-10F916B63BC4}"/>
              </a:ext>
            </a:extLst>
          </p:cNvPr>
          <p:cNvSpPr/>
          <p:nvPr/>
        </p:nvSpPr>
        <p:spPr>
          <a:xfrm>
            <a:off x="4448635" y="4958627"/>
            <a:ext cx="2382888" cy="80456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8EC88998-96A6-41AA-B802-38787EF16158}"/>
              </a:ext>
            </a:extLst>
          </p:cNvPr>
          <p:cNvSpPr txBox="1"/>
          <p:nvPr/>
        </p:nvSpPr>
        <p:spPr>
          <a:xfrm>
            <a:off x="6578406" y="4967956"/>
            <a:ext cx="267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</a:rPr>
              <a:t>X</a:t>
            </a:r>
            <a:endParaRPr lang="ko-KR" altLang="en-US" sz="10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9CE87F0-2D57-4B2B-B0C3-446D3BB5CFD4}"/>
              </a:ext>
            </a:extLst>
          </p:cNvPr>
          <p:cNvSpPr txBox="1"/>
          <p:nvPr/>
        </p:nvSpPr>
        <p:spPr>
          <a:xfrm>
            <a:off x="4513043" y="4999145"/>
            <a:ext cx="11529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카테고리 추가</a:t>
            </a: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42330212-2475-4740-AF5F-A707C420C17B}"/>
              </a:ext>
            </a:extLst>
          </p:cNvPr>
          <p:cNvSpPr/>
          <p:nvPr/>
        </p:nvSpPr>
        <p:spPr>
          <a:xfrm>
            <a:off x="4536562" y="5245366"/>
            <a:ext cx="2175298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카테고리명 입력</a:t>
            </a: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F43960D6-8ABF-4AD0-B94F-A7786E92C32B}"/>
              </a:ext>
            </a:extLst>
          </p:cNvPr>
          <p:cNvSpPr/>
          <p:nvPr/>
        </p:nvSpPr>
        <p:spPr>
          <a:xfrm>
            <a:off x="6263228" y="5503489"/>
            <a:ext cx="443631" cy="210498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추가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BCB43F40-3823-4E8D-86DB-0D1904A6961F}"/>
              </a:ext>
            </a:extLst>
          </p:cNvPr>
          <p:cNvSpPr/>
          <p:nvPr/>
        </p:nvSpPr>
        <p:spPr>
          <a:xfrm>
            <a:off x="5780653" y="5503489"/>
            <a:ext cx="443631" cy="219577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912A67FB-D1C2-4A66-8A19-64D4B3A9C45E}"/>
              </a:ext>
            </a:extLst>
          </p:cNvPr>
          <p:cNvSpPr/>
          <p:nvPr/>
        </p:nvSpPr>
        <p:spPr>
          <a:xfrm>
            <a:off x="1529310" y="3581863"/>
            <a:ext cx="1322682" cy="287482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3" name="연결선: 꺾임 102">
            <a:extLst>
              <a:ext uri="{FF2B5EF4-FFF2-40B4-BE49-F238E27FC236}">
                <a16:creationId xmlns:a16="http://schemas.microsoft.com/office/drawing/2014/main" id="{80AC7E5F-89AE-47DF-8BCC-9858963CA05B}"/>
              </a:ext>
            </a:extLst>
          </p:cNvPr>
          <p:cNvCxnSpPr>
            <a:cxnSpLocks/>
            <a:stCxn id="102" idx="2"/>
          </p:cNvCxnSpPr>
          <p:nvPr/>
        </p:nvCxnSpPr>
        <p:spPr>
          <a:xfrm rot="16200000" flipH="1">
            <a:off x="2874517" y="3185479"/>
            <a:ext cx="157812" cy="1525544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32A9C8B1-E156-483D-8C90-FED245E55785}"/>
              </a:ext>
            </a:extLst>
          </p:cNvPr>
          <p:cNvSpPr/>
          <p:nvPr/>
        </p:nvSpPr>
        <p:spPr>
          <a:xfrm>
            <a:off x="6973316" y="2799262"/>
            <a:ext cx="738120" cy="333210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E86D4B63-7208-4839-B321-8E836D07E184}"/>
              </a:ext>
            </a:extLst>
          </p:cNvPr>
          <p:cNvSpPr/>
          <p:nvPr/>
        </p:nvSpPr>
        <p:spPr>
          <a:xfrm>
            <a:off x="6197309" y="2799262"/>
            <a:ext cx="738120" cy="333210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8" name="연결선: 꺾임 147">
            <a:extLst>
              <a:ext uri="{FF2B5EF4-FFF2-40B4-BE49-F238E27FC236}">
                <a16:creationId xmlns:a16="http://schemas.microsoft.com/office/drawing/2014/main" id="{70AAFEC5-FD12-4866-8E15-DA64AF8C43CD}"/>
              </a:ext>
            </a:extLst>
          </p:cNvPr>
          <p:cNvCxnSpPr>
            <a:cxnSpLocks/>
            <a:stCxn id="126" idx="0"/>
            <a:endCxn id="17" idx="0"/>
          </p:cNvCxnSpPr>
          <p:nvPr/>
        </p:nvCxnSpPr>
        <p:spPr>
          <a:xfrm rot="16200000" flipH="1" flipV="1">
            <a:off x="4937637" y="1879519"/>
            <a:ext cx="708990" cy="2548475"/>
          </a:xfrm>
          <a:prstGeom prst="bentConnector3">
            <a:avLst>
              <a:gd name="adj1" fmla="val -4049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연결선: 꺾임 148">
            <a:extLst>
              <a:ext uri="{FF2B5EF4-FFF2-40B4-BE49-F238E27FC236}">
                <a16:creationId xmlns:a16="http://schemas.microsoft.com/office/drawing/2014/main" id="{2C02B689-A805-4212-AC2A-C55118781A27}"/>
              </a:ext>
            </a:extLst>
          </p:cNvPr>
          <p:cNvCxnSpPr>
            <a:cxnSpLocks/>
            <a:stCxn id="104" idx="3"/>
            <a:endCxn id="138" idx="3"/>
          </p:cNvCxnSpPr>
          <p:nvPr/>
        </p:nvCxnSpPr>
        <p:spPr>
          <a:xfrm flipH="1">
            <a:off x="6831523" y="2965867"/>
            <a:ext cx="879913" cy="2395041"/>
          </a:xfrm>
          <a:prstGeom prst="bentConnector3">
            <a:avLst>
              <a:gd name="adj1" fmla="val -2598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3861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상세조회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PONADMUSRDROOH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461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클래스 </a:t>
            </a:r>
            <a:r>
              <a:rPr lang="ko-KR" altLang="en-US" sz="1400" dirty="0"/>
              <a:t>상세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클래스 상세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833C6DF8-D0E4-4B08-BB88-A22AE982A633}"/>
              </a:ext>
            </a:extLst>
          </p:cNvPr>
          <p:cNvSpPr/>
          <p:nvPr/>
        </p:nvSpPr>
        <p:spPr>
          <a:xfrm>
            <a:off x="1531277" y="6509068"/>
            <a:ext cx="7674170" cy="278709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5D5D30FE-BB72-4628-99D0-1E2BE1F87293}"/>
              </a:ext>
            </a:extLst>
          </p:cNvPr>
          <p:cNvSpPr/>
          <p:nvPr/>
        </p:nvSpPr>
        <p:spPr>
          <a:xfrm>
            <a:off x="1531277" y="2247030"/>
            <a:ext cx="7674170" cy="4184766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2E5B53F3-C505-4B34-93CB-1F03020A95BF}"/>
              </a:ext>
            </a:extLst>
          </p:cNvPr>
          <p:cNvCxnSpPr>
            <a:cxnSpLocks/>
          </p:cNvCxnSpPr>
          <p:nvPr/>
        </p:nvCxnSpPr>
        <p:spPr>
          <a:xfrm>
            <a:off x="1680394" y="2759982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CA1FFC47-03E7-406B-B3C4-64B386C7237A}"/>
              </a:ext>
            </a:extLst>
          </p:cNvPr>
          <p:cNvCxnSpPr>
            <a:cxnSpLocks/>
          </p:cNvCxnSpPr>
          <p:nvPr/>
        </p:nvCxnSpPr>
        <p:spPr>
          <a:xfrm>
            <a:off x="1680394" y="591843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BA76220E-24DE-4EBB-8CEC-6A6E7BFACBB9}"/>
              </a:ext>
            </a:extLst>
          </p:cNvPr>
          <p:cNvSpPr txBox="1"/>
          <p:nvPr/>
        </p:nvSpPr>
        <p:spPr>
          <a:xfrm>
            <a:off x="1680394" y="365894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요약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EA0507-8F30-4471-B726-5A6463447A9B}"/>
              </a:ext>
            </a:extLst>
          </p:cNvPr>
          <p:cNvSpPr txBox="1"/>
          <p:nvPr/>
        </p:nvSpPr>
        <p:spPr>
          <a:xfrm>
            <a:off x="1680394" y="501733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금액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C779648-CBEB-4A4E-BD7F-FFFBF61CCF7A}"/>
              </a:ext>
            </a:extLst>
          </p:cNvPr>
          <p:cNvSpPr txBox="1"/>
          <p:nvPr/>
        </p:nvSpPr>
        <p:spPr>
          <a:xfrm>
            <a:off x="1680394" y="553629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요일 선택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2FBD857C-251E-4F8B-906C-5ACE3B679AB9}"/>
              </a:ext>
            </a:extLst>
          </p:cNvPr>
          <p:cNvSpPr/>
          <p:nvPr/>
        </p:nvSpPr>
        <p:spPr>
          <a:xfrm>
            <a:off x="2804599" y="5026109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50,000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08B439E-713A-4459-9634-EBA0983AEB03}"/>
              </a:ext>
            </a:extLst>
          </p:cNvPr>
          <p:cNvSpPr txBox="1"/>
          <p:nvPr/>
        </p:nvSpPr>
        <p:spPr>
          <a:xfrm>
            <a:off x="5682036" y="501733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할인전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금액</a:t>
            </a:r>
          </a:p>
        </p:txBody>
      </p:sp>
      <p:sp>
        <p:nvSpPr>
          <p:cNvPr id="104" name="사각형: 둥근 모서리 103">
            <a:extLst>
              <a:ext uri="{FF2B5EF4-FFF2-40B4-BE49-F238E27FC236}">
                <a16:creationId xmlns:a16="http://schemas.microsoft.com/office/drawing/2014/main" id="{EA36AC74-559B-4290-8148-DB74A27425CA}"/>
              </a:ext>
            </a:extLst>
          </p:cNvPr>
          <p:cNvSpPr/>
          <p:nvPr/>
        </p:nvSpPr>
        <p:spPr>
          <a:xfrm>
            <a:off x="6810524" y="5011020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ysClr val="windowText" lastClr="000000"/>
                </a:solidFill>
              </a:rPr>
              <a:t>70,000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6" name="화살표: 아래쪽 105">
            <a:extLst>
              <a:ext uri="{FF2B5EF4-FFF2-40B4-BE49-F238E27FC236}">
                <a16:creationId xmlns:a16="http://schemas.microsoft.com/office/drawing/2014/main" id="{EEEA878C-0350-428C-B03A-0D1A566F5708}"/>
              </a:ext>
            </a:extLst>
          </p:cNvPr>
          <p:cNvSpPr/>
          <p:nvPr/>
        </p:nvSpPr>
        <p:spPr>
          <a:xfrm>
            <a:off x="5272217" y="6354237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3476E45E-E616-4879-8486-B3E89B743039}"/>
              </a:ext>
            </a:extLst>
          </p:cNvPr>
          <p:cNvSpPr/>
          <p:nvPr/>
        </p:nvSpPr>
        <p:spPr>
          <a:xfrm>
            <a:off x="1645060" y="6500398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신청 입력 항목</a:t>
            </a:r>
            <a:endParaRPr lang="en-US" altLang="ko-KR" sz="1400" b="1" dirty="0"/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49BCE626-8CA0-4915-91FF-EEDBDD680ACA}"/>
              </a:ext>
            </a:extLst>
          </p:cNvPr>
          <p:cNvGrpSpPr/>
          <p:nvPr/>
        </p:nvGrpSpPr>
        <p:grpSpPr>
          <a:xfrm>
            <a:off x="2804599" y="2376052"/>
            <a:ext cx="1233995" cy="216765"/>
            <a:chOff x="2804599" y="2467855"/>
            <a:chExt cx="1233995" cy="216765"/>
          </a:xfrm>
          <a:solidFill>
            <a:schemeClr val="bg1">
              <a:lumMod val="85000"/>
            </a:schemeClr>
          </a:solidFill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51FA0347-945B-4179-923A-A4F50FD95E57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ysClr val="windowText" lastClr="000000"/>
                  </a:solidFill>
                </a:rPr>
                <a:t>영어</a:t>
              </a:r>
            </a:p>
          </p:txBody>
        </p: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305B31F7-7E12-4B62-8A4C-BCB3EC2D7F38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829D7D18-0ED5-40A4-B776-4F9352A00B70}"/>
              </a:ext>
            </a:extLst>
          </p:cNvPr>
          <p:cNvGrpSpPr/>
          <p:nvPr/>
        </p:nvGrpSpPr>
        <p:grpSpPr>
          <a:xfrm>
            <a:off x="4237547" y="2376052"/>
            <a:ext cx="1233995" cy="216765"/>
            <a:chOff x="2804599" y="2467855"/>
            <a:chExt cx="1233995" cy="216765"/>
          </a:xfrm>
          <a:solidFill>
            <a:schemeClr val="bg1">
              <a:lumMod val="85000"/>
            </a:schemeClr>
          </a:solidFill>
        </p:grpSpPr>
        <p:sp>
          <p:nvSpPr>
            <p:cNvPr id="121" name="사각형: 둥근 모서리 120">
              <a:extLst>
                <a:ext uri="{FF2B5EF4-FFF2-40B4-BE49-F238E27FC236}">
                  <a16:creationId xmlns:a16="http://schemas.microsoft.com/office/drawing/2014/main" id="{96C6E198-2210-4B69-9952-179987885F5A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ysClr val="windowText" lastClr="000000"/>
                  </a:solidFill>
                </a:rPr>
                <a:t>LIVE</a:t>
              </a:r>
              <a:r>
                <a:rPr lang="ko-KR" altLang="en-US" sz="800" dirty="0">
                  <a:solidFill>
                    <a:sysClr val="windowText" lastClr="000000"/>
                  </a:solidFill>
                </a:rPr>
                <a:t> 영어</a:t>
              </a:r>
            </a:p>
          </p:txBody>
        </p:sp>
        <p:sp>
          <p:nvSpPr>
            <p:cNvPr id="122" name="이등변 삼각형 121">
              <a:extLst>
                <a:ext uri="{FF2B5EF4-FFF2-40B4-BE49-F238E27FC236}">
                  <a16:creationId xmlns:a16="http://schemas.microsoft.com/office/drawing/2014/main" id="{EB9B3D73-4635-4A5A-9C79-AB9465C86C5A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D13C3797-AA76-4E14-96C2-E1EA996D3714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A481356-5456-4C08-AA5F-E0E2BB5AAE55}"/>
              </a:ext>
            </a:extLst>
          </p:cNvPr>
          <p:cNvSpPr txBox="1"/>
          <p:nvPr/>
        </p:nvSpPr>
        <p:spPr>
          <a:xfrm>
            <a:off x="5658451" y="324360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제목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8A6744D6-4C9F-4F5D-BF86-49B75797BF2B}"/>
              </a:ext>
            </a:extLst>
          </p:cNvPr>
          <p:cNvSpPr/>
          <p:nvPr/>
        </p:nvSpPr>
        <p:spPr>
          <a:xfrm>
            <a:off x="6680607" y="3237214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인기 라이브 영어 연습 전문가 초빙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B1BACC93-948A-4249-9945-A90A3DE14780}"/>
              </a:ext>
            </a:extLst>
          </p:cNvPr>
          <p:cNvSpPr txBox="1"/>
          <p:nvPr/>
        </p:nvSpPr>
        <p:spPr>
          <a:xfrm>
            <a:off x="6252757" y="3134416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grpSp>
        <p:nvGrpSpPr>
          <p:cNvPr id="128" name="그룹 127">
            <a:extLst>
              <a:ext uri="{FF2B5EF4-FFF2-40B4-BE49-F238E27FC236}">
                <a16:creationId xmlns:a16="http://schemas.microsoft.com/office/drawing/2014/main" id="{83F6AD1C-7E45-4915-B29A-3206078E0334}"/>
              </a:ext>
            </a:extLst>
          </p:cNvPr>
          <p:cNvGrpSpPr/>
          <p:nvPr/>
        </p:nvGrpSpPr>
        <p:grpSpPr>
          <a:xfrm>
            <a:off x="2804322" y="3719137"/>
            <a:ext cx="6198023" cy="909699"/>
            <a:chOff x="2804322" y="3379160"/>
            <a:chExt cx="6198023" cy="909699"/>
          </a:xfrm>
        </p:grpSpPr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578E8C38-C721-4E79-BCBB-518B343E1CD9}"/>
                </a:ext>
              </a:extLst>
            </p:cNvPr>
            <p:cNvSpPr/>
            <p:nvPr/>
          </p:nvSpPr>
          <p:spPr>
            <a:xfrm>
              <a:off x="2804322" y="3379160"/>
              <a:ext cx="6198023" cy="909699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클래스 설명 입력</a:t>
              </a:r>
            </a:p>
          </p:txBody>
        </p:sp>
        <p:sp>
          <p:nvSpPr>
            <p:cNvPr id="130" name="사각형: 둥근 모서리 129">
              <a:extLst>
                <a:ext uri="{FF2B5EF4-FFF2-40B4-BE49-F238E27FC236}">
                  <a16:creationId xmlns:a16="http://schemas.microsoft.com/office/drawing/2014/main" id="{4E41F7E6-6E18-4DC2-BF81-18BED4F91760}"/>
                </a:ext>
              </a:extLst>
            </p:cNvPr>
            <p:cNvSpPr/>
            <p:nvPr/>
          </p:nvSpPr>
          <p:spPr>
            <a:xfrm>
              <a:off x="2821515" y="3397209"/>
              <a:ext cx="6180830" cy="2083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에디터 사용</a:t>
              </a:r>
            </a:p>
          </p:txBody>
        </p:sp>
      </p:grp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D848F396-B78C-482E-A71B-A5C02C785D3A}"/>
              </a:ext>
            </a:extLst>
          </p:cNvPr>
          <p:cNvCxnSpPr>
            <a:cxnSpLocks/>
          </p:cNvCxnSpPr>
          <p:nvPr/>
        </p:nvCxnSpPr>
        <p:spPr>
          <a:xfrm>
            <a:off x="1680393" y="485579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145EFB92-5855-4BBE-9B7B-AE4D9EC5A540}"/>
              </a:ext>
            </a:extLst>
          </p:cNvPr>
          <p:cNvSpPr txBox="1"/>
          <p:nvPr/>
        </p:nvSpPr>
        <p:spPr>
          <a:xfrm>
            <a:off x="2728644" y="4667210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클래스 조회화면 상단에 표시될 간략한 내용을 입력해주세요</a:t>
            </a:r>
            <a:r>
              <a:rPr lang="en-US" altLang="ko-KR" sz="700" dirty="0"/>
              <a:t>.</a:t>
            </a:r>
            <a:r>
              <a:rPr lang="ko-KR" altLang="en-US" sz="700" dirty="0"/>
              <a:t> </a:t>
            </a:r>
          </a:p>
        </p:txBody>
      </p:sp>
      <p:sp>
        <p:nvSpPr>
          <p:cNvPr id="134" name="Box">
            <a:extLst>
              <a:ext uri="{FF2B5EF4-FFF2-40B4-BE49-F238E27FC236}">
                <a16:creationId xmlns:a16="http://schemas.microsoft.com/office/drawing/2014/main" id="{1BC694BB-6F95-4171-8F9F-EE68BB7E413F}"/>
              </a:ext>
            </a:extLst>
          </p:cNvPr>
          <p:cNvSpPr/>
          <p:nvPr/>
        </p:nvSpPr>
        <p:spPr>
          <a:xfrm>
            <a:off x="2804322" y="5584144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5" name="L 도형 134">
            <a:extLst>
              <a:ext uri="{FF2B5EF4-FFF2-40B4-BE49-F238E27FC236}">
                <a16:creationId xmlns:a16="http://schemas.microsoft.com/office/drawing/2014/main" id="{809D08BC-C585-4893-BC92-11E47F2FC04C}"/>
              </a:ext>
            </a:extLst>
          </p:cNvPr>
          <p:cNvSpPr/>
          <p:nvPr/>
        </p:nvSpPr>
        <p:spPr>
          <a:xfrm rot="18935460">
            <a:off x="2834144" y="5597011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Box">
            <a:extLst>
              <a:ext uri="{FF2B5EF4-FFF2-40B4-BE49-F238E27FC236}">
                <a16:creationId xmlns:a16="http://schemas.microsoft.com/office/drawing/2014/main" id="{7442DB3A-2008-4A1D-A3AF-F20BF55B2C97}"/>
              </a:ext>
            </a:extLst>
          </p:cNvPr>
          <p:cNvSpPr/>
          <p:nvPr/>
        </p:nvSpPr>
        <p:spPr>
          <a:xfrm>
            <a:off x="3711360" y="5584144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L 도형 136">
            <a:extLst>
              <a:ext uri="{FF2B5EF4-FFF2-40B4-BE49-F238E27FC236}">
                <a16:creationId xmlns:a16="http://schemas.microsoft.com/office/drawing/2014/main" id="{F3DBC327-D2BB-4400-BC8F-F6D9F3269171}"/>
              </a:ext>
            </a:extLst>
          </p:cNvPr>
          <p:cNvSpPr/>
          <p:nvPr/>
        </p:nvSpPr>
        <p:spPr>
          <a:xfrm rot="18935460">
            <a:off x="3741182" y="5597011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E2FFDB2-764E-425E-8C30-8A542D5F494D}"/>
              </a:ext>
            </a:extLst>
          </p:cNvPr>
          <p:cNvSpPr txBox="1"/>
          <p:nvPr/>
        </p:nvSpPr>
        <p:spPr>
          <a:xfrm>
            <a:off x="2953734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월요일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4F008FEC-2CCD-4ECA-A7AC-C556F9F0C360}"/>
              </a:ext>
            </a:extLst>
          </p:cNvPr>
          <p:cNvSpPr txBox="1"/>
          <p:nvPr/>
        </p:nvSpPr>
        <p:spPr>
          <a:xfrm>
            <a:off x="3822232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화요일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BBDC763-E749-4ECD-A363-041B6E955219}"/>
              </a:ext>
            </a:extLst>
          </p:cNvPr>
          <p:cNvSpPr txBox="1"/>
          <p:nvPr/>
        </p:nvSpPr>
        <p:spPr>
          <a:xfrm>
            <a:off x="4690730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수요일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A4A8580-8478-42DC-9347-848FBB7E307D}"/>
              </a:ext>
            </a:extLst>
          </p:cNvPr>
          <p:cNvSpPr txBox="1"/>
          <p:nvPr/>
        </p:nvSpPr>
        <p:spPr>
          <a:xfrm>
            <a:off x="5559228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목요일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513F3214-8B2B-4055-8290-BE48974BAE88}"/>
              </a:ext>
            </a:extLst>
          </p:cNvPr>
          <p:cNvSpPr txBox="1"/>
          <p:nvPr/>
        </p:nvSpPr>
        <p:spPr>
          <a:xfrm>
            <a:off x="6427726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금요일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F1000D3B-7C14-4822-95CB-85B6F7419407}"/>
              </a:ext>
            </a:extLst>
          </p:cNvPr>
          <p:cNvSpPr txBox="1"/>
          <p:nvPr/>
        </p:nvSpPr>
        <p:spPr>
          <a:xfrm>
            <a:off x="7296224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토요일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2B2FBD5-F549-44E9-BFC9-51F1CC85B3F6}"/>
              </a:ext>
            </a:extLst>
          </p:cNvPr>
          <p:cNvSpPr txBox="1"/>
          <p:nvPr/>
        </p:nvSpPr>
        <p:spPr>
          <a:xfrm>
            <a:off x="8164722" y="5550625"/>
            <a:ext cx="5527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일요일</a:t>
            </a:r>
          </a:p>
        </p:txBody>
      </p:sp>
      <p:sp>
        <p:nvSpPr>
          <p:cNvPr id="145" name="Box">
            <a:extLst>
              <a:ext uri="{FF2B5EF4-FFF2-40B4-BE49-F238E27FC236}">
                <a16:creationId xmlns:a16="http://schemas.microsoft.com/office/drawing/2014/main" id="{23174AB3-77FA-4D46-AD0C-509769249628}"/>
              </a:ext>
            </a:extLst>
          </p:cNvPr>
          <p:cNvSpPr/>
          <p:nvPr/>
        </p:nvSpPr>
        <p:spPr>
          <a:xfrm>
            <a:off x="4600541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6" name="L 도형 145">
            <a:extLst>
              <a:ext uri="{FF2B5EF4-FFF2-40B4-BE49-F238E27FC236}">
                <a16:creationId xmlns:a16="http://schemas.microsoft.com/office/drawing/2014/main" id="{DB0B5BBD-12BF-45F0-8A69-E975B9355030}"/>
              </a:ext>
            </a:extLst>
          </p:cNvPr>
          <p:cNvSpPr/>
          <p:nvPr/>
        </p:nvSpPr>
        <p:spPr>
          <a:xfrm rot="18935460">
            <a:off x="4630363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Box">
            <a:extLst>
              <a:ext uri="{FF2B5EF4-FFF2-40B4-BE49-F238E27FC236}">
                <a16:creationId xmlns:a16="http://schemas.microsoft.com/office/drawing/2014/main" id="{D66E3879-9A43-4A54-B298-8279CC7C4E1D}"/>
              </a:ext>
            </a:extLst>
          </p:cNvPr>
          <p:cNvSpPr/>
          <p:nvPr/>
        </p:nvSpPr>
        <p:spPr>
          <a:xfrm>
            <a:off x="5404804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8" name="L 도형 147">
            <a:extLst>
              <a:ext uri="{FF2B5EF4-FFF2-40B4-BE49-F238E27FC236}">
                <a16:creationId xmlns:a16="http://schemas.microsoft.com/office/drawing/2014/main" id="{F229B8BB-7621-4B93-9594-84511266B22B}"/>
              </a:ext>
            </a:extLst>
          </p:cNvPr>
          <p:cNvSpPr/>
          <p:nvPr/>
        </p:nvSpPr>
        <p:spPr>
          <a:xfrm rot="18935460">
            <a:off x="5434626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Box">
            <a:extLst>
              <a:ext uri="{FF2B5EF4-FFF2-40B4-BE49-F238E27FC236}">
                <a16:creationId xmlns:a16="http://schemas.microsoft.com/office/drawing/2014/main" id="{13A7AC67-B108-425F-BB09-06740FB008B8}"/>
              </a:ext>
            </a:extLst>
          </p:cNvPr>
          <p:cNvSpPr/>
          <p:nvPr/>
        </p:nvSpPr>
        <p:spPr>
          <a:xfrm>
            <a:off x="6337537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0" name="L 도형 149">
            <a:extLst>
              <a:ext uri="{FF2B5EF4-FFF2-40B4-BE49-F238E27FC236}">
                <a16:creationId xmlns:a16="http://schemas.microsoft.com/office/drawing/2014/main" id="{CCF5FAA2-D1AC-48DF-97C2-4CC4BF80CB73}"/>
              </a:ext>
            </a:extLst>
          </p:cNvPr>
          <p:cNvSpPr/>
          <p:nvPr/>
        </p:nvSpPr>
        <p:spPr>
          <a:xfrm rot="18935460">
            <a:off x="6367359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Box">
            <a:extLst>
              <a:ext uri="{FF2B5EF4-FFF2-40B4-BE49-F238E27FC236}">
                <a16:creationId xmlns:a16="http://schemas.microsoft.com/office/drawing/2014/main" id="{FC36265C-1478-436E-A432-E8DEE4691644}"/>
              </a:ext>
            </a:extLst>
          </p:cNvPr>
          <p:cNvSpPr/>
          <p:nvPr/>
        </p:nvSpPr>
        <p:spPr>
          <a:xfrm>
            <a:off x="7206035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2" name="L 도형 151">
            <a:extLst>
              <a:ext uri="{FF2B5EF4-FFF2-40B4-BE49-F238E27FC236}">
                <a16:creationId xmlns:a16="http://schemas.microsoft.com/office/drawing/2014/main" id="{8287A817-B57D-4F83-B43C-010F2D9CBDCF}"/>
              </a:ext>
            </a:extLst>
          </p:cNvPr>
          <p:cNvSpPr/>
          <p:nvPr/>
        </p:nvSpPr>
        <p:spPr>
          <a:xfrm rot="18935460">
            <a:off x="7235857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Box">
            <a:extLst>
              <a:ext uri="{FF2B5EF4-FFF2-40B4-BE49-F238E27FC236}">
                <a16:creationId xmlns:a16="http://schemas.microsoft.com/office/drawing/2014/main" id="{45C437D3-21C4-4FC9-85CF-8D4D225FDC67}"/>
              </a:ext>
            </a:extLst>
          </p:cNvPr>
          <p:cNvSpPr/>
          <p:nvPr/>
        </p:nvSpPr>
        <p:spPr>
          <a:xfrm>
            <a:off x="8058661" y="5586415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54" name="L 도형 153">
            <a:extLst>
              <a:ext uri="{FF2B5EF4-FFF2-40B4-BE49-F238E27FC236}">
                <a16:creationId xmlns:a16="http://schemas.microsoft.com/office/drawing/2014/main" id="{08D550DF-5EA1-4E22-AD32-11983D9DBD21}"/>
              </a:ext>
            </a:extLst>
          </p:cNvPr>
          <p:cNvSpPr/>
          <p:nvPr/>
        </p:nvSpPr>
        <p:spPr>
          <a:xfrm rot="18935460">
            <a:off x="8088483" y="5599282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9" name="직선 연결선 158">
            <a:extLst>
              <a:ext uri="{FF2B5EF4-FFF2-40B4-BE49-F238E27FC236}">
                <a16:creationId xmlns:a16="http://schemas.microsoft.com/office/drawing/2014/main" id="{2CA3DCF3-30F9-4281-AB33-EC5B9BEF6D70}"/>
              </a:ext>
            </a:extLst>
          </p:cNvPr>
          <p:cNvCxnSpPr>
            <a:cxnSpLocks/>
          </p:cNvCxnSpPr>
          <p:nvPr/>
        </p:nvCxnSpPr>
        <p:spPr>
          <a:xfrm>
            <a:off x="1680394" y="3560082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C0F6DEE-C1A4-4AFA-AE0E-C9D95F750738}"/>
              </a:ext>
            </a:extLst>
          </p:cNvPr>
          <p:cNvSpPr txBox="1"/>
          <p:nvPr/>
        </p:nvSpPr>
        <p:spPr>
          <a:xfrm>
            <a:off x="1680393" y="3260180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썸네일 이미지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090597B5-A3F6-4BBF-8002-4A37D3356D9C}"/>
              </a:ext>
            </a:extLst>
          </p:cNvPr>
          <p:cNvSpPr txBox="1"/>
          <p:nvPr/>
        </p:nvSpPr>
        <p:spPr>
          <a:xfrm>
            <a:off x="1680394" y="608598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표시기간설정</a:t>
            </a: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CE60C0BC-1AA4-41E1-853C-1705EEBEF14E}"/>
              </a:ext>
            </a:extLst>
          </p:cNvPr>
          <p:cNvSpPr/>
          <p:nvPr/>
        </p:nvSpPr>
        <p:spPr>
          <a:xfrm>
            <a:off x="3364387" y="6055941"/>
            <a:ext cx="101057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2023-01-01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C195DC7C-B8BE-4853-ACDC-465641F135E4}"/>
              </a:ext>
            </a:extLst>
          </p:cNvPr>
          <p:cNvSpPr txBox="1"/>
          <p:nvPr/>
        </p:nvSpPr>
        <p:spPr>
          <a:xfrm>
            <a:off x="4405515" y="6047310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46F00B90-4B2C-4B95-BECC-3DF971413E04}"/>
              </a:ext>
            </a:extLst>
          </p:cNvPr>
          <p:cNvSpPr txBox="1"/>
          <p:nvPr/>
        </p:nvSpPr>
        <p:spPr>
          <a:xfrm>
            <a:off x="5690677" y="6055941"/>
            <a:ext cx="664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표시여부</a:t>
            </a: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FBEE3DCF-2AA3-490C-93F3-AD0A6209112D}"/>
              </a:ext>
            </a:extLst>
          </p:cNvPr>
          <p:cNvSpPr/>
          <p:nvPr/>
        </p:nvSpPr>
        <p:spPr>
          <a:xfrm>
            <a:off x="4599312" y="6055941"/>
            <a:ext cx="101057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2023-01-01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pic>
        <p:nvPicPr>
          <p:cNvPr id="177" name="그림 176">
            <a:extLst>
              <a:ext uri="{FF2B5EF4-FFF2-40B4-BE49-F238E27FC236}">
                <a16:creationId xmlns:a16="http://schemas.microsoft.com/office/drawing/2014/main" id="{2AAC7E8D-D4BE-4C7B-B7C0-AB20D87244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06991" y="2846598"/>
            <a:ext cx="893073" cy="669805"/>
          </a:xfrm>
          <a:prstGeom prst="rect">
            <a:avLst/>
          </a:prstGeom>
        </p:spPr>
      </p:pic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804E89A0-BDFE-47F0-A907-D6404753A23B}"/>
              </a:ext>
            </a:extLst>
          </p:cNvPr>
          <p:cNvSpPr/>
          <p:nvPr/>
        </p:nvSpPr>
        <p:spPr>
          <a:xfrm>
            <a:off x="2804600" y="6053872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F89368A9-1544-47DB-80E2-633C86BDADC7}"/>
              </a:ext>
            </a:extLst>
          </p:cNvPr>
          <p:cNvSpPr/>
          <p:nvPr/>
        </p:nvSpPr>
        <p:spPr>
          <a:xfrm>
            <a:off x="6698046" y="6053872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80" name="사각형: 둥근 모서리 179">
            <a:extLst>
              <a:ext uri="{FF2B5EF4-FFF2-40B4-BE49-F238E27FC236}">
                <a16:creationId xmlns:a16="http://schemas.microsoft.com/office/drawing/2014/main" id="{0CBC04B1-52C0-4CF1-A585-8D119F8BE118}"/>
              </a:ext>
            </a:extLst>
          </p:cNvPr>
          <p:cNvSpPr/>
          <p:nvPr/>
        </p:nvSpPr>
        <p:spPr>
          <a:xfrm>
            <a:off x="7940040" y="2389090"/>
            <a:ext cx="1147249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수업 등록하러 가기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4763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사각형: 둥근 모서리 258">
            <a:extLst>
              <a:ext uri="{FF2B5EF4-FFF2-40B4-BE49-F238E27FC236}">
                <a16:creationId xmlns:a16="http://schemas.microsoft.com/office/drawing/2014/main" id="{A61866AB-FCFA-43AF-B295-AB97D1A5910A}"/>
              </a:ext>
            </a:extLst>
          </p:cNvPr>
          <p:cNvSpPr/>
          <p:nvPr/>
        </p:nvSpPr>
        <p:spPr>
          <a:xfrm>
            <a:off x="1532231" y="6603557"/>
            <a:ext cx="7681626" cy="223097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상세조회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PONADMUSRDROOH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461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클래스 </a:t>
            </a:r>
            <a:r>
              <a:rPr lang="ko-KR" altLang="en-US" sz="1400" dirty="0"/>
              <a:t>상세 조회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AEC7CABF-A568-458B-BFD7-EAF4190240A5}"/>
              </a:ext>
            </a:extLst>
          </p:cNvPr>
          <p:cNvSpPr/>
          <p:nvPr/>
        </p:nvSpPr>
        <p:spPr>
          <a:xfrm>
            <a:off x="1575175" y="1579068"/>
            <a:ext cx="7674170" cy="444442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5B6CF303-8636-481B-87CE-1CD6EB16BFE2}"/>
              </a:ext>
            </a:extLst>
          </p:cNvPr>
          <p:cNvSpPr/>
          <p:nvPr/>
        </p:nvSpPr>
        <p:spPr>
          <a:xfrm>
            <a:off x="1575175" y="2189857"/>
            <a:ext cx="7674170" cy="177759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C22632D8-80B6-4C82-AEFD-65CD7229CDD5}"/>
              </a:ext>
            </a:extLst>
          </p:cNvPr>
          <p:cNvSpPr/>
          <p:nvPr/>
        </p:nvSpPr>
        <p:spPr>
          <a:xfrm>
            <a:off x="1645060" y="2320679"/>
            <a:ext cx="1425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신청 입력 항목 </a:t>
            </a:r>
            <a:endParaRPr lang="en-US" altLang="ko-KR" sz="1400" b="1" dirty="0"/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1C4F0693-F361-4946-802D-1CA4A1A0252B}"/>
              </a:ext>
            </a:extLst>
          </p:cNvPr>
          <p:cNvSpPr txBox="1"/>
          <p:nvPr/>
        </p:nvSpPr>
        <p:spPr>
          <a:xfrm>
            <a:off x="2739138" y="2727624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클래스 조회화면 상단에 표시될 간략한 내용을 입력해주세요</a:t>
            </a:r>
            <a:r>
              <a:rPr lang="en-US" altLang="ko-KR" sz="700" dirty="0"/>
              <a:t>.</a:t>
            </a:r>
            <a:r>
              <a:rPr lang="ko-KR" altLang="en-US" sz="700" dirty="0"/>
              <a:t> </a:t>
            </a:r>
          </a:p>
        </p:txBody>
      </p:sp>
      <p:sp>
        <p:nvSpPr>
          <p:cNvPr id="199" name="사각형: 둥근 모서리 198">
            <a:extLst>
              <a:ext uri="{FF2B5EF4-FFF2-40B4-BE49-F238E27FC236}">
                <a16:creationId xmlns:a16="http://schemas.microsoft.com/office/drawing/2014/main" id="{216D96E0-494D-4DA5-8D91-453103F1CB15}"/>
              </a:ext>
            </a:extLst>
          </p:cNvPr>
          <p:cNvSpPr/>
          <p:nvPr/>
        </p:nvSpPr>
        <p:spPr>
          <a:xfrm>
            <a:off x="2803659" y="2936428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EB43F672-9104-44B0-AD85-0FA06F43962E}"/>
              </a:ext>
            </a:extLst>
          </p:cNvPr>
          <p:cNvSpPr txBox="1"/>
          <p:nvPr/>
        </p:nvSpPr>
        <p:spPr>
          <a:xfrm>
            <a:off x="2739138" y="3319541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자녀분은 왼손잡이인가요 오른손잡이인가요</a:t>
            </a:r>
            <a:r>
              <a:rPr lang="en-US" altLang="ko-KR" sz="700" dirty="0"/>
              <a:t>?</a:t>
            </a:r>
            <a:endParaRPr lang="ko-KR" altLang="en-US" sz="700" dirty="0"/>
          </a:p>
        </p:txBody>
      </p:sp>
      <p:sp>
        <p:nvSpPr>
          <p:cNvPr id="206" name="사각형: 둥근 모서리 205">
            <a:extLst>
              <a:ext uri="{FF2B5EF4-FFF2-40B4-BE49-F238E27FC236}">
                <a16:creationId xmlns:a16="http://schemas.microsoft.com/office/drawing/2014/main" id="{3C0FC0F5-1EA7-4172-9700-D6D45104B2F2}"/>
              </a:ext>
            </a:extLst>
          </p:cNvPr>
          <p:cNvSpPr/>
          <p:nvPr/>
        </p:nvSpPr>
        <p:spPr>
          <a:xfrm>
            <a:off x="2803659" y="3551798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항목 선택</a:t>
            </a:r>
          </a:p>
        </p:txBody>
      </p:sp>
      <p:sp>
        <p:nvSpPr>
          <p:cNvPr id="208" name="이등변 삼각형 207">
            <a:extLst>
              <a:ext uri="{FF2B5EF4-FFF2-40B4-BE49-F238E27FC236}">
                <a16:creationId xmlns:a16="http://schemas.microsoft.com/office/drawing/2014/main" id="{858207F0-01BB-4CD5-B98D-8A07B3D66E2C}"/>
              </a:ext>
            </a:extLst>
          </p:cNvPr>
          <p:cNvSpPr/>
          <p:nvPr/>
        </p:nvSpPr>
        <p:spPr>
          <a:xfrm rot="10800000">
            <a:off x="7575309" y="3601357"/>
            <a:ext cx="85723" cy="5229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9" name="사각형: 둥근 모서리 208">
            <a:extLst>
              <a:ext uri="{FF2B5EF4-FFF2-40B4-BE49-F238E27FC236}">
                <a16:creationId xmlns:a16="http://schemas.microsoft.com/office/drawing/2014/main" id="{0EB6D553-9348-4EC9-BA93-6B63454A247E}"/>
              </a:ext>
            </a:extLst>
          </p:cNvPr>
          <p:cNvSpPr/>
          <p:nvPr/>
        </p:nvSpPr>
        <p:spPr>
          <a:xfrm>
            <a:off x="1575174" y="4092168"/>
            <a:ext cx="7674170" cy="2399570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0" name="직사각형 209">
            <a:extLst>
              <a:ext uri="{FF2B5EF4-FFF2-40B4-BE49-F238E27FC236}">
                <a16:creationId xmlns:a16="http://schemas.microsoft.com/office/drawing/2014/main" id="{25A07FCC-AB3F-4975-B298-10B9A2F78F91}"/>
              </a:ext>
            </a:extLst>
          </p:cNvPr>
          <p:cNvSpPr/>
          <p:nvPr/>
        </p:nvSpPr>
        <p:spPr>
          <a:xfrm>
            <a:off x="1627204" y="4141476"/>
            <a:ext cx="23935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클래스 설명</a:t>
            </a:r>
            <a:endParaRPr lang="en-US" altLang="ko-KR" sz="1400" b="1" dirty="0"/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2D64ABC7-04B9-4982-A7F0-3DD678E03DD5}"/>
              </a:ext>
            </a:extLst>
          </p:cNvPr>
          <p:cNvGrpSpPr/>
          <p:nvPr/>
        </p:nvGrpSpPr>
        <p:grpSpPr>
          <a:xfrm>
            <a:off x="2786466" y="4558774"/>
            <a:ext cx="6198023" cy="1758206"/>
            <a:chOff x="2804322" y="3379161"/>
            <a:chExt cx="6198023" cy="2299226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9F70DD47-6B8B-4D2B-8E04-9288E6BCADF3}"/>
                </a:ext>
              </a:extLst>
            </p:cNvPr>
            <p:cNvSpPr/>
            <p:nvPr/>
          </p:nvSpPr>
          <p:spPr>
            <a:xfrm>
              <a:off x="2804322" y="3379161"/>
              <a:ext cx="6198023" cy="2299226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sp>
          <p:nvSpPr>
            <p:cNvPr id="213" name="사각형: 둥근 모서리 212">
              <a:extLst>
                <a:ext uri="{FF2B5EF4-FFF2-40B4-BE49-F238E27FC236}">
                  <a16:creationId xmlns:a16="http://schemas.microsoft.com/office/drawing/2014/main" id="{A6278197-B1F8-4D5A-9711-F363DD0718F6}"/>
                </a:ext>
              </a:extLst>
            </p:cNvPr>
            <p:cNvSpPr/>
            <p:nvPr/>
          </p:nvSpPr>
          <p:spPr>
            <a:xfrm>
              <a:off x="2821515" y="3397209"/>
              <a:ext cx="6180830" cy="208326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에디터 사용</a:t>
              </a:r>
            </a:p>
          </p:txBody>
        </p:sp>
      </p:grpSp>
      <p:sp>
        <p:nvSpPr>
          <p:cNvPr id="214" name="TextBox 213">
            <a:extLst>
              <a:ext uri="{FF2B5EF4-FFF2-40B4-BE49-F238E27FC236}">
                <a16:creationId xmlns:a16="http://schemas.microsoft.com/office/drawing/2014/main" id="{64A73EA1-792E-4989-958B-19296B798566}"/>
              </a:ext>
            </a:extLst>
          </p:cNvPr>
          <p:cNvSpPr txBox="1"/>
          <p:nvPr/>
        </p:nvSpPr>
        <p:spPr>
          <a:xfrm>
            <a:off x="1662538" y="461989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 설명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9BBACDE5-3CF3-4EF8-8DFB-6EB0303EC9B7}"/>
              </a:ext>
            </a:extLst>
          </p:cNvPr>
          <p:cNvSpPr txBox="1"/>
          <p:nvPr/>
        </p:nvSpPr>
        <p:spPr>
          <a:xfrm>
            <a:off x="1680394" y="173491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표시기간설정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4EFCC1D1-758C-49B0-A8BD-2CB1242FCE95}"/>
              </a:ext>
            </a:extLst>
          </p:cNvPr>
          <p:cNvSpPr txBox="1"/>
          <p:nvPr/>
        </p:nvSpPr>
        <p:spPr>
          <a:xfrm>
            <a:off x="4405515" y="1696247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89A6DD87-B881-4116-9266-998D94C95EB3}"/>
              </a:ext>
            </a:extLst>
          </p:cNvPr>
          <p:cNvSpPr txBox="1"/>
          <p:nvPr/>
        </p:nvSpPr>
        <p:spPr>
          <a:xfrm>
            <a:off x="5690677" y="1704878"/>
            <a:ext cx="66471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표시여부</a:t>
            </a:r>
          </a:p>
        </p:txBody>
      </p:sp>
      <p:sp>
        <p:nvSpPr>
          <p:cNvPr id="246" name="사각형: 둥근 모서리 245">
            <a:extLst>
              <a:ext uri="{FF2B5EF4-FFF2-40B4-BE49-F238E27FC236}">
                <a16:creationId xmlns:a16="http://schemas.microsoft.com/office/drawing/2014/main" id="{D1F1CF10-40E9-420D-80B4-0B18E5DCFD31}"/>
              </a:ext>
            </a:extLst>
          </p:cNvPr>
          <p:cNvSpPr/>
          <p:nvPr/>
        </p:nvSpPr>
        <p:spPr>
          <a:xfrm>
            <a:off x="2804600" y="1702809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47" name="사각형: 둥근 모서리 246">
            <a:extLst>
              <a:ext uri="{FF2B5EF4-FFF2-40B4-BE49-F238E27FC236}">
                <a16:creationId xmlns:a16="http://schemas.microsoft.com/office/drawing/2014/main" id="{BA63D125-A60B-41EA-85B7-373EF5BE031B}"/>
              </a:ext>
            </a:extLst>
          </p:cNvPr>
          <p:cNvSpPr/>
          <p:nvPr/>
        </p:nvSpPr>
        <p:spPr>
          <a:xfrm>
            <a:off x="6698046" y="1702809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2194D77-69CA-4B19-8367-62AA453B6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387" y="4873950"/>
            <a:ext cx="5093326" cy="145683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0DBE89FF-1871-469C-8B37-DBE9C4797634}"/>
              </a:ext>
            </a:extLst>
          </p:cNvPr>
          <p:cNvSpPr txBox="1"/>
          <p:nvPr/>
        </p:nvSpPr>
        <p:spPr>
          <a:xfrm>
            <a:off x="1662538" y="274403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 입력 항목</a:t>
            </a:r>
          </a:p>
        </p:txBody>
      </p:sp>
      <p:sp>
        <p:nvSpPr>
          <p:cNvPr id="253" name="사각형: 둥근 모서리 252">
            <a:extLst>
              <a:ext uri="{FF2B5EF4-FFF2-40B4-BE49-F238E27FC236}">
                <a16:creationId xmlns:a16="http://schemas.microsoft.com/office/drawing/2014/main" id="{96B21066-BCC6-44B8-93AA-955711C823B0}"/>
              </a:ext>
            </a:extLst>
          </p:cNvPr>
          <p:cNvSpPr/>
          <p:nvPr/>
        </p:nvSpPr>
        <p:spPr>
          <a:xfrm>
            <a:off x="7222287" y="2670514"/>
            <a:ext cx="509379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관식</a:t>
            </a:r>
          </a:p>
        </p:txBody>
      </p:sp>
      <p:sp>
        <p:nvSpPr>
          <p:cNvPr id="254" name="사각형: 둥근 모서리 253">
            <a:extLst>
              <a:ext uri="{FF2B5EF4-FFF2-40B4-BE49-F238E27FC236}">
                <a16:creationId xmlns:a16="http://schemas.microsoft.com/office/drawing/2014/main" id="{7AF02CF2-A61D-48BD-B38B-BEB6F01F3972}"/>
              </a:ext>
            </a:extLst>
          </p:cNvPr>
          <p:cNvSpPr/>
          <p:nvPr/>
        </p:nvSpPr>
        <p:spPr>
          <a:xfrm>
            <a:off x="7222287" y="3288127"/>
            <a:ext cx="509379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선택형</a:t>
            </a:r>
          </a:p>
        </p:txBody>
      </p:sp>
      <p:sp>
        <p:nvSpPr>
          <p:cNvPr id="258" name="화살표: 아래쪽 257">
            <a:extLst>
              <a:ext uri="{FF2B5EF4-FFF2-40B4-BE49-F238E27FC236}">
                <a16:creationId xmlns:a16="http://schemas.microsoft.com/office/drawing/2014/main" id="{56BAE3C5-D496-4497-8BCA-538967640647}"/>
              </a:ext>
            </a:extLst>
          </p:cNvPr>
          <p:cNvSpPr/>
          <p:nvPr/>
        </p:nvSpPr>
        <p:spPr>
          <a:xfrm>
            <a:off x="5272217" y="6354237"/>
            <a:ext cx="280086" cy="4489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F99096EC-3651-46FB-BA15-72F5DD1C68AD}"/>
              </a:ext>
            </a:extLst>
          </p:cNvPr>
          <p:cNvSpPr/>
          <p:nvPr/>
        </p:nvSpPr>
        <p:spPr>
          <a:xfrm>
            <a:off x="3364387" y="1702737"/>
            <a:ext cx="101057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2023-01-01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EF224C24-D46D-4875-8007-3D72E71A6161}"/>
              </a:ext>
            </a:extLst>
          </p:cNvPr>
          <p:cNvSpPr/>
          <p:nvPr/>
        </p:nvSpPr>
        <p:spPr>
          <a:xfrm>
            <a:off x="4599312" y="1702737"/>
            <a:ext cx="101057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2023-01-01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086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AEC7CABF-A568-458B-BFD7-EAF4190240A5}"/>
              </a:ext>
            </a:extLst>
          </p:cNvPr>
          <p:cNvSpPr/>
          <p:nvPr/>
        </p:nvSpPr>
        <p:spPr>
          <a:xfrm>
            <a:off x="1575175" y="1579068"/>
            <a:ext cx="7674170" cy="444442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5518A57-6BCD-49D3-9BE0-26BD9C51245D}"/>
              </a:ext>
            </a:extLst>
          </p:cNvPr>
          <p:cNvGrpSpPr/>
          <p:nvPr/>
        </p:nvGrpSpPr>
        <p:grpSpPr>
          <a:xfrm>
            <a:off x="2578535" y="1595803"/>
            <a:ext cx="6198023" cy="350040"/>
            <a:chOff x="2786466" y="5885052"/>
            <a:chExt cx="6198023" cy="431928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9F70DD47-6B8B-4D2B-8E04-9288E6BCADF3}"/>
                </a:ext>
              </a:extLst>
            </p:cNvPr>
            <p:cNvSpPr/>
            <p:nvPr/>
          </p:nvSpPr>
          <p:spPr>
            <a:xfrm>
              <a:off x="2786466" y="5885052"/>
              <a:ext cx="6198023" cy="431928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82194D77-69CA-4B19-8367-62AA453B6DD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9404"/>
            <a:stretch/>
          </p:blipFill>
          <p:spPr>
            <a:xfrm>
              <a:off x="3364387" y="5885053"/>
              <a:ext cx="5093326" cy="43192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상세조회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상세조회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PONADMUSRDROOH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461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클래스 </a:t>
            </a:r>
            <a:r>
              <a:rPr lang="ko-KR" altLang="en-US" sz="1400" dirty="0"/>
              <a:t>상세 조회</a:t>
            </a: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5B6CF303-8636-481B-87CE-1CD6EB16BFE2}"/>
              </a:ext>
            </a:extLst>
          </p:cNvPr>
          <p:cNvSpPr/>
          <p:nvPr/>
        </p:nvSpPr>
        <p:spPr>
          <a:xfrm>
            <a:off x="1575175" y="2189857"/>
            <a:ext cx="7674170" cy="131827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9" name="사각형: 둥근 모서리 248">
            <a:extLst>
              <a:ext uri="{FF2B5EF4-FFF2-40B4-BE49-F238E27FC236}">
                <a16:creationId xmlns:a16="http://schemas.microsoft.com/office/drawing/2014/main" id="{DF5456AA-3F6F-4454-8EA6-1755488A777F}"/>
              </a:ext>
            </a:extLst>
          </p:cNvPr>
          <p:cNvSpPr/>
          <p:nvPr/>
        </p:nvSpPr>
        <p:spPr>
          <a:xfrm>
            <a:off x="5266500" y="3585799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ADDCF2B9-752D-4E71-87C5-6C5E421D1F29}"/>
              </a:ext>
            </a:extLst>
          </p:cNvPr>
          <p:cNvSpPr/>
          <p:nvPr/>
        </p:nvSpPr>
        <p:spPr>
          <a:xfrm>
            <a:off x="4237546" y="3585799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785BF1-9FEE-47B2-9DAE-F659D85B81A9}"/>
              </a:ext>
            </a:extLst>
          </p:cNvPr>
          <p:cNvSpPr txBox="1"/>
          <p:nvPr/>
        </p:nvSpPr>
        <p:spPr>
          <a:xfrm>
            <a:off x="1680402" y="2374599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수업 관리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BF8ECF-34C9-40AD-B539-451079C459A8}"/>
              </a:ext>
            </a:extLst>
          </p:cNvPr>
          <p:cNvSpPr txBox="1"/>
          <p:nvPr/>
        </p:nvSpPr>
        <p:spPr>
          <a:xfrm>
            <a:off x="1680402" y="275639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후기 관리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7FEA0CF-EDB0-4E35-9B4A-158B188E211B}"/>
              </a:ext>
            </a:extLst>
          </p:cNvPr>
          <p:cNvSpPr txBox="1"/>
          <p:nvPr/>
        </p:nvSpPr>
        <p:spPr>
          <a:xfrm>
            <a:off x="1680402" y="312130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신청현황 관리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2B85CFC-4220-43D9-8C12-30BD0594415C}"/>
              </a:ext>
            </a:extLst>
          </p:cNvPr>
          <p:cNvSpPr/>
          <p:nvPr/>
        </p:nvSpPr>
        <p:spPr>
          <a:xfrm>
            <a:off x="2578535" y="2328840"/>
            <a:ext cx="713305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수업 관리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DC1D7C7-B345-4E5B-A3C0-33913CA0E526}"/>
              </a:ext>
            </a:extLst>
          </p:cNvPr>
          <p:cNvSpPr/>
          <p:nvPr/>
        </p:nvSpPr>
        <p:spPr>
          <a:xfrm>
            <a:off x="2575753" y="2736625"/>
            <a:ext cx="713305" cy="235209"/>
          </a:xfrm>
          <a:prstGeom prst="roundRect">
            <a:avLst>
              <a:gd name="adj" fmla="val 17680"/>
            </a:avLst>
          </a:prstGeom>
          <a:solidFill>
            <a:schemeClr val="accent2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후기 관리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2275FBA-1207-4595-B137-EB3CC1FA9594}"/>
              </a:ext>
            </a:extLst>
          </p:cNvPr>
          <p:cNvSpPr/>
          <p:nvPr/>
        </p:nvSpPr>
        <p:spPr>
          <a:xfrm>
            <a:off x="2575753" y="3131886"/>
            <a:ext cx="1024698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신청현황 관리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1482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사각형: 둥근 모서리 227">
            <a:extLst>
              <a:ext uri="{FF2B5EF4-FFF2-40B4-BE49-F238E27FC236}">
                <a16:creationId xmlns:a16="http://schemas.microsoft.com/office/drawing/2014/main" id="{8D2FDC39-20AB-46E1-8F43-18EC869264DE}"/>
              </a:ext>
            </a:extLst>
          </p:cNvPr>
          <p:cNvSpPr/>
          <p:nvPr/>
        </p:nvSpPr>
        <p:spPr>
          <a:xfrm>
            <a:off x="1531277" y="2222343"/>
            <a:ext cx="7674170" cy="3256742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16A38B87-1A2A-49D3-A605-E2A7F3DC5625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" name="TextBox 229">
            <a:extLst>
              <a:ext uri="{FF2B5EF4-FFF2-40B4-BE49-F238E27FC236}">
                <a16:creationId xmlns:a16="http://schemas.microsoft.com/office/drawing/2014/main" id="{6FCB747C-20D4-42FF-9D31-B40A26BA6302}"/>
              </a:ext>
            </a:extLst>
          </p:cNvPr>
          <p:cNvSpPr txBox="1"/>
          <p:nvPr/>
        </p:nvSpPr>
        <p:spPr>
          <a:xfrm>
            <a:off x="1680394" y="331259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수업 제목</a:t>
            </a: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0C42A361-0998-4F14-BDB7-7CE6F93DCD31}"/>
              </a:ext>
            </a:extLst>
          </p:cNvPr>
          <p:cNvSpPr txBox="1"/>
          <p:nvPr/>
        </p:nvSpPr>
        <p:spPr>
          <a:xfrm>
            <a:off x="1680394" y="369459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F69CCDC1-D811-4BB2-BBDB-99AC72BC9627}"/>
              </a:ext>
            </a:extLst>
          </p:cNvPr>
          <p:cNvSpPr txBox="1"/>
          <p:nvPr/>
        </p:nvSpPr>
        <p:spPr>
          <a:xfrm>
            <a:off x="1680394" y="508374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모집인원설정</a:t>
            </a:r>
          </a:p>
        </p:txBody>
      </p:sp>
      <p:cxnSp>
        <p:nvCxnSpPr>
          <p:cNvPr id="237" name="직선 연결선 236">
            <a:extLst>
              <a:ext uri="{FF2B5EF4-FFF2-40B4-BE49-F238E27FC236}">
                <a16:creationId xmlns:a16="http://schemas.microsoft.com/office/drawing/2014/main" id="{6C11E169-DF7D-4F0E-89FC-2C362CFF6BA0}"/>
              </a:ext>
            </a:extLst>
          </p:cNvPr>
          <p:cNvCxnSpPr>
            <a:cxnSpLocks/>
          </p:cNvCxnSpPr>
          <p:nvPr/>
        </p:nvCxnSpPr>
        <p:spPr>
          <a:xfrm>
            <a:off x="1680394" y="35657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직선 연결선 238">
            <a:extLst>
              <a:ext uri="{FF2B5EF4-FFF2-40B4-BE49-F238E27FC236}">
                <a16:creationId xmlns:a16="http://schemas.microsoft.com/office/drawing/2014/main" id="{07DDDEB2-6D2A-4DA1-80E5-2CD5384B1282}"/>
              </a:ext>
            </a:extLst>
          </p:cNvPr>
          <p:cNvCxnSpPr>
            <a:cxnSpLocks/>
          </p:cNvCxnSpPr>
          <p:nvPr/>
        </p:nvCxnSpPr>
        <p:spPr>
          <a:xfrm>
            <a:off x="1680394" y="489786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사각형: 둥근 모서리 242">
            <a:extLst>
              <a:ext uri="{FF2B5EF4-FFF2-40B4-BE49-F238E27FC236}">
                <a16:creationId xmlns:a16="http://schemas.microsoft.com/office/drawing/2014/main" id="{9FB63241-0BAB-4F83-AE30-7546CE42E0E0}"/>
              </a:ext>
            </a:extLst>
          </p:cNvPr>
          <p:cNvSpPr/>
          <p:nvPr/>
        </p:nvSpPr>
        <p:spPr>
          <a:xfrm>
            <a:off x="2804599" y="3311935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수업 제목 입력</a:t>
            </a:r>
          </a:p>
        </p:txBody>
      </p:sp>
      <p:sp>
        <p:nvSpPr>
          <p:cNvPr id="245" name="사각형: 둥근 모서리 244">
            <a:extLst>
              <a:ext uri="{FF2B5EF4-FFF2-40B4-BE49-F238E27FC236}">
                <a16:creationId xmlns:a16="http://schemas.microsoft.com/office/drawing/2014/main" id="{769FB33B-69F6-47E7-831A-64AD6925F6B5}"/>
              </a:ext>
            </a:extLst>
          </p:cNvPr>
          <p:cNvSpPr/>
          <p:nvPr/>
        </p:nvSpPr>
        <p:spPr>
          <a:xfrm>
            <a:off x="2804599" y="3679085"/>
            <a:ext cx="4108218" cy="425936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수업 설명 입력</a:t>
            </a:r>
          </a:p>
        </p:txBody>
      </p:sp>
      <p:sp>
        <p:nvSpPr>
          <p:cNvPr id="248" name="사각형: 둥근 모서리 247">
            <a:extLst>
              <a:ext uri="{FF2B5EF4-FFF2-40B4-BE49-F238E27FC236}">
                <a16:creationId xmlns:a16="http://schemas.microsoft.com/office/drawing/2014/main" id="{F4FEF07B-B417-40AC-A12E-C098E3777520}"/>
              </a:ext>
            </a:extLst>
          </p:cNvPr>
          <p:cNvSpPr/>
          <p:nvPr/>
        </p:nvSpPr>
        <p:spPr>
          <a:xfrm>
            <a:off x="2854209" y="5087054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9" name="타원 248">
            <a:extLst>
              <a:ext uri="{FF2B5EF4-FFF2-40B4-BE49-F238E27FC236}">
                <a16:creationId xmlns:a16="http://schemas.microsoft.com/office/drawing/2014/main" id="{6E31ADD8-4842-4BBB-9FE8-435B12194C6F}"/>
              </a:ext>
            </a:extLst>
          </p:cNvPr>
          <p:cNvSpPr/>
          <p:nvPr/>
        </p:nvSpPr>
        <p:spPr>
          <a:xfrm>
            <a:off x="3083369" y="5101487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56DA94B9-25B8-4C24-A563-7AF219A00A31}"/>
              </a:ext>
            </a:extLst>
          </p:cNvPr>
          <p:cNvSpPr txBox="1"/>
          <p:nvPr/>
        </p:nvSpPr>
        <p:spPr>
          <a:xfrm>
            <a:off x="1921512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80A6F6FD-F1F9-45C7-B4AF-E42F589D4E69}"/>
              </a:ext>
            </a:extLst>
          </p:cNvPr>
          <p:cNvSpPr txBox="1"/>
          <p:nvPr/>
        </p:nvSpPr>
        <p:spPr>
          <a:xfrm>
            <a:off x="2192742" y="323255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69F52C27-20D7-4868-9EEE-468069E2575E}"/>
              </a:ext>
            </a:extLst>
          </p:cNvPr>
          <p:cNvSpPr txBox="1"/>
          <p:nvPr/>
        </p:nvSpPr>
        <p:spPr>
          <a:xfrm>
            <a:off x="2487655" y="4959211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수업 등록 및 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수업 등록 및 수정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PONADMLCTCUOOH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수업 등록</a:t>
            </a:r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383C9C56-D6C8-4DA5-BF73-2957C6FFED32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수업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70CAAC1A-5FF2-4345-A4C2-141DAB737AA9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62" name="L 도형 61">
            <a:extLst>
              <a:ext uri="{FF2B5EF4-FFF2-40B4-BE49-F238E27FC236}">
                <a16:creationId xmlns:a16="http://schemas.microsoft.com/office/drawing/2014/main" id="{0490FCC9-2F41-4C00-9269-6D63E462CFC0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AEB5D28-B856-4BB2-8B68-DFA9C672EF75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74E3CF4C-6DF2-4D5C-ACB0-173EE96A06E6}"/>
              </a:ext>
            </a:extLst>
          </p:cNvPr>
          <p:cNvSpPr txBox="1"/>
          <p:nvPr/>
        </p:nvSpPr>
        <p:spPr>
          <a:xfrm>
            <a:off x="1921512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225" name="사각형: 둥근 모서리 224">
            <a:extLst>
              <a:ext uri="{FF2B5EF4-FFF2-40B4-BE49-F238E27FC236}">
                <a16:creationId xmlns:a16="http://schemas.microsoft.com/office/drawing/2014/main" id="{91F12521-A54C-43C2-81D3-ED77A4F62175}"/>
              </a:ext>
            </a:extLst>
          </p:cNvPr>
          <p:cNvSpPr/>
          <p:nvPr/>
        </p:nvSpPr>
        <p:spPr>
          <a:xfrm>
            <a:off x="5041454" y="2376052"/>
            <a:ext cx="566390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토요일</a:t>
            </a:r>
          </a:p>
        </p:txBody>
      </p:sp>
      <p:sp>
        <p:nvSpPr>
          <p:cNvPr id="227" name="사각형: 둥근 모서리 226">
            <a:extLst>
              <a:ext uri="{FF2B5EF4-FFF2-40B4-BE49-F238E27FC236}">
                <a16:creationId xmlns:a16="http://schemas.microsoft.com/office/drawing/2014/main" id="{EDF6E8DC-A3F5-4A73-A1A3-5341C80FC0DF}"/>
              </a:ext>
            </a:extLst>
          </p:cNvPr>
          <p:cNvSpPr/>
          <p:nvPr/>
        </p:nvSpPr>
        <p:spPr>
          <a:xfrm>
            <a:off x="2793369" y="237652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인기 라이브 영어 연습 전문가 초빙</a:t>
            </a:r>
          </a:p>
        </p:txBody>
      </p:sp>
      <p:sp>
        <p:nvSpPr>
          <p:cNvPr id="271" name="사각형: 둥근 모서리 270">
            <a:extLst>
              <a:ext uri="{FF2B5EF4-FFF2-40B4-BE49-F238E27FC236}">
                <a16:creationId xmlns:a16="http://schemas.microsoft.com/office/drawing/2014/main" id="{C9AC13A9-2ACD-4AE3-A728-5EAF647229D3}"/>
              </a:ext>
            </a:extLst>
          </p:cNvPr>
          <p:cNvSpPr/>
          <p:nvPr/>
        </p:nvSpPr>
        <p:spPr>
          <a:xfrm>
            <a:off x="3398867" y="5083744"/>
            <a:ext cx="1642586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모집인원수 입력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숫자만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2" name="TextBox 271">
            <a:extLst>
              <a:ext uri="{FF2B5EF4-FFF2-40B4-BE49-F238E27FC236}">
                <a16:creationId xmlns:a16="http://schemas.microsoft.com/office/drawing/2014/main" id="{0304C1DA-F68A-4796-A075-D3FCB10019F5}"/>
              </a:ext>
            </a:extLst>
          </p:cNvPr>
          <p:cNvSpPr txBox="1"/>
          <p:nvPr/>
        </p:nvSpPr>
        <p:spPr>
          <a:xfrm>
            <a:off x="5498014" y="508374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예비모집인원설정</a:t>
            </a:r>
          </a:p>
        </p:txBody>
      </p:sp>
      <p:sp>
        <p:nvSpPr>
          <p:cNvPr id="273" name="사각형: 둥근 모서리 272">
            <a:extLst>
              <a:ext uri="{FF2B5EF4-FFF2-40B4-BE49-F238E27FC236}">
                <a16:creationId xmlns:a16="http://schemas.microsoft.com/office/drawing/2014/main" id="{9E100760-8468-4488-BB6B-19D424863435}"/>
              </a:ext>
            </a:extLst>
          </p:cNvPr>
          <p:cNvSpPr/>
          <p:nvPr/>
        </p:nvSpPr>
        <p:spPr>
          <a:xfrm>
            <a:off x="6671829" y="5087054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타원 273">
            <a:extLst>
              <a:ext uri="{FF2B5EF4-FFF2-40B4-BE49-F238E27FC236}">
                <a16:creationId xmlns:a16="http://schemas.microsoft.com/office/drawing/2014/main" id="{CF447296-D115-427A-B2D8-96CBCB7F1A26}"/>
              </a:ext>
            </a:extLst>
          </p:cNvPr>
          <p:cNvSpPr/>
          <p:nvPr/>
        </p:nvSpPr>
        <p:spPr>
          <a:xfrm>
            <a:off x="6900989" y="5101487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5" name="TextBox 274">
            <a:extLst>
              <a:ext uri="{FF2B5EF4-FFF2-40B4-BE49-F238E27FC236}">
                <a16:creationId xmlns:a16="http://schemas.microsoft.com/office/drawing/2014/main" id="{F8672876-5BCD-4947-8112-1FB3738E13EF}"/>
              </a:ext>
            </a:extLst>
          </p:cNvPr>
          <p:cNvSpPr txBox="1"/>
          <p:nvPr/>
        </p:nvSpPr>
        <p:spPr>
          <a:xfrm>
            <a:off x="6331913" y="4959211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277" name="사각형: 둥근 모서리 276">
            <a:extLst>
              <a:ext uri="{FF2B5EF4-FFF2-40B4-BE49-F238E27FC236}">
                <a16:creationId xmlns:a16="http://schemas.microsoft.com/office/drawing/2014/main" id="{F91F3CD1-73C5-43E5-9157-41A1F09AEBF3}"/>
              </a:ext>
            </a:extLst>
          </p:cNvPr>
          <p:cNvSpPr/>
          <p:nvPr/>
        </p:nvSpPr>
        <p:spPr>
          <a:xfrm>
            <a:off x="7260891" y="5083744"/>
            <a:ext cx="1642586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예비모집인원수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입력 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(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숫자만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78" name="사각형: 둥근 모서리 277">
            <a:extLst>
              <a:ext uri="{FF2B5EF4-FFF2-40B4-BE49-F238E27FC236}">
                <a16:creationId xmlns:a16="http://schemas.microsoft.com/office/drawing/2014/main" id="{1D8D918C-6AB5-4A54-A3BC-34F8655149CF}"/>
              </a:ext>
            </a:extLst>
          </p:cNvPr>
          <p:cNvSpPr/>
          <p:nvPr/>
        </p:nvSpPr>
        <p:spPr>
          <a:xfrm>
            <a:off x="5266500" y="5589744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B6D7E5DB-C875-47CC-976D-6B16CE2DE425}"/>
              </a:ext>
            </a:extLst>
          </p:cNvPr>
          <p:cNvSpPr/>
          <p:nvPr/>
        </p:nvSpPr>
        <p:spPr>
          <a:xfrm>
            <a:off x="4237546" y="5589744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280" name="이등변 삼각형 279">
            <a:extLst>
              <a:ext uri="{FF2B5EF4-FFF2-40B4-BE49-F238E27FC236}">
                <a16:creationId xmlns:a16="http://schemas.microsoft.com/office/drawing/2014/main" id="{925A8EEE-8B5B-42BE-9533-E2A586996304}"/>
              </a:ext>
            </a:extLst>
          </p:cNvPr>
          <p:cNvSpPr/>
          <p:nvPr/>
        </p:nvSpPr>
        <p:spPr>
          <a:xfrm rot="10800000">
            <a:off x="4772985" y="2472716"/>
            <a:ext cx="85723" cy="5229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이등변 삼각형 280">
            <a:extLst>
              <a:ext uri="{FF2B5EF4-FFF2-40B4-BE49-F238E27FC236}">
                <a16:creationId xmlns:a16="http://schemas.microsoft.com/office/drawing/2014/main" id="{2F9AF788-8BF3-4843-B78C-28191F69262F}"/>
              </a:ext>
            </a:extLst>
          </p:cNvPr>
          <p:cNvSpPr/>
          <p:nvPr/>
        </p:nvSpPr>
        <p:spPr>
          <a:xfrm rot="10800000">
            <a:off x="5494814" y="2454692"/>
            <a:ext cx="85723" cy="5229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직사각형 281">
            <a:extLst>
              <a:ext uri="{FF2B5EF4-FFF2-40B4-BE49-F238E27FC236}">
                <a16:creationId xmlns:a16="http://schemas.microsoft.com/office/drawing/2014/main" id="{395F3D63-6760-481F-92D9-0C0E858265F6}"/>
              </a:ext>
            </a:extLst>
          </p:cNvPr>
          <p:cNvSpPr/>
          <p:nvPr/>
        </p:nvSpPr>
        <p:spPr>
          <a:xfrm>
            <a:off x="9584247" y="961875"/>
            <a:ext cx="23935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분류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클래스선택 </a:t>
            </a:r>
            <a:r>
              <a:rPr lang="en-US" altLang="ko-KR" dirty="0"/>
              <a:t>&gt; </a:t>
            </a:r>
            <a:r>
              <a:rPr lang="ko-KR" altLang="en-US" dirty="0"/>
              <a:t>요일선택 순으로</a:t>
            </a:r>
            <a:endParaRPr lang="en-US" altLang="ko-KR" dirty="0"/>
          </a:p>
        </p:txBody>
      </p:sp>
      <p:sp>
        <p:nvSpPr>
          <p:cNvPr id="283" name="TextBox 282">
            <a:extLst>
              <a:ext uri="{FF2B5EF4-FFF2-40B4-BE49-F238E27FC236}">
                <a16:creationId xmlns:a16="http://schemas.microsoft.com/office/drawing/2014/main" id="{97CD1DF9-37E8-4B81-9012-D971BF89EBA8}"/>
              </a:ext>
            </a:extLst>
          </p:cNvPr>
          <p:cNvSpPr txBox="1"/>
          <p:nvPr/>
        </p:nvSpPr>
        <p:spPr>
          <a:xfrm>
            <a:off x="1680394" y="2852957"/>
            <a:ext cx="40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순번</a:t>
            </a:r>
          </a:p>
        </p:txBody>
      </p:sp>
      <p:cxnSp>
        <p:nvCxnSpPr>
          <p:cNvPr id="284" name="직선 연결선 283">
            <a:extLst>
              <a:ext uri="{FF2B5EF4-FFF2-40B4-BE49-F238E27FC236}">
                <a16:creationId xmlns:a16="http://schemas.microsoft.com/office/drawing/2014/main" id="{8F85E63E-8B18-4A4D-8C84-23B25DEF0FB7}"/>
              </a:ext>
            </a:extLst>
          </p:cNvPr>
          <p:cNvCxnSpPr>
            <a:cxnSpLocks/>
          </p:cNvCxnSpPr>
          <p:nvPr/>
        </p:nvCxnSpPr>
        <p:spPr>
          <a:xfrm>
            <a:off x="1680394" y="3106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5" name="사각형: 둥근 모서리 284">
            <a:extLst>
              <a:ext uri="{FF2B5EF4-FFF2-40B4-BE49-F238E27FC236}">
                <a16:creationId xmlns:a16="http://schemas.microsoft.com/office/drawing/2014/main" id="{1CD9782E-49BE-4F32-8E64-585D5C1EF7E4}"/>
              </a:ext>
            </a:extLst>
          </p:cNvPr>
          <p:cNvSpPr/>
          <p:nvPr/>
        </p:nvSpPr>
        <p:spPr>
          <a:xfrm>
            <a:off x="2804599" y="2852296"/>
            <a:ext cx="787164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순번 입력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4D77D091-4575-4D98-9A8F-A2DBBFBA9C86}"/>
              </a:ext>
            </a:extLst>
          </p:cNvPr>
          <p:cNvSpPr txBox="1"/>
          <p:nvPr/>
        </p:nvSpPr>
        <p:spPr>
          <a:xfrm>
            <a:off x="3576549" y="2905595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입력하지 않을 시 마지막 순번으로 </a:t>
            </a:r>
            <a:r>
              <a:rPr lang="ko-KR" altLang="en-US" sz="700" dirty="0" err="1"/>
              <a:t>자동책정됩니다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3A3007F-5C78-41E9-BB98-FBDEAE6ED11B}"/>
              </a:ext>
            </a:extLst>
          </p:cNvPr>
          <p:cNvSpPr txBox="1"/>
          <p:nvPr/>
        </p:nvSpPr>
        <p:spPr>
          <a:xfrm>
            <a:off x="1680394" y="433266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신청자 안내</a:t>
            </a:r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94D5170F-E8AA-432F-A999-5DE75842B5C6}"/>
              </a:ext>
            </a:extLst>
          </p:cNvPr>
          <p:cNvCxnSpPr>
            <a:cxnSpLocks/>
          </p:cNvCxnSpPr>
          <p:nvPr/>
        </p:nvCxnSpPr>
        <p:spPr>
          <a:xfrm>
            <a:off x="1680394" y="4203791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A9C9E33A-AB16-414A-8023-A8BDDFDF0D74}"/>
              </a:ext>
            </a:extLst>
          </p:cNvPr>
          <p:cNvSpPr/>
          <p:nvPr/>
        </p:nvSpPr>
        <p:spPr>
          <a:xfrm>
            <a:off x="2804599" y="4317152"/>
            <a:ext cx="4108218" cy="425936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신청자들에게 안내할 사항을 입력해주세요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.</a:t>
            </a:r>
            <a:endParaRPr lang="ko-KR" altLang="en-US" sz="800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5122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수업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수업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PONADMLCTREOOH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수업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수업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D321314-568F-44CD-8BA1-E86BE18C617B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6DA457DF-AF3C-4F96-BC15-BF6C818FE42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2257B7A-B5DC-4AB6-8102-30767A0A2920}"/>
                </a:ext>
              </a:extLst>
            </p:cNvPr>
            <p:cNvSpPr/>
            <p:nvPr/>
          </p:nvSpPr>
          <p:spPr>
            <a:xfrm rot="5400000">
              <a:off x="1924724" y="3376734"/>
              <a:ext cx="1670851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61CBD7A-C659-4492-BBD9-4E5BAA2404B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00E8DC2-39C9-4595-86E8-95CD87BD1F13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F43444-2CE9-47C6-AD89-7F2AA5176FCF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109ED89-22EE-478A-A40E-9290EF160353}"/>
              </a:ext>
            </a:extLst>
          </p:cNvPr>
          <p:cNvGrpSpPr/>
          <p:nvPr/>
        </p:nvGrpSpPr>
        <p:grpSpPr>
          <a:xfrm>
            <a:off x="2968192" y="2590789"/>
            <a:ext cx="1278050" cy="1191182"/>
            <a:chOff x="1534206" y="2590789"/>
            <a:chExt cx="1278050" cy="1676420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936A620-E382-44EF-AE0B-02ED1ECEAF13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E3E3007-1817-49A5-9776-5F9CCEE8C1F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08745A-75C0-4CDE-89B9-C1434AC4587F}"/>
              </a:ext>
            </a:extLst>
          </p:cNvPr>
          <p:cNvSpPr txBox="1"/>
          <p:nvPr/>
        </p:nvSpPr>
        <p:spPr>
          <a:xfrm>
            <a:off x="2979540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81C18A-958F-4D91-8041-1CFCEE2C116A}"/>
              </a:ext>
            </a:extLst>
          </p:cNvPr>
          <p:cNvSpPr txBox="1"/>
          <p:nvPr/>
        </p:nvSpPr>
        <p:spPr>
          <a:xfrm>
            <a:off x="2979540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DBF8F6-2F72-42F3-8130-D6B049EC7571}"/>
              </a:ext>
            </a:extLst>
          </p:cNvPr>
          <p:cNvSpPr txBox="1"/>
          <p:nvPr/>
        </p:nvSpPr>
        <p:spPr>
          <a:xfrm>
            <a:off x="2971139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18EA7F-DA43-4CD0-896A-D20CCC0A51E8}"/>
              </a:ext>
            </a:extLst>
          </p:cNvPr>
          <p:cNvSpPr txBox="1"/>
          <p:nvPr/>
        </p:nvSpPr>
        <p:spPr>
          <a:xfrm>
            <a:off x="2979540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2B68CE5-D395-4088-B166-BA3529D0E566}"/>
              </a:ext>
            </a:extLst>
          </p:cNvPr>
          <p:cNvSpPr/>
          <p:nvPr/>
        </p:nvSpPr>
        <p:spPr>
          <a:xfrm>
            <a:off x="8615103" y="391470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AC51A25-5000-4232-9E0B-3E8AB74BEF50}"/>
              </a:ext>
            </a:extLst>
          </p:cNvPr>
          <p:cNvSpPr/>
          <p:nvPr/>
        </p:nvSpPr>
        <p:spPr>
          <a:xfrm>
            <a:off x="7276777" y="391470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6C5178A4-720A-400C-A016-B1DE640700D3}"/>
              </a:ext>
            </a:extLst>
          </p:cNvPr>
          <p:cNvSpPr/>
          <p:nvPr/>
        </p:nvSpPr>
        <p:spPr>
          <a:xfrm>
            <a:off x="1531257" y="3913341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복사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E01F23-C45D-46B4-A843-7FD93F9D88F2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영어</a:t>
            </a:r>
            <a:endParaRPr lang="ko-KR" altLang="en-US" sz="10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59BD07B-8B57-4E89-BCC7-3A1B34E93C09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FFC4851-3643-42D8-89A3-7952034EC8B4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A1377B11-F7C5-4A3E-8A44-BE28B716F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981718"/>
              </p:ext>
            </p:extLst>
          </p:nvPr>
        </p:nvGraphicFramePr>
        <p:xfrm>
          <a:off x="1531256" y="4239113"/>
          <a:ext cx="7668658" cy="14290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969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489806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569086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2910993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1085737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085737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196330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클래스 제목</a:t>
                      </a:r>
                      <a:r>
                        <a:rPr lang="en-US" altLang="ko-KR" sz="900" dirty="0"/>
                        <a:t>] </a:t>
                      </a:r>
                    </a:p>
                    <a:p>
                      <a:pPr algn="ctr" latinLnBrk="1"/>
                      <a:r>
                        <a:rPr lang="ko-KR" altLang="en-US" sz="900" dirty="0"/>
                        <a:t>수업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수강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모집인원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수강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예비인원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4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 / 20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 / 10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11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 / 30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17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 / 15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83" name="Box">
            <a:extLst>
              <a:ext uri="{FF2B5EF4-FFF2-40B4-BE49-F238E27FC236}">
                <a16:creationId xmlns:a16="http://schemas.microsoft.com/office/drawing/2014/main" id="{DF04974F-69E0-4E68-AA00-249AB5A9A7B1}"/>
              </a:ext>
            </a:extLst>
          </p:cNvPr>
          <p:cNvSpPr/>
          <p:nvPr/>
        </p:nvSpPr>
        <p:spPr>
          <a:xfrm>
            <a:off x="161280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Box">
            <a:extLst>
              <a:ext uri="{FF2B5EF4-FFF2-40B4-BE49-F238E27FC236}">
                <a16:creationId xmlns:a16="http://schemas.microsoft.com/office/drawing/2014/main" id="{672A1D6D-AF01-49BC-9EDC-CE6392FD74F3}"/>
              </a:ext>
            </a:extLst>
          </p:cNvPr>
          <p:cNvSpPr/>
          <p:nvPr/>
        </p:nvSpPr>
        <p:spPr>
          <a:xfrm>
            <a:off x="1612804" y="4705057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Box">
            <a:extLst>
              <a:ext uri="{FF2B5EF4-FFF2-40B4-BE49-F238E27FC236}">
                <a16:creationId xmlns:a16="http://schemas.microsoft.com/office/drawing/2014/main" id="{C6C2FA7F-3DBC-45F1-A3B2-8129727A8D70}"/>
              </a:ext>
            </a:extLst>
          </p:cNvPr>
          <p:cNvSpPr/>
          <p:nvPr/>
        </p:nvSpPr>
        <p:spPr>
          <a:xfrm>
            <a:off x="1612803" y="504958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Box">
            <a:extLst>
              <a:ext uri="{FF2B5EF4-FFF2-40B4-BE49-F238E27FC236}">
                <a16:creationId xmlns:a16="http://schemas.microsoft.com/office/drawing/2014/main" id="{DFDE5186-7445-469F-9C18-08029B5C355D}"/>
              </a:ext>
            </a:extLst>
          </p:cNvPr>
          <p:cNvSpPr/>
          <p:nvPr/>
        </p:nvSpPr>
        <p:spPr>
          <a:xfrm>
            <a:off x="1612803" y="5410282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L 도형 89">
            <a:extLst>
              <a:ext uri="{FF2B5EF4-FFF2-40B4-BE49-F238E27FC236}">
                <a16:creationId xmlns:a16="http://schemas.microsoft.com/office/drawing/2014/main" id="{0555A2E0-7CBD-47C4-9BCF-7D7C1C2784BF}"/>
              </a:ext>
            </a:extLst>
          </p:cNvPr>
          <p:cNvSpPr/>
          <p:nvPr/>
        </p:nvSpPr>
        <p:spPr>
          <a:xfrm rot="18935460">
            <a:off x="1642626" y="4717924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D5A9347-00B7-456F-8589-7B65E620DFA0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8BBCA8F-A814-4811-89A2-CB341B662F4B}"/>
              </a:ext>
            </a:extLst>
          </p:cNvPr>
          <p:cNvGrpSpPr/>
          <p:nvPr/>
        </p:nvGrpSpPr>
        <p:grpSpPr>
          <a:xfrm>
            <a:off x="6651988" y="3914707"/>
            <a:ext cx="545589" cy="221852"/>
            <a:chOff x="6651988" y="3960551"/>
            <a:chExt cx="545589" cy="221852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680B2888-0A2D-4B8F-B409-95ABCA3C6B1D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2E49733C-7F41-4D6C-8AE5-12192BB47A86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30698FB9-05CF-496E-B1D4-057AB67B9A1C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88FC4346-C7A5-4037-B721-D7BE3D581E1D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AB9A9DF1-B0E9-42D1-B077-6958C66019E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01" name="이등변 삼각형 100">
              <a:extLst>
                <a:ext uri="{FF2B5EF4-FFF2-40B4-BE49-F238E27FC236}">
                  <a16:creationId xmlns:a16="http://schemas.microsoft.com/office/drawing/2014/main" id="{A9C79E99-C9E8-4501-AD27-254EDE861734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AAFE8D40-0F56-48E2-AAA9-B170E31D7889}"/>
              </a:ext>
            </a:extLst>
          </p:cNvPr>
          <p:cNvSpPr/>
          <p:nvPr/>
        </p:nvSpPr>
        <p:spPr>
          <a:xfrm>
            <a:off x="8271793" y="4652902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2D3341-F41D-4C70-AF6E-BB58B3E74601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8178B55-6ACC-4F74-BC37-13A443209331}"/>
              </a:ext>
            </a:extLst>
          </p:cNvPr>
          <p:cNvSpPr/>
          <p:nvPr/>
        </p:nvSpPr>
        <p:spPr>
          <a:xfrm>
            <a:off x="9565190" y="976785"/>
            <a:ext cx="23935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수업 일괄등록 필요할지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(</a:t>
            </a:r>
            <a:r>
              <a:rPr lang="ko-KR" altLang="en-US" dirty="0"/>
              <a:t>엑셀 이용해서 등록</a:t>
            </a:r>
            <a:r>
              <a:rPr lang="en-US" altLang="ko-KR" dirty="0"/>
              <a:t>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559DBB-41AC-4509-B519-F4C5D8E6E8FE}"/>
              </a:ext>
            </a:extLst>
          </p:cNvPr>
          <p:cNvSpPr txBox="1"/>
          <p:nvPr/>
        </p:nvSpPr>
        <p:spPr>
          <a:xfrm>
            <a:off x="2928513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0F1BE11-DD48-462E-86F4-7DFEA7B41239}"/>
              </a:ext>
            </a:extLst>
          </p:cNvPr>
          <p:cNvSpPr/>
          <p:nvPr/>
        </p:nvSpPr>
        <p:spPr>
          <a:xfrm>
            <a:off x="4378218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CE592B-66D9-4CC8-B596-59A142EB6299}"/>
              </a:ext>
            </a:extLst>
          </p:cNvPr>
          <p:cNvSpPr txBox="1"/>
          <p:nvPr/>
        </p:nvSpPr>
        <p:spPr>
          <a:xfrm>
            <a:off x="4378218" y="2873396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인기 라이브 영어</a:t>
            </a:r>
            <a:r>
              <a:rPr lang="en-US" altLang="ko-KR" sz="800" dirty="0"/>
              <a:t>…</a:t>
            </a:r>
            <a:endParaRPr lang="ko-KR" altLang="en-US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BE393D-6D9C-4E9B-B652-79089114AD89}"/>
              </a:ext>
            </a:extLst>
          </p:cNvPr>
          <p:cNvSpPr txBox="1"/>
          <p:nvPr/>
        </p:nvSpPr>
        <p:spPr>
          <a:xfrm>
            <a:off x="4378218" y="308342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88A5D61-EF59-4D76-B51E-217DCE168C1C}"/>
              </a:ext>
            </a:extLst>
          </p:cNvPr>
          <p:cNvSpPr/>
          <p:nvPr/>
        </p:nvSpPr>
        <p:spPr>
          <a:xfrm>
            <a:off x="5836096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742A7C4-B38B-4564-8960-0BC86205E955}"/>
              </a:ext>
            </a:extLst>
          </p:cNvPr>
          <p:cNvSpPr txBox="1"/>
          <p:nvPr/>
        </p:nvSpPr>
        <p:spPr>
          <a:xfrm>
            <a:off x="5847444" y="2873396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토요일</a:t>
            </a:r>
            <a:endParaRPr lang="ko-KR" altLang="en-US" sz="1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5480DB6-DEEC-4555-8F63-883DF7983CDF}"/>
              </a:ext>
            </a:extLst>
          </p:cNvPr>
          <p:cNvSpPr txBox="1"/>
          <p:nvPr/>
        </p:nvSpPr>
        <p:spPr>
          <a:xfrm>
            <a:off x="5847444" y="308342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일요일</a:t>
            </a:r>
            <a:endParaRPr lang="ko-KR" altLang="en-US" sz="1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47B072B-3B3B-46E5-8FD4-E7A6CD36CF0C}"/>
              </a:ext>
            </a:extLst>
          </p:cNvPr>
          <p:cNvSpPr txBox="1"/>
          <p:nvPr/>
        </p:nvSpPr>
        <p:spPr>
          <a:xfrm>
            <a:off x="4340809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클래스</a:t>
            </a:r>
            <a:endParaRPr lang="ko-KR" altLang="en-US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23CF52E-9D37-4909-ABC5-5236127F7289}"/>
              </a:ext>
            </a:extLst>
          </p:cNvPr>
          <p:cNvSpPr txBox="1"/>
          <p:nvPr/>
        </p:nvSpPr>
        <p:spPr>
          <a:xfrm>
            <a:off x="579641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요일</a:t>
            </a:r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EDE60A-3DC5-4B95-B2C0-F29D7A75AC3D}"/>
              </a:ext>
            </a:extLst>
          </p:cNvPr>
          <p:cNvGrpSpPr/>
          <p:nvPr/>
        </p:nvGrpSpPr>
        <p:grpSpPr>
          <a:xfrm>
            <a:off x="4131379" y="2595376"/>
            <a:ext cx="110098" cy="1187457"/>
            <a:chOff x="4155271" y="2595376"/>
            <a:chExt cx="110098" cy="1187457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314FCE42-AE54-453F-81B9-FF2DBECA4CBA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508BBEB2-AF86-474C-A8B4-E7BDB17424D6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A391F81D-EA03-49B2-9A16-57A72F475881}"/>
              </a:ext>
            </a:extLst>
          </p:cNvPr>
          <p:cNvGrpSpPr/>
          <p:nvPr/>
        </p:nvGrpSpPr>
        <p:grpSpPr>
          <a:xfrm>
            <a:off x="5537149" y="2590789"/>
            <a:ext cx="110098" cy="1187457"/>
            <a:chOff x="4155271" y="2595376"/>
            <a:chExt cx="110098" cy="1187457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2F29D19A-E5B3-4DBB-9BA3-DF7AE5CC1BD6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2FC5BBA-9992-4CF8-9DEC-14CB21B7A8AC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E105DF2-D941-4C49-BD3C-8E146487CC61}"/>
              </a:ext>
            </a:extLst>
          </p:cNvPr>
          <p:cNvGrpSpPr/>
          <p:nvPr/>
        </p:nvGrpSpPr>
        <p:grpSpPr>
          <a:xfrm>
            <a:off x="7005482" y="2590789"/>
            <a:ext cx="110098" cy="1187457"/>
            <a:chOff x="4155271" y="2595376"/>
            <a:chExt cx="110098" cy="1187457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7C465D4-DA02-4E77-8294-914B47B87657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41BEE946-ECBE-4798-B9EB-58BE04062174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DC97AE71-F113-44D3-89F6-C875CC92AAD7}"/>
              </a:ext>
            </a:extLst>
          </p:cNvPr>
          <p:cNvSpPr/>
          <p:nvPr/>
        </p:nvSpPr>
        <p:spPr>
          <a:xfrm>
            <a:off x="8271793" y="5008040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26163AAD-45BF-4E6A-A029-9DC2C26D729B}"/>
              </a:ext>
            </a:extLst>
          </p:cNvPr>
          <p:cNvSpPr/>
          <p:nvPr/>
        </p:nvSpPr>
        <p:spPr>
          <a:xfrm>
            <a:off x="8271793" y="5387246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6915A4F-42D8-4A6A-9226-9E5BAE4BFFF4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F9FA632-94E9-4FD7-A200-23AE4B37C9C1}"/>
              </a:ext>
            </a:extLst>
          </p:cNvPr>
          <p:cNvSpPr/>
          <p:nvPr/>
        </p:nvSpPr>
        <p:spPr>
          <a:xfrm>
            <a:off x="9565190" y="4638708"/>
            <a:ext cx="26268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신청 현황 조회로 이동</a:t>
            </a:r>
            <a:endParaRPr lang="en-US" altLang="ko-KR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A55796F4-4AFC-40E3-A06A-3C8542B8170E}"/>
              </a:ext>
            </a:extLst>
          </p:cNvPr>
          <p:cNvSpPr/>
          <p:nvPr/>
        </p:nvSpPr>
        <p:spPr>
          <a:xfrm>
            <a:off x="8613185" y="314165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목록 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84CBE104-3389-4E93-A570-FB86C6BB2034}"/>
              </a:ext>
            </a:extLst>
          </p:cNvPr>
          <p:cNvSpPr/>
          <p:nvPr/>
        </p:nvSpPr>
        <p:spPr>
          <a:xfrm>
            <a:off x="8613185" y="278490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수업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일괄등록</a:t>
            </a:r>
            <a:endParaRPr lang="en-US" altLang="ko-KR" sz="700" dirty="0">
              <a:solidFill>
                <a:schemeClr val="bg1"/>
              </a:solidFill>
            </a:endParaRPr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872EF14A-591C-458E-BE53-7B005A62A21C}"/>
              </a:ext>
            </a:extLst>
          </p:cNvPr>
          <p:cNvCxnSpPr>
            <a:cxnSpLocks/>
            <a:stCxn id="76" idx="3"/>
          </p:cNvCxnSpPr>
          <p:nvPr/>
        </p:nvCxnSpPr>
        <p:spPr>
          <a:xfrm>
            <a:off x="9197996" y="3280646"/>
            <a:ext cx="367194" cy="127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45AF1B6-2C7E-471E-BD2E-BCD377568826}"/>
              </a:ext>
            </a:extLst>
          </p:cNvPr>
          <p:cNvSpPr txBox="1"/>
          <p:nvPr/>
        </p:nvSpPr>
        <p:spPr>
          <a:xfrm>
            <a:off x="4374869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6E564E-6990-4AE1-8589-819382D40399}"/>
              </a:ext>
            </a:extLst>
          </p:cNvPr>
          <p:cNvSpPr txBox="1"/>
          <p:nvPr/>
        </p:nvSpPr>
        <p:spPr>
          <a:xfrm>
            <a:off x="584516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88488FE6-D44B-4006-A5F0-DC9EF3DA39AF}"/>
              </a:ext>
            </a:extLst>
          </p:cNvPr>
          <p:cNvSpPr/>
          <p:nvPr/>
        </p:nvSpPr>
        <p:spPr>
          <a:xfrm>
            <a:off x="9568789" y="3130693"/>
            <a:ext cx="2626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목록 다운로드 </a:t>
            </a:r>
            <a:r>
              <a:rPr lang="en-US" altLang="ko-KR" sz="1200" dirty="0"/>
              <a:t>: </a:t>
            </a:r>
            <a:r>
              <a:rPr lang="ko-KR" altLang="en-US" sz="1200" dirty="0"/>
              <a:t>클릭 시 선택한 수업의 목록을 엑셀로 다운로드 받도록</a:t>
            </a:r>
            <a:r>
              <a:rPr lang="en-US" altLang="ko-KR" sz="1200" dirty="0"/>
              <a:t>. </a:t>
            </a:r>
            <a:r>
              <a:rPr lang="ko-KR" altLang="en-US" sz="1200" dirty="0"/>
              <a:t>최소 </a:t>
            </a:r>
            <a:r>
              <a:rPr lang="en-US" altLang="ko-KR" sz="1200" dirty="0"/>
              <a:t>3</a:t>
            </a:r>
            <a:r>
              <a:rPr lang="ko-KR" altLang="en-US" sz="1200" dirty="0" err="1"/>
              <a:t>뎁스</a:t>
            </a:r>
            <a:r>
              <a:rPr lang="ko-KR" altLang="en-US" sz="1200" dirty="0"/>
              <a:t> 까지는 선택해야 버튼 클릭 가능하도록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5205373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수업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수업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PONADMLCTREOOH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수업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수업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D321314-568F-44CD-8BA1-E86BE18C617B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6DA457DF-AF3C-4F96-BC15-BF6C818FE42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2257B7A-B5DC-4AB6-8102-30767A0A2920}"/>
                </a:ext>
              </a:extLst>
            </p:cNvPr>
            <p:cNvSpPr/>
            <p:nvPr/>
          </p:nvSpPr>
          <p:spPr>
            <a:xfrm rot="5400000">
              <a:off x="1924724" y="3376734"/>
              <a:ext cx="1670851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61CBD7A-C659-4492-BBD9-4E5BAA2404B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00E8DC2-39C9-4595-86E8-95CD87BD1F13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F43444-2CE9-47C6-AD89-7F2AA5176FCF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109ED89-22EE-478A-A40E-9290EF160353}"/>
              </a:ext>
            </a:extLst>
          </p:cNvPr>
          <p:cNvGrpSpPr/>
          <p:nvPr/>
        </p:nvGrpSpPr>
        <p:grpSpPr>
          <a:xfrm>
            <a:off x="2968192" y="2590789"/>
            <a:ext cx="1278050" cy="1191182"/>
            <a:chOff x="1534206" y="2590789"/>
            <a:chExt cx="1278050" cy="1676420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936A620-E382-44EF-AE0B-02ED1ECEAF13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E3E3007-1817-49A5-9776-5F9CCEE8C1F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08745A-75C0-4CDE-89B9-C1434AC4587F}"/>
              </a:ext>
            </a:extLst>
          </p:cNvPr>
          <p:cNvSpPr txBox="1"/>
          <p:nvPr/>
        </p:nvSpPr>
        <p:spPr>
          <a:xfrm>
            <a:off x="2979540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81C18A-958F-4D91-8041-1CFCEE2C116A}"/>
              </a:ext>
            </a:extLst>
          </p:cNvPr>
          <p:cNvSpPr txBox="1"/>
          <p:nvPr/>
        </p:nvSpPr>
        <p:spPr>
          <a:xfrm>
            <a:off x="2979540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DBF8F6-2F72-42F3-8130-D6B049EC7571}"/>
              </a:ext>
            </a:extLst>
          </p:cNvPr>
          <p:cNvSpPr txBox="1"/>
          <p:nvPr/>
        </p:nvSpPr>
        <p:spPr>
          <a:xfrm>
            <a:off x="2971139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18EA7F-DA43-4CD0-896A-D20CCC0A51E8}"/>
              </a:ext>
            </a:extLst>
          </p:cNvPr>
          <p:cNvSpPr txBox="1"/>
          <p:nvPr/>
        </p:nvSpPr>
        <p:spPr>
          <a:xfrm>
            <a:off x="2979540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2B68CE5-D395-4088-B166-BA3529D0E566}"/>
              </a:ext>
            </a:extLst>
          </p:cNvPr>
          <p:cNvSpPr/>
          <p:nvPr/>
        </p:nvSpPr>
        <p:spPr>
          <a:xfrm>
            <a:off x="8615103" y="391470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AC51A25-5000-4232-9E0B-3E8AB74BEF50}"/>
              </a:ext>
            </a:extLst>
          </p:cNvPr>
          <p:cNvSpPr/>
          <p:nvPr/>
        </p:nvSpPr>
        <p:spPr>
          <a:xfrm>
            <a:off x="7276777" y="391470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6C5178A4-720A-400C-A016-B1DE640700D3}"/>
              </a:ext>
            </a:extLst>
          </p:cNvPr>
          <p:cNvSpPr/>
          <p:nvPr/>
        </p:nvSpPr>
        <p:spPr>
          <a:xfrm>
            <a:off x="1531257" y="3913341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복사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E01F23-C45D-46B4-A843-7FD93F9D88F2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영어</a:t>
            </a:r>
            <a:endParaRPr lang="ko-KR" altLang="en-US" sz="10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59BD07B-8B57-4E89-BCC7-3A1B34E93C09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FFC4851-3643-42D8-89A3-7952034EC8B4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A1377B11-F7C5-4A3E-8A44-BE28B716F32B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1256" y="4239113"/>
          <a:ext cx="7668658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969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489806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569086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2910993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1085737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085737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196330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클래스 제목</a:t>
                      </a:r>
                      <a:r>
                        <a:rPr lang="en-US" altLang="ko-KR" sz="900" dirty="0"/>
                        <a:t>] </a:t>
                      </a:r>
                      <a:r>
                        <a:rPr lang="ko-KR" altLang="en-US" sz="900" dirty="0"/>
                        <a:t>수업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수강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모집인원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수강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예비인원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4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 / 20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 / 10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11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 / 30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17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 / 15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83" name="Box">
            <a:extLst>
              <a:ext uri="{FF2B5EF4-FFF2-40B4-BE49-F238E27FC236}">
                <a16:creationId xmlns:a16="http://schemas.microsoft.com/office/drawing/2014/main" id="{DF04974F-69E0-4E68-AA00-249AB5A9A7B1}"/>
              </a:ext>
            </a:extLst>
          </p:cNvPr>
          <p:cNvSpPr/>
          <p:nvPr/>
        </p:nvSpPr>
        <p:spPr>
          <a:xfrm>
            <a:off x="161280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Box">
            <a:extLst>
              <a:ext uri="{FF2B5EF4-FFF2-40B4-BE49-F238E27FC236}">
                <a16:creationId xmlns:a16="http://schemas.microsoft.com/office/drawing/2014/main" id="{672A1D6D-AF01-49BC-9EDC-CE6392FD74F3}"/>
              </a:ext>
            </a:extLst>
          </p:cNvPr>
          <p:cNvSpPr/>
          <p:nvPr/>
        </p:nvSpPr>
        <p:spPr>
          <a:xfrm>
            <a:off x="1612804" y="4705057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Box">
            <a:extLst>
              <a:ext uri="{FF2B5EF4-FFF2-40B4-BE49-F238E27FC236}">
                <a16:creationId xmlns:a16="http://schemas.microsoft.com/office/drawing/2014/main" id="{C6C2FA7F-3DBC-45F1-A3B2-8129727A8D70}"/>
              </a:ext>
            </a:extLst>
          </p:cNvPr>
          <p:cNvSpPr/>
          <p:nvPr/>
        </p:nvSpPr>
        <p:spPr>
          <a:xfrm>
            <a:off x="1612803" y="504958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Box">
            <a:extLst>
              <a:ext uri="{FF2B5EF4-FFF2-40B4-BE49-F238E27FC236}">
                <a16:creationId xmlns:a16="http://schemas.microsoft.com/office/drawing/2014/main" id="{DFDE5186-7445-469F-9C18-08029B5C355D}"/>
              </a:ext>
            </a:extLst>
          </p:cNvPr>
          <p:cNvSpPr/>
          <p:nvPr/>
        </p:nvSpPr>
        <p:spPr>
          <a:xfrm>
            <a:off x="1612803" y="5410282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L 도형 89">
            <a:extLst>
              <a:ext uri="{FF2B5EF4-FFF2-40B4-BE49-F238E27FC236}">
                <a16:creationId xmlns:a16="http://schemas.microsoft.com/office/drawing/2014/main" id="{0555A2E0-7CBD-47C4-9BCF-7D7C1C2784BF}"/>
              </a:ext>
            </a:extLst>
          </p:cNvPr>
          <p:cNvSpPr/>
          <p:nvPr/>
        </p:nvSpPr>
        <p:spPr>
          <a:xfrm rot="18935460">
            <a:off x="1642626" y="4717924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D5A9347-00B7-456F-8589-7B65E620DFA0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8BBCA8F-A814-4811-89A2-CB341B662F4B}"/>
              </a:ext>
            </a:extLst>
          </p:cNvPr>
          <p:cNvGrpSpPr/>
          <p:nvPr/>
        </p:nvGrpSpPr>
        <p:grpSpPr>
          <a:xfrm>
            <a:off x="6651988" y="3914707"/>
            <a:ext cx="545589" cy="221852"/>
            <a:chOff x="6651988" y="3960551"/>
            <a:chExt cx="545589" cy="221852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680B2888-0A2D-4B8F-B409-95ABCA3C6B1D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2E49733C-7F41-4D6C-8AE5-12192BB47A86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30698FB9-05CF-496E-B1D4-057AB67B9A1C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88FC4346-C7A5-4037-B721-D7BE3D581E1D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AB9A9DF1-B0E9-42D1-B077-6958C66019E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01" name="이등변 삼각형 100">
              <a:extLst>
                <a:ext uri="{FF2B5EF4-FFF2-40B4-BE49-F238E27FC236}">
                  <a16:creationId xmlns:a16="http://schemas.microsoft.com/office/drawing/2014/main" id="{A9C79E99-C9E8-4501-AD27-254EDE861734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02" name="사각형: 둥근 모서리 101">
            <a:extLst>
              <a:ext uri="{FF2B5EF4-FFF2-40B4-BE49-F238E27FC236}">
                <a16:creationId xmlns:a16="http://schemas.microsoft.com/office/drawing/2014/main" id="{AAFE8D40-0F56-48E2-AAA9-B170E31D7889}"/>
              </a:ext>
            </a:extLst>
          </p:cNvPr>
          <p:cNvSpPr/>
          <p:nvPr/>
        </p:nvSpPr>
        <p:spPr>
          <a:xfrm>
            <a:off x="8271793" y="4652902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A02D3341-F41D-4C70-AF6E-BB58B3E74601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8178B55-6ACC-4F74-BC37-13A443209331}"/>
              </a:ext>
            </a:extLst>
          </p:cNvPr>
          <p:cNvSpPr/>
          <p:nvPr/>
        </p:nvSpPr>
        <p:spPr>
          <a:xfrm>
            <a:off x="9565190" y="976785"/>
            <a:ext cx="23935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수업 일괄등록 필요할지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(</a:t>
            </a:r>
            <a:r>
              <a:rPr lang="ko-KR" altLang="en-US" dirty="0"/>
              <a:t>엑셀 이용해서 등록</a:t>
            </a:r>
            <a:r>
              <a:rPr lang="en-US" altLang="ko-KR" dirty="0"/>
              <a:t>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559DBB-41AC-4509-B519-F4C5D8E6E8FE}"/>
              </a:ext>
            </a:extLst>
          </p:cNvPr>
          <p:cNvSpPr txBox="1"/>
          <p:nvPr/>
        </p:nvSpPr>
        <p:spPr>
          <a:xfrm>
            <a:off x="2928513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0F1BE11-DD48-462E-86F4-7DFEA7B41239}"/>
              </a:ext>
            </a:extLst>
          </p:cNvPr>
          <p:cNvSpPr/>
          <p:nvPr/>
        </p:nvSpPr>
        <p:spPr>
          <a:xfrm>
            <a:off x="4378218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CE592B-66D9-4CC8-B596-59A142EB6299}"/>
              </a:ext>
            </a:extLst>
          </p:cNvPr>
          <p:cNvSpPr txBox="1"/>
          <p:nvPr/>
        </p:nvSpPr>
        <p:spPr>
          <a:xfrm>
            <a:off x="4378218" y="2873396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인기 라이브 영어</a:t>
            </a:r>
            <a:r>
              <a:rPr lang="en-US" altLang="ko-KR" sz="800" dirty="0"/>
              <a:t>…</a:t>
            </a:r>
            <a:endParaRPr lang="ko-KR" altLang="en-US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BE393D-6D9C-4E9B-B652-79089114AD89}"/>
              </a:ext>
            </a:extLst>
          </p:cNvPr>
          <p:cNvSpPr txBox="1"/>
          <p:nvPr/>
        </p:nvSpPr>
        <p:spPr>
          <a:xfrm>
            <a:off x="4378218" y="308342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88A5D61-EF59-4D76-B51E-217DCE168C1C}"/>
              </a:ext>
            </a:extLst>
          </p:cNvPr>
          <p:cNvSpPr/>
          <p:nvPr/>
        </p:nvSpPr>
        <p:spPr>
          <a:xfrm>
            <a:off x="5836096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742A7C4-B38B-4564-8960-0BC86205E955}"/>
              </a:ext>
            </a:extLst>
          </p:cNvPr>
          <p:cNvSpPr txBox="1"/>
          <p:nvPr/>
        </p:nvSpPr>
        <p:spPr>
          <a:xfrm>
            <a:off x="5847444" y="2873396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토요일</a:t>
            </a:r>
            <a:endParaRPr lang="ko-KR" altLang="en-US" sz="1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5480DB6-DEEC-4555-8F63-883DF7983CDF}"/>
              </a:ext>
            </a:extLst>
          </p:cNvPr>
          <p:cNvSpPr txBox="1"/>
          <p:nvPr/>
        </p:nvSpPr>
        <p:spPr>
          <a:xfrm>
            <a:off x="5847444" y="308342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일요일</a:t>
            </a:r>
            <a:endParaRPr lang="ko-KR" altLang="en-US" sz="1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47B072B-3B3B-46E5-8FD4-E7A6CD36CF0C}"/>
              </a:ext>
            </a:extLst>
          </p:cNvPr>
          <p:cNvSpPr txBox="1"/>
          <p:nvPr/>
        </p:nvSpPr>
        <p:spPr>
          <a:xfrm>
            <a:off x="4340809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클래스</a:t>
            </a:r>
            <a:endParaRPr lang="ko-KR" altLang="en-US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23CF52E-9D37-4909-ABC5-5236127F7289}"/>
              </a:ext>
            </a:extLst>
          </p:cNvPr>
          <p:cNvSpPr txBox="1"/>
          <p:nvPr/>
        </p:nvSpPr>
        <p:spPr>
          <a:xfrm>
            <a:off x="579641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요일</a:t>
            </a:r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EDE60A-3DC5-4B95-B2C0-F29D7A75AC3D}"/>
              </a:ext>
            </a:extLst>
          </p:cNvPr>
          <p:cNvGrpSpPr/>
          <p:nvPr/>
        </p:nvGrpSpPr>
        <p:grpSpPr>
          <a:xfrm>
            <a:off x="4131379" y="2595376"/>
            <a:ext cx="110098" cy="1187457"/>
            <a:chOff x="4155271" y="2595376"/>
            <a:chExt cx="110098" cy="1187457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314FCE42-AE54-453F-81B9-FF2DBECA4CBA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508BBEB2-AF86-474C-A8B4-E7BDB17424D6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A391F81D-EA03-49B2-9A16-57A72F475881}"/>
              </a:ext>
            </a:extLst>
          </p:cNvPr>
          <p:cNvGrpSpPr/>
          <p:nvPr/>
        </p:nvGrpSpPr>
        <p:grpSpPr>
          <a:xfrm>
            <a:off x="5537149" y="2590789"/>
            <a:ext cx="110098" cy="1187457"/>
            <a:chOff x="4155271" y="2595376"/>
            <a:chExt cx="110098" cy="1187457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2F29D19A-E5B3-4DBB-9BA3-DF7AE5CC1BD6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2FC5BBA-9992-4CF8-9DEC-14CB21B7A8AC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E105DF2-D941-4C49-BD3C-8E146487CC61}"/>
              </a:ext>
            </a:extLst>
          </p:cNvPr>
          <p:cNvGrpSpPr/>
          <p:nvPr/>
        </p:nvGrpSpPr>
        <p:grpSpPr>
          <a:xfrm>
            <a:off x="7005482" y="2590789"/>
            <a:ext cx="110098" cy="1187457"/>
            <a:chOff x="4155271" y="2595376"/>
            <a:chExt cx="110098" cy="1187457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7C465D4-DA02-4E77-8294-914B47B87657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41BEE946-ECBE-4798-B9EB-58BE04062174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DC97AE71-F113-44D3-89F6-C875CC92AAD7}"/>
              </a:ext>
            </a:extLst>
          </p:cNvPr>
          <p:cNvSpPr/>
          <p:nvPr/>
        </p:nvSpPr>
        <p:spPr>
          <a:xfrm>
            <a:off x="8271793" y="5008040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133" name="사각형: 둥근 모서리 132">
            <a:extLst>
              <a:ext uri="{FF2B5EF4-FFF2-40B4-BE49-F238E27FC236}">
                <a16:creationId xmlns:a16="http://schemas.microsoft.com/office/drawing/2014/main" id="{26163AAD-45BF-4E6A-A029-9DC2C26D729B}"/>
              </a:ext>
            </a:extLst>
          </p:cNvPr>
          <p:cNvSpPr/>
          <p:nvPr/>
        </p:nvSpPr>
        <p:spPr>
          <a:xfrm>
            <a:off x="8271793" y="5387246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26915A4F-42D8-4A6A-9226-9E5BAE4BFFF4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F9FA632-94E9-4FD7-A200-23AE4B37C9C1}"/>
              </a:ext>
            </a:extLst>
          </p:cNvPr>
          <p:cNvSpPr/>
          <p:nvPr/>
        </p:nvSpPr>
        <p:spPr>
          <a:xfrm>
            <a:off x="9565190" y="4638708"/>
            <a:ext cx="26268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신청 현황 조회로 이동</a:t>
            </a:r>
            <a:endParaRPr lang="en-US" altLang="ko-KR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A55796F4-4AFC-40E3-A06A-3C8542B8170E}"/>
              </a:ext>
            </a:extLst>
          </p:cNvPr>
          <p:cNvSpPr/>
          <p:nvPr/>
        </p:nvSpPr>
        <p:spPr>
          <a:xfrm>
            <a:off x="8613185" y="314165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목록 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84CBE104-3389-4E93-A570-FB86C6BB2034}"/>
              </a:ext>
            </a:extLst>
          </p:cNvPr>
          <p:cNvSpPr/>
          <p:nvPr/>
        </p:nvSpPr>
        <p:spPr>
          <a:xfrm>
            <a:off x="8613185" y="278490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수업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일괄등록</a:t>
            </a:r>
            <a:endParaRPr lang="en-US" altLang="ko-KR" sz="700" dirty="0">
              <a:solidFill>
                <a:schemeClr val="bg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07D7BE65-DA8C-42A1-B159-4478EEF92D01}"/>
              </a:ext>
            </a:extLst>
          </p:cNvPr>
          <p:cNvSpPr/>
          <p:nvPr/>
        </p:nvSpPr>
        <p:spPr>
          <a:xfrm>
            <a:off x="9568789" y="3130693"/>
            <a:ext cx="2626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dirty="0"/>
              <a:t>목록 다운로드 </a:t>
            </a:r>
            <a:r>
              <a:rPr lang="en-US" altLang="ko-KR" sz="1200" dirty="0"/>
              <a:t>: </a:t>
            </a:r>
            <a:r>
              <a:rPr lang="ko-KR" altLang="en-US" sz="1200" dirty="0"/>
              <a:t>클릭 시 선택한 수업의 목록을 엑셀로 다운로드 받도록</a:t>
            </a:r>
            <a:r>
              <a:rPr lang="en-US" altLang="ko-KR" sz="1200" dirty="0"/>
              <a:t>. </a:t>
            </a:r>
            <a:r>
              <a:rPr lang="ko-KR" altLang="en-US" sz="1200" dirty="0"/>
              <a:t>최소 </a:t>
            </a:r>
            <a:r>
              <a:rPr lang="en-US" altLang="ko-KR" sz="1200" dirty="0"/>
              <a:t>3</a:t>
            </a:r>
            <a:r>
              <a:rPr lang="ko-KR" altLang="en-US" sz="1200" dirty="0" err="1"/>
              <a:t>뎁스</a:t>
            </a:r>
            <a:r>
              <a:rPr lang="ko-KR" altLang="en-US" sz="1200" dirty="0"/>
              <a:t> 까지는 선택해야 버튼 클릭 가능하도록</a:t>
            </a:r>
            <a:endParaRPr lang="en-US" altLang="ko-KR" sz="1200" dirty="0"/>
          </a:p>
          <a:p>
            <a:endParaRPr lang="en-US" altLang="ko-KR" sz="1200" dirty="0"/>
          </a:p>
          <a:p>
            <a:endParaRPr lang="en-US" altLang="ko-KR" sz="1200" dirty="0"/>
          </a:p>
        </p:txBody>
      </p:sp>
      <p:cxnSp>
        <p:nvCxnSpPr>
          <p:cNvPr id="94" name="연결선: 꺾임 93">
            <a:extLst>
              <a:ext uri="{FF2B5EF4-FFF2-40B4-BE49-F238E27FC236}">
                <a16:creationId xmlns:a16="http://schemas.microsoft.com/office/drawing/2014/main" id="{872EF14A-591C-458E-BE53-7B005A62A21C}"/>
              </a:ext>
            </a:extLst>
          </p:cNvPr>
          <p:cNvCxnSpPr>
            <a:cxnSpLocks/>
            <a:stCxn id="78" idx="0"/>
            <a:endCxn id="144" idx="0"/>
          </p:cNvCxnSpPr>
          <p:nvPr/>
        </p:nvCxnSpPr>
        <p:spPr>
          <a:xfrm rot="16200000" flipV="1">
            <a:off x="6660853" y="524266"/>
            <a:ext cx="1328599" cy="3137346"/>
          </a:xfrm>
          <a:prstGeom prst="bentConnector3">
            <a:avLst>
              <a:gd name="adj1" fmla="val 11720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D45AF1B6-2C7E-471E-BD2E-BCD377568826}"/>
              </a:ext>
            </a:extLst>
          </p:cNvPr>
          <p:cNvSpPr txBox="1"/>
          <p:nvPr/>
        </p:nvSpPr>
        <p:spPr>
          <a:xfrm>
            <a:off x="4374869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76E564E-6990-4AE1-8589-819382D40399}"/>
              </a:ext>
            </a:extLst>
          </p:cNvPr>
          <p:cNvSpPr txBox="1"/>
          <p:nvPr/>
        </p:nvSpPr>
        <p:spPr>
          <a:xfrm>
            <a:off x="584516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4A6AA00F-D511-4EE3-9B6C-6DA8F3419F61}"/>
              </a:ext>
            </a:extLst>
          </p:cNvPr>
          <p:cNvSpPr/>
          <p:nvPr/>
        </p:nvSpPr>
        <p:spPr>
          <a:xfrm>
            <a:off x="8530949" y="2757238"/>
            <a:ext cx="725751" cy="3389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CE2377E4-8C84-4907-A209-35ABAA2A7755}"/>
              </a:ext>
            </a:extLst>
          </p:cNvPr>
          <p:cNvGrpSpPr/>
          <p:nvPr/>
        </p:nvGrpSpPr>
        <p:grpSpPr>
          <a:xfrm>
            <a:off x="3807150" y="1428639"/>
            <a:ext cx="3898658" cy="3899857"/>
            <a:chOff x="18683364" y="-533470"/>
            <a:chExt cx="3898658" cy="3899857"/>
          </a:xfrm>
        </p:grpSpPr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EFCA99D2-F336-4A11-9134-75D1CD27FCCC}"/>
                </a:ext>
              </a:extLst>
            </p:cNvPr>
            <p:cNvGrpSpPr/>
            <p:nvPr/>
          </p:nvGrpSpPr>
          <p:grpSpPr>
            <a:xfrm>
              <a:off x="18683364" y="-533470"/>
              <a:ext cx="3898658" cy="3899857"/>
              <a:chOff x="3803296" y="3267715"/>
              <a:chExt cx="4967902" cy="3899857"/>
            </a:xfrm>
          </p:grpSpPr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582A9F88-CE66-40AC-A737-198F711E417C}"/>
                  </a:ext>
                </a:extLst>
              </p:cNvPr>
              <p:cNvSpPr/>
              <p:nvPr/>
            </p:nvSpPr>
            <p:spPr>
              <a:xfrm>
                <a:off x="3803296" y="3267715"/>
                <a:ext cx="4967901" cy="403561"/>
              </a:xfrm>
              <a:prstGeom prst="rect">
                <a:avLst/>
              </a:prstGeom>
              <a:solidFill>
                <a:srgbClr val="A792DC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ko-KR" altLang="en-US" sz="1000" dirty="0"/>
                  <a:t>수업 일괄등록</a:t>
                </a:r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076392B4-A15C-4C0A-9880-09476DFF20FF}"/>
                  </a:ext>
                </a:extLst>
              </p:cNvPr>
              <p:cNvSpPr/>
              <p:nvPr/>
            </p:nvSpPr>
            <p:spPr>
              <a:xfrm>
                <a:off x="3803296" y="3671277"/>
                <a:ext cx="4967902" cy="34962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6" name="사각형: 둥근 모서리 105">
              <a:extLst>
                <a:ext uri="{FF2B5EF4-FFF2-40B4-BE49-F238E27FC236}">
                  <a16:creationId xmlns:a16="http://schemas.microsoft.com/office/drawing/2014/main" id="{6FED637F-8C47-4DCB-942E-A66C2DC9791D}"/>
                </a:ext>
              </a:extLst>
            </p:cNvPr>
            <p:cNvSpPr/>
            <p:nvPr/>
          </p:nvSpPr>
          <p:spPr>
            <a:xfrm>
              <a:off x="18770898" y="-29824"/>
              <a:ext cx="3737972" cy="2543627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5ACF5CE4-4EEF-4C51-AE4B-4349AE2063EE}"/>
                </a:ext>
              </a:extLst>
            </p:cNvPr>
            <p:cNvSpPr/>
            <p:nvPr/>
          </p:nvSpPr>
          <p:spPr>
            <a:xfrm>
              <a:off x="20158459" y="2983166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rgbClr val="BB8BE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확인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9BD718C3-3584-48C7-BEC8-681BC8794F1D}"/>
                </a:ext>
              </a:extLst>
            </p:cNvPr>
            <p:cNvSpPr txBox="1"/>
            <p:nvPr/>
          </p:nvSpPr>
          <p:spPr>
            <a:xfrm>
              <a:off x="18880581" y="185970"/>
              <a:ext cx="11177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수업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CDC8BF49-BA7B-44C8-A0A6-3C63613EC4A3}"/>
                </a:ext>
              </a:extLst>
            </p:cNvPr>
            <p:cNvSpPr txBox="1"/>
            <p:nvPr/>
          </p:nvSpPr>
          <p:spPr>
            <a:xfrm>
              <a:off x="18892887" y="1167068"/>
              <a:ext cx="1024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양식 다운로드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6EA36048-6F08-4CED-8C92-5A59B8925A67}"/>
                </a:ext>
              </a:extLst>
            </p:cNvPr>
            <p:cNvSpPr txBox="1"/>
            <p:nvPr/>
          </p:nvSpPr>
          <p:spPr>
            <a:xfrm>
              <a:off x="18890459" y="1647471"/>
              <a:ext cx="1024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수업 업로드</a:t>
              </a:r>
            </a:p>
          </p:txBody>
        </p:sp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9F9652D8-B8AB-4FE0-9518-74E39A48CEB8}"/>
                </a:ext>
              </a:extLst>
            </p:cNvPr>
            <p:cNvSpPr/>
            <p:nvPr/>
          </p:nvSpPr>
          <p:spPr>
            <a:xfrm>
              <a:off x="19941723" y="1961819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수업일괄등록양식</a:t>
              </a:r>
              <a:r>
                <a:rPr lang="en-US" altLang="ko-KR" sz="800" dirty="0">
                  <a:solidFill>
                    <a:schemeClr val="tx1"/>
                  </a:solidFill>
                </a:rPr>
                <a:t>_20231222125402.xlsx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25F887D2-BB99-4987-BC02-9BD8B9A35D68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009" y="528531"/>
              <a:ext cx="356581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직선 연결선 136">
              <a:extLst>
                <a:ext uri="{FF2B5EF4-FFF2-40B4-BE49-F238E27FC236}">
                  <a16:creationId xmlns:a16="http://schemas.microsoft.com/office/drawing/2014/main" id="{3C1E3461-BA23-456E-958A-FF94660329E1}"/>
                </a:ext>
              </a:extLst>
            </p:cNvPr>
            <p:cNvCxnSpPr>
              <a:cxnSpLocks/>
            </p:cNvCxnSpPr>
            <p:nvPr/>
          </p:nvCxnSpPr>
          <p:spPr>
            <a:xfrm>
              <a:off x="18840307" y="1466891"/>
              <a:ext cx="355152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3D824D8-0909-4FB9-AD2B-BCB71FC745B9}"/>
                </a:ext>
              </a:extLst>
            </p:cNvPr>
            <p:cNvSpPr txBox="1"/>
            <p:nvPr/>
          </p:nvSpPr>
          <p:spPr>
            <a:xfrm>
              <a:off x="18880581" y="688270"/>
              <a:ext cx="11177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요일</a:t>
              </a:r>
            </a:p>
          </p:txBody>
        </p:sp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FBCA153C-6286-448C-83F9-4D7FCB309BF1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009" y="1030831"/>
              <a:ext cx="356581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C3555EDE-5CA7-433A-BEC0-B3780B1B19B3}"/>
              </a:ext>
            </a:extLst>
          </p:cNvPr>
          <p:cNvSpPr/>
          <p:nvPr/>
        </p:nvSpPr>
        <p:spPr>
          <a:xfrm>
            <a:off x="5116319" y="2665314"/>
            <a:ext cx="566390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토요일</a:t>
            </a:r>
          </a:p>
        </p:txBody>
      </p: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BA8B013E-471B-4383-85EA-5EC9E55A2EA6}"/>
              </a:ext>
            </a:extLst>
          </p:cNvPr>
          <p:cNvSpPr/>
          <p:nvPr/>
        </p:nvSpPr>
        <p:spPr>
          <a:xfrm>
            <a:off x="5121897" y="2148485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인기 라이브 영어 연습 전문가 초빙</a:t>
            </a: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E2558203-5049-4F53-9F04-A2CF92D731BA}"/>
              </a:ext>
            </a:extLst>
          </p:cNvPr>
          <p:cNvSpPr/>
          <p:nvPr/>
        </p:nvSpPr>
        <p:spPr>
          <a:xfrm>
            <a:off x="5098900" y="3117780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1. </a:t>
            </a:r>
            <a:r>
              <a:rPr lang="ko-KR" altLang="en-US" sz="800" dirty="0">
                <a:solidFill>
                  <a:schemeClr val="bg1"/>
                </a:solidFill>
              </a:rPr>
              <a:t>등록 양식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7E7A05CA-3095-4B97-B314-87DD5AD05ABC}"/>
              </a:ext>
            </a:extLst>
          </p:cNvPr>
          <p:cNvSpPr/>
          <p:nvPr/>
        </p:nvSpPr>
        <p:spPr>
          <a:xfrm>
            <a:off x="5084682" y="3603840"/>
            <a:ext cx="998378" cy="22983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첨부파일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A580865-AD94-4BB9-B5AC-142146F7C69F}"/>
              </a:ext>
            </a:extLst>
          </p:cNvPr>
          <p:cNvSpPr txBox="1"/>
          <p:nvPr/>
        </p:nvSpPr>
        <p:spPr>
          <a:xfrm>
            <a:off x="5003071" y="4235226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허용 가능 확장자</a:t>
            </a:r>
            <a:r>
              <a:rPr lang="en-US" altLang="ko-KR" sz="700" dirty="0"/>
              <a:t> : xlsx, xlsx </a:t>
            </a:r>
            <a:endParaRPr lang="ko-KR" altLang="en-US" sz="700" dirty="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B41465CC-409C-4DB7-A58D-D02DFF99EE8D}"/>
              </a:ext>
            </a:extLst>
          </p:cNvPr>
          <p:cNvSpPr txBox="1"/>
          <p:nvPr/>
        </p:nvSpPr>
        <p:spPr>
          <a:xfrm>
            <a:off x="3884836" y="4554388"/>
            <a:ext cx="39025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1. </a:t>
            </a:r>
            <a:r>
              <a:rPr lang="ko-KR" altLang="en-US" sz="700" dirty="0"/>
              <a:t>등록 양식 버튼을 눌러 양식을 다운로드 받은 뒤</a:t>
            </a:r>
            <a:r>
              <a:rPr lang="en-US" altLang="ko-KR" sz="700" dirty="0"/>
              <a:t>,  </a:t>
            </a:r>
          </a:p>
          <a:p>
            <a:r>
              <a:rPr lang="ko-KR" altLang="en-US" sz="700" dirty="0"/>
              <a:t>   양식대로 </a:t>
            </a:r>
            <a:r>
              <a:rPr lang="ko-KR" altLang="en-US" sz="700" dirty="0" err="1"/>
              <a:t>수업포맷을</a:t>
            </a:r>
            <a:r>
              <a:rPr lang="ko-KR" altLang="en-US" sz="700" dirty="0"/>
              <a:t> 입력 후 등록해주세요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A418705E-B376-4886-85EB-F899987753BB}"/>
              </a:ext>
            </a:extLst>
          </p:cNvPr>
          <p:cNvSpPr/>
          <p:nvPr/>
        </p:nvSpPr>
        <p:spPr>
          <a:xfrm>
            <a:off x="3822019" y="1423274"/>
            <a:ext cx="3922156" cy="3927398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857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수업 상세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수업 상세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PONADMLCTREOOH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수업 상세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수업 상세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839265C6-426C-48A8-8CA9-28AEAC43F9F8}"/>
              </a:ext>
            </a:extLst>
          </p:cNvPr>
          <p:cNvSpPr/>
          <p:nvPr/>
        </p:nvSpPr>
        <p:spPr>
          <a:xfrm>
            <a:off x="1531277" y="2222343"/>
            <a:ext cx="7674170" cy="262763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4" name="직선 연결선 83">
            <a:extLst>
              <a:ext uri="{FF2B5EF4-FFF2-40B4-BE49-F238E27FC236}">
                <a16:creationId xmlns:a16="http://schemas.microsoft.com/office/drawing/2014/main" id="{3D00E711-2458-4261-9AEF-39C7FA0A54AB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TextBox 91">
            <a:extLst>
              <a:ext uri="{FF2B5EF4-FFF2-40B4-BE49-F238E27FC236}">
                <a16:creationId xmlns:a16="http://schemas.microsoft.com/office/drawing/2014/main" id="{E7305849-6804-4C1E-9736-08FF3D42B2BF}"/>
              </a:ext>
            </a:extLst>
          </p:cNvPr>
          <p:cNvSpPr txBox="1"/>
          <p:nvPr/>
        </p:nvSpPr>
        <p:spPr>
          <a:xfrm>
            <a:off x="1680394" y="331259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수업 제목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74AF128-817C-4B4E-BF42-B278DD861B0E}"/>
              </a:ext>
            </a:extLst>
          </p:cNvPr>
          <p:cNvSpPr txBox="1"/>
          <p:nvPr/>
        </p:nvSpPr>
        <p:spPr>
          <a:xfrm>
            <a:off x="1680394" y="369459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87498B37-551A-4AB9-8D93-D517E23ACEAB}"/>
              </a:ext>
            </a:extLst>
          </p:cNvPr>
          <p:cNvSpPr txBox="1"/>
          <p:nvPr/>
        </p:nvSpPr>
        <p:spPr>
          <a:xfrm>
            <a:off x="1680394" y="440122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모집인원설정</a:t>
            </a:r>
          </a:p>
        </p:txBody>
      </p: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98177AAD-B916-4533-9B79-7C7B4272AC7A}"/>
              </a:ext>
            </a:extLst>
          </p:cNvPr>
          <p:cNvCxnSpPr>
            <a:cxnSpLocks/>
          </p:cNvCxnSpPr>
          <p:nvPr/>
        </p:nvCxnSpPr>
        <p:spPr>
          <a:xfrm>
            <a:off x="1680394" y="35657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4867C744-5D1A-47B0-B231-C0FD0358D0CA}"/>
              </a:ext>
            </a:extLst>
          </p:cNvPr>
          <p:cNvCxnSpPr>
            <a:cxnSpLocks/>
          </p:cNvCxnSpPr>
          <p:nvPr/>
        </p:nvCxnSpPr>
        <p:spPr>
          <a:xfrm>
            <a:off x="1680394" y="4215348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84BA938-038D-4960-B8FE-D08EE29CACBA}"/>
              </a:ext>
            </a:extLst>
          </p:cNvPr>
          <p:cNvSpPr/>
          <p:nvPr/>
        </p:nvSpPr>
        <p:spPr>
          <a:xfrm>
            <a:off x="2804599" y="3311935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12</a:t>
            </a:r>
            <a:r>
              <a:rPr lang="ko-KR" altLang="en-US" sz="800" dirty="0">
                <a:solidFill>
                  <a:schemeClr val="tx1"/>
                </a:solidFill>
              </a:rPr>
              <a:t>월 </a:t>
            </a:r>
            <a:r>
              <a:rPr lang="en-US" altLang="ko-KR" sz="800" dirty="0">
                <a:solidFill>
                  <a:schemeClr val="tx1"/>
                </a:solidFill>
              </a:rPr>
              <a:t>4</a:t>
            </a:r>
            <a:r>
              <a:rPr lang="ko-KR" altLang="en-US" sz="800" dirty="0">
                <a:solidFill>
                  <a:schemeClr val="tx1"/>
                </a:solidFill>
              </a:rPr>
              <a:t>일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월</a:t>
            </a:r>
            <a:r>
              <a:rPr lang="en-US" altLang="ko-KR" sz="800" dirty="0">
                <a:solidFill>
                  <a:schemeClr val="tx1"/>
                </a:solidFill>
              </a:rPr>
              <a:t>) </a:t>
            </a:r>
            <a:r>
              <a:rPr lang="ko-KR" altLang="en-US" sz="800" dirty="0">
                <a:solidFill>
                  <a:schemeClr val="tx1"/>
                </a:solidFill>
              </a:rPr>
              <a:t>오전 </a:t>
            </a:r>
            <a:r>
              <a:rPr lang="en-US" altLang="ko-KR" sz="800" dirty="0">
                <a:solidFill>
                  <a:schemeClr val="tx1"/>
                </a:solidFill>
              </a:rPr>
              <a:t>10</a:t>
            </a:r>
            <a:r>
              <a:rPr lang="ko-KR" altLang="en-US" sz="800" dirty="0">
                <a:solidFill>
                  <a:schemeClr val="tx1"/>
                </a:solidFill>
              </a:rPr>
              <a:t>시 </a:t>
            </a:r>
            <a:r>
              <a:rPr lang="en-US" altLang="ko-KR" sz="800" dirty="0">
                <a:solidFill>
                  <a:schemeClr val="tx1"/>
                </a:solidFill>
              </a:rPr>
              <a:t>30</a:t>
            </a:r>
            <a:r>
              <a:rPr lang="ko-KR" altLang="en-US" sz="800" dirty="0">
                <a:solidFill>
                  <a:schemeClr val="tx1"/>
                </a:solidFill>
              </a:rPr>
              <a:t>분 </a:t>
            </a:r>
            <a:r>
              <a:rPr lang="en-US" altLang="ko-KR" sz="800" dirty="0">
                <a:solidFill>
                  <a:schemeClr val="tx1"/>
                </a:solidFill>
              </a:rPr>
              <a:t>(50,00</a:t>
            </a:r>
            <a:r>
              <a:rPr lang="ko-KR" altLang="en-US" sz="800" dirty="0">
                <a:solidFill>
                  <a:schemeClr val="tx1"/>
                </a:solidFill>
              </a:rPr>
              <a:t>원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4BED403A-C56C-407F-8E09-C70A4F7C5A5A}"/>
              </a:ext>
            </a:extLst>
          </p:cNvPr>
          <p:cNvSpPr/>
          <p:nvPr/>
        </p:nvSpPr>
        <p:spPr>
          <a:xfrm>
            <a:off x="2804599" y="3679085"/>
            <a:ext cx="4108218" cy="425936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altLang="ko-KR" sz="800" dirty="0">
                <a:solidFill>
                  <a:schemeClr val="tx1"/>
                </a:solidFill>
              </a:rPr>
              <a:t>12</a:t>
            </a:r>
            <a:r>
              <a:rPr lang="ko-KR" altLang="en-US" sz="800" dirty="0">
                <a:solidFill>
                  <a:schemeClr val="tx1"/>
                </a:solidFill>
              </a:rPr>
              <a:t>월 </a:t>
            </a:r>
            <a:r>
              <a:rPr lang="en-US" altLang="ko-KR" sz="800" dirty="0">
                <a:solidFill>
                  <a:schemeClr val="tx1"/>
                </a:solidFill>
              </a:rPr>
              <a:t>4</a:t>
            </a:r>
            <a:r>
              <a:rPr lang="ko-KR" altLang="en-US" sz="800" dirty="0">
                <a:solidFill>
                  <a:schemeClr val="tx1"/>
                </a:solidFill>
              </a:rPr>
              <a:t>일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월</a:t>
            </a:r>
            <a:r>
              <a:rPr lang="en-US" altLang="ko-KR" sz="800" dirty="0">
                <a:solidFill>
                  <a:schemeClr val="tx1"/>
                </a:solidFill>
              </a:rPr>
              <a:t>) </a:t>
            </a:r>
            <a:r>
              <a:rPr lang="ko-KR" altLang="en-US" sz="800" dirty="0">
                <a:solidFill>
                  <a:schemeClr val="tx1"/>
                </a:solidFill>
              </a:rPr>
              <a:t>오전 </a:t>
            </a:r>
            <a:r>
              <a:rPr lang="en-US" altLang="ko-KR" sz="800" dirty="0">
                <a:solidFill>
                  <a:schemeClr val="tx1"/>
                </a:solidFill>
              </a:rPr>
              <a:t>10</a:t>
            </a:r>
            <a:r>
              <a:rPr lang="ko-KR" altLang="en-US" sz="800" dirty="0">
                <a:solidFill>
                  <a:schemeClr val="tx1"/>
                </a:solidFill>
              </a:rPr>
              <a:t>시 </a:t>
            </a:r>
            <a:r>
              <a:rPr lang="en-US" altLang="ko-KR" sz="800" dirty="0">
                <a:solidFill>
                  <a:schemeClr val="tx1"/>
                </a:solidFill>
              </a:rPr>
              <a:t>30</a:t>
            </a:r>
            <a:r>
              <a:rPr lang="ko-KR" altLang="en-US" sz="800" dirty="0">
                <a:solidFill>
                  <a:schemeClr val="tx1"/>
                </a:solidFill>
              </a:rPr>
              <a:t>분 </a:t>
            </a:r>
            <a:r>
              <a:rPr lang="en-US" altLang="ko-KR" sz="800" dirty="0">
                <a:solidFill>
                  <a:schemeClr val="tx1"/>
                </a:solidFill>
              </a:rPr>
              <a:t>(50,00</a:t>
            </a:r>
            <a:r>
              <a:rPr lang="ko-KR" altLang="en-US" sz="800" dirty="0">
                <a:solidFill>
                  <a:schemeClr val="tx1"/>
                </a:solidFill>
              </a:rPr>
              <a:t>원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CFAC2084-1B04-49D2-AAA2-B7EA6DCCF82A}"/>
              </a:ext>
            </a:extLst>
          </p:cNvPr>
          <p:cNvSpPr txBox="1"/>
          <p:nvPr/>
        </p:nvSpPr>
        <p:spPr>
          <a:xfrm>
            <a:off x="1921512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E9210D14-F230-4C6F-8755-31F3C006871D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2EC548FC-BE83-4E74-B6F1-C1453EC048E4}"/>
              </a:ext>
            </a:extLst>
          </p:cNvPr>
          <p:cNvSpPr/>
          <p:nvPr/>
        </p:nvSpPr>
        <p:spPr>
          <a:xfrm>
            <a:off x="5041454" y="2376052"/>
            <a:ext cx="566390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토요일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0BCDA882-11F5-44F9-9A6E-5BEA28325619}"/>
              </a:ext>
            </a:extLst>
          </p:cNvPr>
          <p:cNvSpPr/>
          <p:nvPr/>
        </p:nvSpPr>
        <p:spPr>
          <a:xfrm>
            <a:off x="2793369" y="237652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인기 라이브 영어 연습 전문가 초빙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B2D53AC1-8D18-42F1-8807-C2047D6CFACA}"/>
              </a:ext>
            </a:extLst>
          </p:cNvPr>
          <p:cNvSpPr/>
          <p:nvPr/>
        </p:nvSpPr>
        <p:spPr>
          <a:xfrm>
            <a:off x="3398867" y="4401225"/>
            <a:ext cx="1642586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20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F474BA5E-D118-45C5-B353-C9EFD6AABFB3}"/>
              </a:ext>
            </a:extLst>
          </p:cNvPr>
          <p:cNvSpPr txBox="1"/>
          <p:nvPr/>
        </p:nvSpPr>
        <p:spPr>
          <a:xfrm>
            <a:off x="5498014" y="440122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예비모집인원설정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35820234-1F72-4FB7-A465-E7C23C0EF37C}"/>
              </a:ext>
            </a:extLst>
          </p:cNvPr>
          <p:cNvSpPr txBox="1"/>
          <p:nvPr/>
        </p:nvSpPr>
        <p:spPr>
          <a:xfrm>
            <a:off x="6331913" y="427669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CFCB701C-58AB-4F25-814B-54715270453E}"/>
              </a:ext>
            </a:extLst>
          </p:cNvPr>
          <p:cNvSpPr/>
          <p:nvPr/>
        </p:nvSpPr>
        <p:spPr>
          <a:xfrm>
            <a:off x="7260890" y="4401225"/>
            <a:ext cx="1818401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10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DCEB11E4-A01E-4023-A9E1-A560854F3FE5}"/>
              </a:ext>
            </a:extLst>
          </p:cNvPr>
          <p:cNvSpPr/>
          <p:nvPr/>
        </p:nvSpPr>
        <p:spPr>
          <a:xfrm>
            <a:off x="4886937" y="4912928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614FD2B1-CD9B-4A49-8C42-3344131E183A}"/>
              </a:ext>
            </a:extLst>
          </p:cNvPr>
          <p:cNvSpPr txBox="1"/>
          <p:nvPr/>
        </p:nvSpPr>
        <p:spPr>
          <a:xfrm>
            <a:off x="1680394" y="2852957"/>
            <a:ext cx="403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순번</a:t>
            </a:r>
          </a:p>
        </p:txBody>
      </p: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0E4B7EB3-C9C0-4746-B7CE-610DED571A5F}"/>
              </a:ext>
            </a:extLst>
          </p:cNvPr>
          <p:cNvCxnSpPr>
            <a:cxnSpLocks/>
          </p:cNvCxnSpPr>
          <p:nvPr/>
        </p:nvCxnSpPr>
        <p:spPr>
          <a:xfrm>
            <a:off x="1680394" y="3106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EFCCC9BA-7581-4BDB-A257-3053F00E9A1D}"/>
              </a:ext>
            </a:extLst>
          </p:cNvPr>
          <p:cNvSpPr/>
          <p:nvPr/>
        </p:nvSpPr>
        <p:spPr>
          <a:xfrm>
            <a:off x="2804599" y="2852296"/>
            <a:ext cx="78716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1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6" name="사각형: 둥근 모서리 145">
            <a:extLst>
              <a:ext uri="{FF2B5EF4-FFF2-40B4-BE49-F238E27FC236}">
                <a16:creationId xmlns:a16="http://schemas.microsoft.com/office/drawing/2014/main" id="{21C4A4B8-A2CF-4A09-B5D3-3AF484402250}"/>
              </a:ext>
            </a:extLst>
          </p:cNvPr>
          <p:cNvSpPr/>
          <p:nvPr/>
        </p:nvSpPr>
        <p:spPr>
          <a:xfrm>
            <a:off x="2804600" y="4410330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749E5B38-5F4D-474D-AA0A-49E04D388364}"/>
              </a:ext>
            </a:extLst>
          </p:cNvPr>
          <p:cNvSpPr/>
          <p:nvPr/>
        </p:nvSpPr>
        <p:spPr>
          <a:xfrm>
            <a:off x="6650696" y="4410330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754042EC-B4EA-4C61-AC3F-883292373250}"/>
              </a:ext>
            </a:extLst>
          </p:cNvPr>
          <p:cNvSpPr/>
          <p:nvPr/>
        </p:nvSpPr>
        <p:spPr>
          <a:xfrm>
            <a:off x="1531277" y="4945440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목록</a:t>
            </a:r>
          </a:p>
        </p:txBody>
      </p:sp>
    </p:spTree>
    <p:extLst>
      <p:ext uri="{BB962C8B-B14F-4D97-AF65-F5344CB8AC3E}">
        <p14:creationId xmlns:p14="http://schemas.microsoft.com/office/powerpoint/2010/main" val="10764218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" name="표 81">
            <a:extLst>
              <a:ext uri="{FF2B5EF4-FFF2-40B4-BE49-F238E27FC236}">
                <a16:creationId xmlns:a16="http://schemas.microsoft.com/office/drawing/2014/main" id="{A1377B11-F7C5-4A3E-8A44-BE28B716F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0612268"/>
              </p:ext>
            </p:extLst>
          </p:nvPr>
        </p:nvGraphicFramePr>
        <p:xfrm>
          <a:off x="1531255" y="4239113"/>
          <a:ext cx="7666742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5446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580059">
                  <a:extLst>
                    <a:ext uri="{9D8B030D-6E8A-4147-A177-3AD203B41FA5}">
                      <a16:colId xmlns:a16="http://schemas.microsoft.com/office/drawing/2014/main" val="4023163780"/>
                    </a:ext>
                  </a:extLst>
                </a:gridCol>
                <a:gridCol w="2287558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1128145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692487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284490">
                  <a:extLst>
                    <a:ext uri="{9D8B030D-6E8A-4147-A177-3AD203B41FA5}">
                      <a16:colId xmlns:a16="http://schemas.microsoft.com/office/drawing/2014/main" val="1403380416"/>
                    </a:ext>
                  </a:extLst>
                </a:gridCol>
                <a:gridCol w="1238557">
                  <a:extLst>
                    <a:ext uri="{9D8B030D-6E8A-4147-A177-3AD203B41FA5}">
                      <a16:colId xmlns:a16="http://schemas.microsoft.com/office/drawing/2014/main" val="72685959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[</a:t>
                      </a:r>
                      <a:r>
                        <a:rPr lang="ko-KR" altLang="en-US" sz="800" dirty="0"/>
                        <a:t>클래스 제목</a:t>
                      </a:r>
                      <a:r>
                        <a:rPr lang="en-US" altLang="ko-KR" sz="800" dirty="0"/>
                        <a:t>] </a:t>
                      </a:r>
                    </a:p>
                    <a:p>
                      <a:pPr algn="ctr" latinLnBrk="1"/>
                      <a:r>
                        <a:rPr lang="ko-KR" altLang="en-US" sz="800" dirty="0"/>
                        <a:t>수업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신청자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신청자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자녀이름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신청일시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상태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홍길동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김자녀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2023-12-20 09:08:22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신청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신청자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김아들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2023-12-20 09:08:22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취소 </a:t>
                      </a:r>
                      <a:r>
                        <a:rPr lang="en-US" altLang="ko-KR" sz="800" dirty="0"/>
                        <a:t>[ 2023-12-22 12:23:03 ]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윤종신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err="1"/>
                        <a:t>김자식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2023-12-20 09:08:22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예비 </a:t>
                      </a:r>
                      <a:r>
                        <a:rPr lang="en-US" altLang="ko-KR" sz="800" dirty="0"/>
                        <a:t>[ 1 ]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클래스 신청현황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신청현황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PONADMCLSSROOH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신청 현황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신청 현황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6D321314-568F-44CD-8BA1-E86BE18C617B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6DA457DF-AF3C-4F96-BC15-BF6C818FE42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2257B7A-B5DC-4AB6-8102-30767A0A2920}"/>
                </a:ext>
              </a:extLst>
            </p:cNvPr>
            <p:cNvSpPr/>
            <p:nvPr/>
          </p:nvSpPr>
          <p:spPr>
            <a:xfrm rot="5400000">
              <a:off x="1924724" y="3376734"/>
              <a:ext cx="1670851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B61CBD7A-C659-4492-BBD9-4E5BAA2404B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300E8DC2-39C9-4595-86E8-95CD87BD1F13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8F43444-2CE9-47C6-AD89-7F2AA5176FCF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3109ED89-22EE-478A-A40E-9290EF160353}"/>
              </a:ext>
            </a:extLst>
          </p:cNvPr>
          <p:cNvGrpSpPr/>
          <p:nvPr/>
        </p:nvGrpSpPr>
        <p:grpSpPr>
          <a:xfrm>
            <a:off x="2968192" y="2590789"/>
            <a:ext cx="1278050" cy="1191182"/>
            <a:chOff x="1534206" y="2590789"/>
            <a:chExt cx="1278050" cy="1676420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0936A620-E382-44EF-AE0B-02ED1ECEAF13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3E3E3007-1817-49A5-9776-5F9CCEE8C1F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AD08745A-75C0-4CDE-89B9-C1434AC4587F}"/>
              </a:ext>
            </a:extLst>
          </p:cNvPr>
          <p:cNvSpPr txBox="1"/>
          <p:nvPr/>
        </p:nvSpPr>
        <p:spPr>
          <a:xfrm>
            <a:off x="2979540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A81C18A-958F-4D91-8041-1CFCEE2C116A}"/>
              </a:ext>
            </a:extLst>
          </p:cNvPr>
          <p:cNvSpPr txBox="1"/>
          <p:nvPr/>
        </p:nvSpPr>
        <p:spPr>
          <a:xfrm>
            <a:off x="2979540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5DBF8F6-2F72-42F3-8130-D6B049EC7571}"/>
              </a:ext>
            </a:extLst>
          </p:cNvPr>
          <p:cNvSpPr txBox="1"/>
          <p:nvPr/>
        </p:nvSpPr>
        <p:spPr>
          <a:xfrm>
            <a:off x="2971139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618EA7F-DA43-4CD0-896A-D20CCC0A51E8}"/>
              </a:ext>
            </a:extLst>
          </p:cNvPr>
          <p:cNvSpPr txBox="1"/>
          <p:nvPr/>
        </p:nvSpPr>
        <p:spPr>
          <a:xfrm>
            <a:off x="2979540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32B68CE5-D395-4088-B166-BA3529D0E566}"/>
              </a:ext>
            </a:extLst>
          </p:cNvPr>
          <p:cNvSpPr/>
          <p:nvPr/>
        </p:nvSpPr>
        <p:spPr>
          <a:xfrm>
            <a:off x="8615103" y="391470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1AC51A25-5000-4232-9E0B-3E8AB74BEF50}"/>
              </a:ext>
            </a:extLst>
          </p:cNvPr>
          <p:cNvSpPr/>
          <p:nvPr/>
        </p:nvSpPr>
        <p:spPr>
          <a:xfrm>
            <a:off x="7276777" y="391470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6E01F23-C45D-46B4-A843-7FD93F9D88F2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영어</a:t>
            </a:r>
            <a:endParaRPr lang="ko-KR" altLang="en-US" sz="1000" dirty="0"/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D59BD07B-8B57-4E89-BCC7-3A1B34E93C09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사각형: 둥근 모서리 80">
            <a:extLst>
              <a:ext uri="{FF2B5EF4-FFF2-40B4-BE49-F238E27FC236}">
                <a16:creationId xmlns:a16="http://schemas.microsoft.com/office/drawing/2014/main" id="{8FFC4851-3643-42D8-89A3-7952034EC8B4}"/>
              </a:ext>
            </a:extLst>
          </p:cNvPr>
          <p:cNvSpPr/>
          <p:nvPr/>
        </p:nvSpPr>
        <p:spPr>
          <a:xfrm>
            <a:off x="5313190" y="5760503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0D5A9347-00B7-456F-8589-7B65E620DFA0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C8BBCA8F-A814-4811-89A2-CB341B662F4B}"/>
              </a:ext>
            </a:extLst>
          </p:cNvPr>
          <p:cNvGrpSpPr/>
          <p:nvPr/>
        </p:nvGrpSpPr>
        <p:grpSpPr>
          <a:xfrm>
            <a:off x="6545580" y="3914707"/>
            <a:ext cx="651997" cy="221852"/>
            <a:chOff x="6545580" y="3960551"/>
            <a:chExt cx="651997" cy="221852"/>
          </a:xfrm>
        </p:grpSpPr>
        <p:sp>
          <p:nvSpPr>
            <p:cNvPr id="96" name="사각형: 둥근 모서리 95">
              <a:extLst>
                <a:ext uri="{FF2B5EF4-FFF2-40B4-BE49-F238E27FC236}">
                  <a16:creationId xmlns:a16="http://schemas.microsoft.com/office/drawing/2014/main" id="{680B2888-0A2D-4B8F-B409-95ABCA3C6B1D}"/>
                </a:ext>
              </a:extLst>
            </p:cNvPr>
            <p:cNvSpPr/>
            <p:nvPr/>
          </p:nvSpPr>
          <p:spPr>
            <a:xfrm>
              <a:off x="6545580" y="3960551"/>
              <a:ext cx="651997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</a:rPr>
                <a:t>신청자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97" name="이등변 삼각형 96">
              <a:extLst>
                <a:ext uri="{FF2B5EF4-FFF2-40B4-BE49-F238E27FC236}">
                  <a16:creationId xmlns:a16="http://schemas.microsoft.com/office/drawing/2014/main" id="{2E49733C-7F41-4D6C-8AE5-12192BB47A86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88FC4346-C7A5-4037-B721-D7BE3D581E1D}"/>
              </a:ext>
            </a:extLst>
          </p:cNvPr>
          <p:cNvGrpSpPr/>
          <p:nvPr/>
        </p:nvGrpSpPr>
        <p:grpSpPr>
          <a:xfrm>
            <a:off x="8296611" y="5770983"/>
            <a:ext cx="876812" cy="235209"/>
            <a:chOff x="8296611" y="6136735"/>
            <a:chExt cx="876812" cy="235209"/>
          </a:xfrm>
        </p:grpSpPr>
        <p:sp>
          <p:nvSpPr>
            <p:cNvPr id="100" name="사각형: 둥근 모서리 99">
              <a:extLst>
                <a:ext uri="{FF2B5EF4-FFF2-40B4-BE49-F238E27FC236}">
                  <a16:creationId xmlns:a16="http://schemas.microsoft.com/office/drawing/2014/main" id="{AB9A9DF1-B0E9-42D1-B077-6958C66019E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01" name="이등변 삼각형 100">
              <a:extLst>
                <a:ext uri="{FF2B5EF4-FFF2-40B4-BE49-F238E27FC236}">
                  <a16:creationId xmlns:a16="http://schemas.microsoft.com/office/drawing/2014/main" id="{A9C79E99-C9E8-4501-AD27-254EDE861734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0" name="TextBox 109">
            <a:extLst>
              <a:ext uri="{FF2B5EF4-FFF2-40B4-BE49-F238E27FC236}">
                <a16:creationId xmlns:a16="http://schemas.microsoft.com/office/drawing/2014/main" id="{A02D3341-F41D-4C70-AF6E-BB58B3E74601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F8178B55-6ACC-4F74-BC37-13A443209331}"/>
              </a:ext>
            </a:extLst>
          </p:cNvPr>
          <p:cNvSpPr/>
          <p:nvPr/>
        </p:nvSpPr>
        <p:spPr>
          <a:xfrm>
            <a:off x="9565190" y="976785"/>
            <a:ext cx="239353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수업 일괄등록 필요할지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 (</a:t>
            </a:r>
            <a:r>
              <a:rPr lang="ko-KR" altLang="en-US" dirty="0"/>
              <a:t>엑셀 이용해서 등록</a:t>
            </a:r>
            <a:r>
              <a:rPr lang="en-US" altLang="ko-KR" dirty="0"/>
              <a:t>)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559DBB-41AC-4509-B519-F4C5D8E6E8FE}"/>
              </a:ext>
            </a:extLst>
          </p:cNvPr>
          <p:cNvSpPr txBox="1"/>
          <p:nvPr/>
        </p:nvSpPr>
        <p:spPr>
          <a:xfrm>
            <a:off x="2928513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70F1BE11-DD48-462E-86F4-7DFEA7B41239}"/>
              </a:ext>
            </a:extLst>
          </p:cNvPr>
          <p:cNvSpPr/>
          <p:nvPr/>
        </p:nvSpPr>
        <p:spPr>
          <a:xfrm>
            <a:off x="4378218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7CE592B-66D9-4CC8-B596-59A142EB6299}"/>
              </a:ext>
            </a:extLst>
          </p:cNvPr>
          <p:cNvSpPr txBox="1"/>
          <p:nvPr/>
        </p:nvSpPr>
        <p:spPr>
          <a:xfrm>
            <a:off x="4378218" y="2852269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인기 라이브 영어</a:t>
            </a:r>
            <a:r>
              <a:rPr lang="en-US" altLang="ko-KR" sz="800" dirty="0"/>
              <a:t>…</a:t>
            </a:r>
            <a:endParaRPr lang="ko-KR" altLang="en-US" sz="1000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ABE393D-6D9C-4E9B-B652-79089114AD89}"/>
              </a:ext>
            </a:extLst>
          </p:cNvPr>
          <p:cNvSpPr txBox="1"/>
          <p:nvPr/>
        </p:nvSpPr>
        <p:spPr>
          <a:xfrm>
            <a:off x="4378218" y="306229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sp>
        <p:nvSpPr>
          <p:cNvPr id="93" name="사각형: 둥근 모서리 92">
            <a:extLst>
              <a:ext uri="{FF2B5EF4-FFF2-40B4-BE49-F238E27FC236}">
                <a16:creationId xmlns:a16="http://schemas.microsoft.com/office/drawing/2014/main" id="{E88A5D61-EF59-4D76-B51E-217DCE168C1C}"/>
              </a:ext>
            </a:extLst>
          </p:cNvPr>
          <p:cNvSpPr/>
          <p:nvPr/>
        </p:nvSpPr>
        <p:spPr>
          <a:xfrm>
            <a:off x="5836096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742A7C4-B38B-4564-8960-0BC86205E955}"/>
              </a:ext>
            </a:extLst>
          </p:cNvPr>
          <p:cNvSpPr txBox="1"/>
          <p:nvPr/>
        </p:nvSpPr>
        <p:spPr>
          <a:xfrm>
            <a:off x="5847444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75480DB6-DEEC-4555-8F63-883DF7983CDF}"/>
              </a:ext>
            </a:extLst>
          </p:cNvPr>
          <p:cNvSpPr txBox="1"/>
          <p:nvPr/>
        </p:nvSpPr>
        <p:spPr>
          <a:xfrm>
            <a:off x="5847444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토요일</a:t>
            </a:r>
            <a:endParaRPr lang="ko-KR" altLang="en-US" sz="1000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747B072B-3B3B-46E5-8FD4-E7A6CD36CF0C}"/>
              </a:ext>
            </a:extLst>
          </p:cNvPr>
          <p:cNvSpPr txBox="1"/>
          <p:nvPr/>
        </p:nvSpPr>
        <p:spPr>
          <a:xfrm>
            <a:off x="4340809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클래스</a:t>
            </a:r>
            <a:endParaRPr lang="ko-KR" altLang="en-US" sz="1400" dirty="0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223CF52E-9D37-4909-ABC5-5236127F7289}"/>
              </a:ext>
            </a:extLst>
          </p:cNvPr>
          <p:cNvSpPr txBox="1"/>
          <p:nvPr/>
        </p:nvSpPr>
        <p:spPr>
          <a:xfrm>
            <a:off x="5828798" y="2283013"/>
            <a:ext cx="127805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요일</a:t>
            </a:r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DEDE60A-3DC5-4B95-B2C0-F29D7A75AC3D}"/>
              </a:ext>
            </a:extLst>
          </p:cNvPr>
          <p:cNvGrpSpPr/>
          <p:nvPr/>
        </p:nvGrpSpPr>
        <p:grpSpPr>
          <a:xfrm>
            <a:off x="4131379" y="2595376"/>
            <a:ext cx="110098" cy="1187457"/>
            <a:chOff x="4155271" y="2595376"/>
            <a:chExt cx="110098" cy="1187457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314FCE42-AE54-453F-81B9-FF2DBECA4CBA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508BBEB2-AF86-474C-A8B4-E7BDB17424D6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A391F81D-EA03-49B2-9A16-57A72F475881}"/>
              </a:ext>
            </a:extLst>
          </p:cNvPr>
          <p:cNvGrpSpPr/>
          <p:nvPr/>
        </p:nvGrpSpPr>
        <p:grpSpPr>
          <a:xfrm>
            <a:off x="5537149" y="2590789"/>
            <a:ext cx="110098" cy="1187457"/>
            <a:chOff x="4155271" y="2595376"/>
            <a:chExt cx="110098" cy="1187457"/>
          </a:xfrm>
        </p:grpSpPr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2F29D19A-E5B3-4DBB-9BA3-DF7AE5CC1BD6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직사각형 127">
              <a:extLst>
                <a:ext uri="{FF2B5EF4-FFF2-40B4-BE49-F238E27FC236}">
                  <a16:creationId xmlns:a16="http://schemas.microsoft.com/office/drawing/2014/main" id="{02FC5BBA-9992-4CF8-9DEC-14CB21B7A8AC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E105DF2-D941-4C49-BD3C-8E146487CC61}"/>
              </a:ext>
            </a:extLst>
          </p:cNvPr>
          <p:cNvGrpSpPr/>
          <p:nvPr/>
        </p:nvGrpSpPr>
        <p:grpSpPr>
          <a:xfrm>
            <a:off x="7005482" y="2590789"/>
            <a:ext cx="110098" cy="1187457"/>
            <a:chOff x="4155271" y="2595376"/>
            <a:chExt cx="110098" cy="1187457"/>
          </a:xfrm>
        </p:grpSpPr>
        <p:sp>
          <p:nvSpPr>
            <p:cNvPr id="130" name="직사각형 129">
              <a:extLst>
                <a:ext uri="{FF2B5EF4-FFF2-40B4-BE49-F238E27FC236}">
                  <a16:creationId xmlns:a16="http://schemas.microsoft.com/office/drawing/2014/main" id="{47C465D4-DA02-4E77-8294-914B47B87657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41BEE946-ECBE-4798-B9EB-58BE04062174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34" name="TextBox 133">
            <a:extLst>
              <a:ext uri="{FF2B5EF4-FFF2-40B4-BE49-F238E27FC236}">
                <a16:creationId xmlns:a16="http://schemas.microsoft.com/office/drawing/2014/main" id="{26915A4F-42D8-4A6A-9226-9E5BAE4BFFF4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2F9FA632-94E9-4FD7-A200-23AE4B37C9C1}"/>
              </a:ext>
            </a:extLst>
          </p:cNvPr>
          <p:cNvSpPr/>
          <p:nvPr/>
        </p:nvSpPr>
        <p:spPr>
          <a:xfrm>
            <a:off x="9565190" y="4406960"/>
            <a:ext cx="2626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상태 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신청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취소 </a:t>
            </a:r>
            <a:r>
              <a:rPr lang="en-US" altLang="ko-KR" dirty="0"/>
              <a:t>[ </a:t>
            </a:r>
            <a:r>
              <a:rPr lang="ko-KR" altLang="en-US" dirty="0"/>
              <a:t>취소일시 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예비 </a:t>
            </a:r>
            <a:r>
              <a:rPr lang="en-US" altLang="ko-KR" dirty="0"/>
              <a:t>[ </a:t>
            </a:r>
            <a:r>
              <a:rPr lang="ko-KR" altLang="en-US" dirty="0"/>
              <a:t>예비번호 </a:t>
            </a:r>
            <a:r>
              <a:rPr lang="en-US" altLang="ko-KR" dirty="0"/>
              <a:t>]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919DCAAD-CDBC-4ED1-9F35-9923D4E04AB6}"/>
              </a:ext>
            </a:extLst>
          </p:cNvPr>
          <p:cNvSpPr/>
          <p:nvPr/>
        </p:nvSpPr>
        <p:spPr>
          <a:xfrm>
            <a:off x="7225283" y="2565608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10174A6-2844-41BE-8B8F-E82EE0FDCF5E}"/>
              </a:ext>
            </a:extLst>
          </p:cNvPr>
          <p:cNvSpPr txBox="1"/>
          <p:nvPr/>
        </p:nvSpPr>
        <p:spPr>
          <a:xfrm>
            <a:off x="7225283" y="2852379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12</a:t>
            </a:r>
            <a:r>
              <a:rPr lang="ko-KR" altLang="en-US" sz="800" dirty="0"/>
              <a:t>월 </a:t>
            </a:r>
            <a:r>
              <a:rPr lang="en-US" altLang="ko-KR" sz="800" dirty="0"/>
              <a:t>2</a:t>
            </a:r>
            <a:r>
              <a:rPr lang="ko-KR" altLang="en-US" sz="800" dirty="0"/>
              <a:t>일 </a:t>
            </a:r>
            <a:r>
              <a:rPr lang="en-US" altLang="ko-KR" sz="800" dirty="0"/>
              <a:t>(</a:t>
            </a:r>
            <a:r>
              <a:rPr lang="ko-KR" altLang="en-US" sz="800" dirty="0"/>
              <a:t>토</a:t>
            </a:r>
            <a:r>
              <a:rPr lang="en-US" altLang="ko-KR" sz="800" dirty="0"/>
              <a:t>) </a:t>
            </a:r>
            <a:r>
              <a:rPr lang="ko-KR" altLang="en-US" sz="800" dirty="0"/>
              <a:t>오전</a:t>
            </a:r>
            <a:r>
              <a:rPr lang="en-US" altLang="ko-KR" sz="800" dirty="0"/>
              <a:t>…</a:t>
            </a:r>
            <a:endParaRPr lang="ko-KR" altLang="en-US" sz="8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973044-44DA-4551-82A5-8716B9C9F974}"/>
              </a:ext>
            </a:extLst>
          </p:cNvPr>
          <p:cNvSpPr txBox="1"/>
          <p:nvPr/>
        </p:nvSpPr>
        <p:spPr>
          <a:xfrm>
            <a:off x="7225283" y="306240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12</a:t>
            </a:r>
            <a:r>
              <a:rPr lang="ko-KR" altLang="en-US" sz="800" dirty="0"/>
              <a:t>월 </a:t>
            </a:r>
            <a:r>
              <a:rPr lang="en-US" altLang="ko-KR" sz="800" dirty="0"/>
              <a:t>9</a:t>
            </a:r>
            <a:r>
              <a:rPr lang="ko-KR" altLang="en-US" sz="800" dirty="0"/>
              <a:t>일 </a:t>
            </a:r>
            <a:r>
              <a:rPr lang="en-US" altLang="ko-KR" sz="800" dirty="0"/>
              <a:t>(</a:t>
            </a:r>
            <a:r>
              <a:rPr lang="ko-KR" altLang="en-US" sz="800" dirty="0"/>
              <a:t>토</a:t>
            </a:r>
            <a:r>
              <a:rPr lang="en-US" altLang="ko-KR" sz="800" dirty="0"/>
              <a:t>) </a:t>
            </a:r>
            <a:r>
              <a:rPr lang="ko-KR" altLang="en-US" sz="800" dirty="0"/>
              <a:t>오전</a:t>
            </a:r>
            <a:r>
              <a:rPr lang="en-US" altLang="ko-KR" sz="800" dirty="0"/>
              <a:t>…</a:t>
            </a:r>
            <a:endParaRPr lang="ko-KR" altLang="en-US" sz="8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3ECAFF7-953B-40EB-8FFF-C1403827A4A4}"/>
              </a:ext>
            </a:extLst>
          </p:cNvPr>
          <p:cNvSpPr txBox="1"/>
          <p:nvPr/>
        </p:nvSpPr>
        <p:spPr>
          <a:xfrm>
            <a:off x="7206637" y="2283013"/>
            <a:ext cx="1278050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수업</a:t>
            </a:r>
            <a:endParaRPr lang="ko-KR" altLang="en-US" sz="1400" dirty="0"/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BACBEB0F-F13E-44EA-B6DD-9B982FABA6F4}"/>
              </a:ext>
            </a:extLst>
          </p:cNvPr>
          <p:cNvGrpSpPr/>
          <p:nvPr/>
        </p:nvGrpSpPr>
        <p:grpSpPr>
          <a:xfrm>
            <a:off x="8383321" y="2590789"/>
            <a:ext cx="110098" cy="1187457"/>
            <a:chOff x="4155271" y="2595376"/>
            <a:chExt cx="110098" cy="1187457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6C08734B-91DB-4969-A06A-122E8494E6E4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6" name="직사각형 105">
              <a:extLst>
                <a:ext uri="{FF2B5EF4-FFF2-40B4-BE49-F238E27FC236}">
                  <a16:creationId xmlns:a16="http://schemas.microsoft.com/office/drawing/2014/main" id="{561223D8-7DFE-4BF7-BEB6-EEC8580306B3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50F7FAE2-32E2-430B-886A-3942B4990009}"/>
              </a:ext>
            </a:extLst>
          </p:cNvPr>
          <p:cNvSpPr txBox="1"/>
          <p:nvPr/>
        </p:nvSpPr>
        <p:spPr>
          <a:xfrm>
            <a:off x="4381233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A924553C-51E3-4BB3-9CEC-15F68420E37C}"/>
              </a:ext>
            </a:extLst>
          </p:cNvPr>
          <p:cNvSpPr txBox="1"/>
          <p:nvPr/>
        </p:nvSpPr>
        <p:spPr>
          <a:xfrm>
            <a:off x="5847444" y="306888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일요일</a:t>
            </a:r>
            <a:endParaRPr lang="ko-KR" altLang="en-US" sz="10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AC25E934-058B-4294-BC84-BDF2CA510B64}"/>
              </a:ext>
            </a:extLst>
          </p:cNvPr>
          <p:cNvSpPr txBox="1"/>
          <p:nvPr/>
        </p:nvSpPr>
        <p:spPr>
          <a:xfrm>
            <a:off x="7225283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19F3931E-02DD-46CC-B989-DD34AD207CC8}"/>
              </a:ext>
            </a:extLst>
          </p:cNvPr>
          <p:cNvGrpSpPr/>
          <p:nvPr/>
        </p:nvGrpSpPr>
        <p:grpSpPr>
          <a:xfrm>
            <a:off x="5847444" y="3914707"/>
            <a:ext cx="651997" cy="221852"/>
            <a:chOff x="6545580" y="3960551"/>
            <a:chExt cx="651997" cy="221852"/>
          </a:xfrm>
        </p:grpSpPr>
        <p:sp>
          <p:nvSpPr>
            <p:cNvPr id="114" name="사각형: 둥근 모서리 113">
              <a:extLst>
                <a:ext uri="{FF2B5EF4-FFF2-40B4-BE49-F238E27FC236}">
                  <a16:creationId xmlns:a16="http://schemas.microsoft.com/office/drawing/2014/main" id="{F47B6DDF-7872-4F35-BF68-0BB79BA8D7ED}"/>
                </a:ext>
              </a:extLst>
            </p:cNvPr>
            <p:cNvSpPr/>
            <p:nvPr/>
          </p:nvSpPr>
          <p:spPr>
            <a:xfrm>
              <a:off x="6545580" y="3960551"/>
              <a:ext cx="651997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신청자</a:t>
              </a:r>
            </a:p>
          </p:txBody>
        </p:sp>
        <p:sp>
          <p:nvSpPr>
            <p:cNvPr id="115" name="이등변 삼각형 114">
              <a:extLst>
                <a:ext uri="{FF2B5EF4-FFF2-40B4-BE49-F238E27FC236}">
                  <a16:creationId xmlns:a16="http://schemas.microsoft.com/office/drawing/2014/main" id="{C9759B9A-4846-4F3C-9744-E0C2693E11EF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20427153-305B-4A0F-8C87-2AE4A08E71B4}"/>
              </a:ext>
            </a:extLst>
          </p:cNvPr>
          <p:cNvGrpSpPr/>
          <p:nvPr/>
        </p:nvGrpSpPr>
        <p:grpSpPr>
          <a:xfrm>
            <a:off x="5227320" y="3914707"/>
            <a:ext cx="516449" cy="221852"/>
            <a:chOff x="6545580" y="3960551"/>
            <a:chExt cx="651997" cy="221852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8A4D22D8-63B2-4A22-AC22-0E239FAA8E15}"/>
                </a:ext>
              </a:extLst>
            </p:cNvPr>
            <p:cNvSpPr/>
            <p:nvPr/>
          </p:nvSpPr>
          <p:spPr>
            <a:xfrm>
              <a:off x="6545580" y="3960551"/>
              <a:ext cx="651997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상태</a:t>
              </a:r>
            </a:p>
          </p:txBody>
        </p: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DE1CE71D-F945-4E99-84D4-5979EDCD6E9E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A4BD8303-2183-4D66-BDE5-E3D5CCD99929}"/>
              </a:ext>
            </a:extLst>
          </p:cNvPr>
          <p:cNvGrpSpPr/>
          <p:nvPr/>
        </p:nvGrpSpPr>
        <p:grpSpPr>
          <a:xfrm>
            <a:off x="4622232" y="3914707"/>
            <a:ext cx="516449" cy="221852"/>
            <a:chOff x="6545580" y="3960551"/>
            <a:chExt cx="651997" cy="221852"/>
          </a:xfrm>
        </p:grpSpPr>
        <p:sp>
          <p:nvSpPr>
            <p:cNvPr id="120" name="사각형: 둥근 모서리 119">
              <a:extLst>
                <a:ext uri="{FF2B5EF4-FFF2-40B4-BE49-F238E27FC236}">
                  <a16:creationId xmlns:a16="http://schemas.microsoft.com/office/drawing/2014/main" id="{6D65913D-442B-47A9-B1FA-8AED841A0DF6}"/>
                </a:ext>
              </a:extLst>
            </p:cNvPr>
            <p:cNvSpPr/>
            <p:nvPr/>
          </p:nvSpPr>
          <p:spPr>
            <a:xfrm>
              <a:off x="6545580" y="3960551"/>
              <a:ext cx="651997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취소</a:t>
              </a:r>
            </a:p>
          </p:txBody>
        </p:sp>
        <p:sp>
          <p:nvSpPr>
            <p:cNvPr id="122" name="이등변 삼각형 121">
              <a:extLst>
                <a:ext uri="{FF2B5EF4-FFF2-40B4-BE49-F238E27FC236}">
                  <a16:creationId xmlns:a16="http://schemas.microsoft.com/office/drawing/2014/main" id="{8BBBCCDC-F915-4A8B-8C74-40A9E3691D94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D8C671DD-8DF4-4CDF-9F90-CEC3832A4A77}"/>
              </a:ext>
            </a:extLst>
          </p:cNvPr>
          <p:cNvSpPr txBox="1"/>
          <p:nvPr/>
        </p:nvSpPr>
        <p:spPr>
          <a:xfrm>
            <a:off x="7225283" y="3275241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12</a:t>
            </a:r>
            <a:r>
              <a:rPr lang="ko-KR" altLang="en-US" sz="800" dirty="0"/>
              <a:t>월 </a:t>
            </a:r>
            <a:r>
              <a:rPr lang="en-US" altLang="ko-KR" sz="800" dirty="0"/>
              <a:t>16</a:t>
            </a:r>
            <a:r>
              <a:rPr lang="ko-KR" altLang="en-US" sz="800" dirty="0"/>
              <a:t>일 </a:t>
            </a:r>
            <a:r>
              <a:rPr lang="en-US" altLang="ko-KR" sz="800" dirty="0"/>
              <a:t>(</a:t>
            </a:r>
            <a:r>
              <a:rPr lang="ko-KR" altLang="en-US" sz="800" dirty="0"/>
              <a:t>토</a:t>
            </a:r>
            <a:r>
              <a:rPr lang="en-US" altLang="ko-KR" sz="800" dirty="0"/>
              <a:t>) </a:t>
            </a:r>
            <a:r>
              <a:rPr lang="ko-KR" altLang="en-US" sz="800" dirty="0"/>
              <a:t>오전</a:t>
            </a:r>
            <a:r>
              <a:rPr lang="en-US" altLang="ko-KR" sz="800" dirty="0"/>
              <a:t>…</a:t>
            </a:r>
            <a:endParaRPr lang="ko-KR" altLang="en-US" sz="800" dirty="0"/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CC043994-B92C-47C1-896E-AA39CB74F61A}"/>
              </a:ext>
            </a:extLst>
          </p:cNvPr>
          <p:cNvSpPr/>
          <p:nvPr/>
        </p:nvSpPr>
        <p:spPr>
          <a:xfrm>
            <a:off x="8613185" y="314165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목록 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40" name="사각형: 둥근 모서리 139">
            <a:extLst>
              <a:ext uri="{FF2B5EF4-FFF2-40B4-BE49-F238E27FC236}">
                <a16:creationId xmlns:a16="http://schemas.microsoft.com/office/drawing/2014/main" id="{4B39C2C8-A1B6-4732-B77E-CF8F98A70330}"/>
              </a:ext>
            </a:extLst>
          </p:cNvPr>
          <p:cNvSpPr/>
          <p:nvPr/>
        </p:nvSpPr>
        <p:spPr>
          <a:xfrm>
            <a:off x="1531255" y="3910732"/>
            <a:ext cx="838870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>
                <a:solidFill>
                  <a:schemeClr val="bg1"/>
                </a:solidFill>
              </a:rPr>
              <a:t>검색기준으로 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84133F39-9423-48B7-BF93-7B3A7DD835F6}"/>
              </a:ext>
            </a:extLst>
          </p:cNvPr>
          <p:cNvSpPr/>
          <p:nvPr/>
        </p:nvSpPr>
        <p:spPr>
          <a:xfrm>
            <a:off x="9498436" y="2053574"/>
            <a:ext cx="23935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목록 다운로드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338792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클래스 신청현황 상세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신청현황 상세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PONADMCLSSDOOH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신청 현황 상세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신청 현황 상세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061B43E5-7A94-46B7-BC9B-D8A2DCBC8D62}"/>
              </a:ext>
            </a:extLst>
          </p:cNvPr>
          <p:cNvSpPr/>
          <p:nvPr/>
        </p:nvSpPr>
        <p:spPr>
          <a:xfrm>
            <a:off x="1531277" y="2222344"/>
            <a:ext cx="7674170" cy="2291980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9B73CDC8-5541-4CC3-8BF9-E6B7A1DA0C03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B83432A-3641-455F-A590-654FBD0F8ED5}"/>
              </a:ext>
            </a:extLst>
          </p:cNvPr>
          <p:cNvSpPr txBox="1"/>
          <p:nvPr/>
        </p:nvSpPr>
        <p:spPr>
          <a:xfrm>
            <a:off x="1680394" y="326935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 자녀이름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B94A804-8C30-4D31-8827-2D7FC5A594A0}"/>
              </a:ext>
            </a:extLst>
          </p:cNvPr>
          <p:cNvSpPr txBox="1"/>
          <p:nvPr/>
        </p:nvSpPr>
        <p:spPr>
          <a:xfrm>
            <a:off x="1670693" y="372476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신청일시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61752ED-2708-42AF-9650-8C46F25C8CCE}"/>
              </a:ext>
            </a:extLst>
          </p:cNvPr>
          <p:cNvSpPr txBox="1"/>
          <p:nvPr/>
        </p:nvSpPr>
        <p:spPr>
          <a:xfrm>
            <a:off x="1680394" y="417802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상태</a:t>
            </a: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13F5513-B717-4C24-9E47-44A28F25DF97}"/>
              </a:ext>
            </a:extLst>
          </p:cNvPr>
          <p:cNvCxnSpPr>
            <a:cxnSpLocks/>
          </p:cNvCxnSpPr>
          <p:nvPr/>
        </p:nvCxnSpPr>
        <p:spPr>
          <a:xfrm>
            <a:off x="1680394" y="35224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35A879DC-47AD-4B90-9901-5D6C8B3DCF64}"/>
              </a:ext>
            </a:extLst>
          </p:cNvPr>
          <p:cNvCxnSpPr>
            <a:cxnSpLocks/>
          </p:cNvCxnSpPr>
          <p:nvPr/>
        </p:nvCxnSpPr>
        <p:spPr>
          <a:xfrm>
            <a:off x="1680394" y="40397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769780AE-D407-4E50-881E-C503192E3B5C}"/>
              </a:ext>
            </a:extLst>
          </p:cNvPr>
          <p:cNvSpPr/>
          <p:nvPr/>
        </p:nvSpPr>
        <p:spPr>
          <a:xfrm>
            <a:off x="2804599" y="3268694"/>
            <a:ext cx="210379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</a:rPr>
              <a:t>김자녀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44FF184-AF6F-4B82-A487-16E6A475ED44}"/>
              </a:ext>
            </a:extLst>
          </p:cNvPr>
          <p:cNvSpPr txBox="1"/>
          <p:nvPr/>
        </p:nvSpPr>
        <p:spPr>
          <a:xfrm>
            <a:off x="1921512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18C80D4-60BA-42AD-BF4E-15D33753F099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B0B9DA49-DBA7-44EA-BC81-D36500EA9C8B}"/>
              </a:ext>
            </a:extLst>
          </p:cNvPr>
          <p:cNvSpPr/>
          <p:nvPr/>
        </p:nvSpPr>
        <p:spPr>
          <a:xfrm>
            <a:off x="5085167" y="2376522"/>
            <a:ext cx="566390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토요일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66866F16-FAA7-438E-AB03-0BC7B6784C34}"/>
              </a:ext>
            </a:extLst>
          </p:cNvPr>
          <p:cNvSpPr/>
          <p:nvPr/>
        </p:nvSpPr>
        <p:spPr>
          <a:xfrm>
            <a:off x="2793369" y="237652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인기 라이브 영어 연습 전문가 초빙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F5BAF7F-125B-4839-9A55-0C78FEA90846}"/>
              </a:ext>
            </a:extLst>
          </p:cNvPr>
          <p:cNvSpPr txBox="1"/>
          <p:nvPr/>
        </p:nvSpPr>
        <p:spPr>
          <a:xfrm>
            <a:off x="1680393" y="2852957"/>
            <a:ext cx="7994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신청자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576D612-3C85-4540-8727-87B469C4DCF2}"/>
              </a:ext>
            </a:extLst>
          </p:cNvPr>
          <p:cNvCxnSpPr>
            <a:cxnSpLocks/>
          </p:cNvCxnSpPr>
          <p:nvPr/>
        </p:nvCxnSpPr>
        <p:spPr>
          <a:xfrm>
            <a:off x="1680394" y="3106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00D33C3D-ACD0-4877-87EA-4DD30BE6134F}"/>
              </a:ext>
            </a:extLst>
          </p:cNvPr>
          <p:cNvSpPr/>
          <p:nvPr/>
        </p:nvSpPr>
        <p:spPr>
          <a:xfrm>
            <a:off x="2804599" y="2852296"/>
            <a:ext cx="210379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홍길동</a:t>
            </a: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6C6C031F-4EA4-42DB-A00E-7719A04855B3}"/>
              </a:ext>
            </a:extLst>
          </p:cNvPr>
          <p:cNvSpPr/>
          <p:nvPr/>
        </p:nvSpPr>
        <p:spPr>
          <a:xfrm>
            <a:off x="2803658" y="4176544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신청</a:t>
            </a: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2C567178-770D-48C5-812E-9DE2E402FF4E}"/>
              </a:ext>
            </a:extLst>
          </p:cNvPr>
          <p:cNvSpPr/>
          <p:nvPr/>
        </p:nvSpPr>
        <p:spPr>
          <a:xfrm>
            <a:off x="5855305" y="237652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12</a:t>
            </a:r>
            <a:r>
              <a:rPr lang="ko-KR" altLang="en-US" sz="800" dirty="0">
                <a:solidFill>
                  <a:schemeClr val="tx1"/>
                </a:solidFill>
              </a:rPr>
              <a:t>월 </a:t>
            </a:r>
            <a:r>
              <a:rPr lang="en-US" altLang="ko-KR" sz="800" dirty="0">
                <a:solidFill>
                  <a:schemeClr val="tx1"/>
                </a:solidFill>
              </a:rPr>
              <a:t>2</a:t>
            </a:r>
            <a:r>
              <a:rPr lang="ko-KR" altLang="en-US" sz="800" dirty="0">
                <a:solidFill>
                  <a:schemeClr val="tx1"/>
                </a:solidFill>
              </a:rPr>
              <a:t>일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월</a:t>
            </a:r>
            <a:r>
              <a:rPr lang="en-US" altLang="ko-KR" sz="800" dirty="0">
                <a:solidFill>
                  <a:schemeClr val="tx1"/>
                </a:solidFill>
              </a:rPr>
              <a:t>) </a:t>
            </a:r>
            <a:r>
              <a:rPr lang="ko-KR" altLang="en-US" sz="800" dirty="0">
                <a:solidFill>
                  <a:schemeClr val="tx1"/>
                </a:solidFill>
              </a:rPr>
              <a:t>오전 </a:t>
            </a:r>
            <a:r>
              <a:rPr lang="en-US" altLang="ko-KR" sz="800" dirty="0">
                <a:solidFill>
                  <a:schemeClr val="tx1"/>
                </a:solidFill>
              </a:rPr>
              <a:t>10</a:t>
            </a:r>
            <a:r>
              <a:rPr lang="ko-KR" altLang="en-US" sz="800" dirty="0">
                <a:solidFill>
                  <a:schemeClr val="tx1"/>
                </a:solidFill>
              </a:rPr>
              <a:t>시 </a:t>
            </a:r>
            <a:r>
              <a:rPr lang="en-US" altLang="ko-KR" sz="800" dirty="0">
                <a:solidFill>
                  <a:schemeClr val="tx1"/>
                </a:solidFill>
              </a:rPr>
              <a:t>30</a:t>
            </a:r>
            <a:r>
              <a:rPr lang="ko-KR" altLang="en-US" sz="800" dirty="0">
                <a:solidFill>
                  <a:schemeClr val="tx1"/>
                </a:solidFill>
              </a:rPr>
              <a:t>분 </a:t>
            </a:r>
            <a:r>
              <a:rPr lang="en-US" altLang="ko-KR" sz="800" dirty="0">
                <a:solidFill>
                  <a:schemeClr val="tx1"/>
                </a:solidFill>
              </a:rPr>
              <a:t>(50,000</a:t>
            </a:r>
            <a:r>
              <a:rPr lang="ko-KR" altLang="en-US" sz="800" dirty="0">
                <a:solidFill>
                  <a:schemeClr val="tx1"/>
                </a:solidFill>
              </a:rPr>
              <a:t>원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C63D1D3F-C8EE-4FF2-8F34-D57E6E54B416}"/>
              </a:ext>
            </a:extLst>
          </p:cNvPr>
          <p:cNvSpPr/>
          <p:nvPr/>
        </p:nvSpPr>
        <p:spPr>
          <a:xfrm>
            <a:off x="1531277" y="4599373"/>
            <a:ext cx="7674170" cy="177759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DD478F9-A707-4F61-A74C-3DEC0ADCCD6D}"/>
              </a:ext>
            </a:extLst>
          </p:cNvPr>
          <p:cNvSpPr/>
          <p:nvPr/>
        </p:nvSpPr>
        <p:spPr>
          <a:xfrm>
            <a:off x="1645060" y="4730195"/>
            <a:ext cx="1425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신청 입력 항목 </a:t>
            </a:r>
            <a:endParaRPr lang="en-US" altLang="ko-KR" sz="14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3023BB-2B5F-45E9-80E8-0C13C8BCDAE0}"/>
              </a:ext>
            </a:extLst>
          </p:cNvPr>
          <p:cNvSpPr txBox="1"/>
          <p:nvPr/>
        </p:nvSpPr>
        <p:spPr>
          <a:xfrm>
            <a:off x="2739138" y="5137140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★</a:t>
            </a:r>
            <a:r>
              <a:rPr lang="ko-KR" altLang="en-US" sz="700" dirty="0" err="1"/>
              <a:t>지각시</a:t>
            </a:r>
            <a:r>
              <a:rPr lang="ko-KR" altLang="en-US" sz="700" dirty="0"/>
              <a:t> 환불이 어렵습니다</a:t>
            </a:r>
            <a:r>
              <a:rPr lang="en-US" altLang="ko-KR" sz="700" dirty="0"/>
              <a:t>.</a:t>
            </a:r>
            <a:r>
              <a:rPr lang="ko-KR" altLang="en-US" sz="700" dirty="0"/>
              <a:t> ★</a:t>
            </a:r>
            <a:r>
              <a:rPr lang="en-US" altLang="ko-KR" sz="700" dirty="0"/>
              <a:t> (</a:t>
            </a:r>
            <a:r>
              <a:rPr lang="ko-KR" altLang="en-US" sz="700" dirty="0"/>
              <a:t>예시답변 </a:t>
            </a:r>
            <a:r>
              <a:rPr lang="en-US" altLang="ko-KR" sz="700" dirty="0"/>
              <a:t>: </a:t>
            </a:r>
            <a:r>
              <a:rPr lang="ko-KR" altLang="en-US" sz="700" dirty="0"/>
              <a:t>네 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64A85A0F-83B4-4591-9755-A70D58149B4F}"/>
              </a:ext>
            </a:extLst>
          </p:cNvPr>
          <p:cNvSpPr/>
          <p:nvPr/>
        </p:nvSpPr>
        <p:spPr>
          <a:xfrm>
            <a:off x="2803659" y="5345944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네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62023E6-81C0-4552-8E2E-3BB780170AAF}"/>
              </a:ext>
            </a:extLst>
          </p:cNvPr>
          <p:cNvSpPr txBox="1"/>
          <p:nvPr/>
        </p:nvSpPr>
        <p:spPr>
          <a:xfrm>
            <a:off x="2739138" y="5729057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자녀분은 왼손잡이인가요 오른손잡이인가요</a:t>
            </a:r>
            <a:r>
              <a:rPr lang="en-US" altLang="ko-KR" sz="700" dirty="0"/>
              <a:t>?</a:t>
            </a:r>
            <a:endParaRPr lang="ko-KR" altLang="en-US" sz="700" dirty="0"/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B814E36C-EA9E-4889-81F2-2FF21C65677E}"/>
              </a:ext>
            </a:extLst>
          </p:cNvPr>
          <p:cNvSpPr/>
          <p:nvPr/>
        </p:nvSpPr>
        <p:spPr>
          <a:xfrm>
            <a:off x="2803659" y="5961314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왼손잡이</a:t>
            </a:r>
          </a:p>
        </p:txBody>
      </p:sp>
      <p:sp>
        <p:nvSpPr>
          <p:cNvPr id="163" name="이등변 삼각형 162">
            <a:extLst>
              <a:ext uri="{FF2B5EF4-FFF2-40B4-BE49-F238E27FC236}">
                <a16:creationId xmlns:a16="http://schemas.microsoft.com/office/drawing/2014/main" id="{434FDF95-32C5-4750-A4AB-E5F35CCA099B}"/>
              </a:ext>
            </a:extLst>
          </p:cNvPr>
          <p:cNvSpPr/>
          <p:nvPr/>
        </p:nvSpPr>
        <p:spPr>
          <a:xfrm rot="10800000">
            <a:off x="7575309" y="6010873"/>
            <a:ext cx="85723" cy="5229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62A2D67-E50A-414E-8A26-5224C6B79114}"/>
              </a:ext>
            </a:extLst>
          </p:cNvPr>
          <p:cNvSpPr txBox="1"/>
          <p:nvPr/>
        </p:nvSpPr>
        <p:spPr>
          <a:xfrm>
            <a:off x="1662538" y="515355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 입력 항목</a:t>
            </a: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E098FFCD-16C7-4ECC-A74B-C26727B99527}"/>
              </a:ext>
            </a:extLst>
          </p:cNvPr>
          <p:cNvSpPr/>
          <p:nvPr/>
        </p:nvSpPr>
        <p:spPr>
          <a:xfrm>
            <a:off x="7222287" y="5080030"/>
            <a:ext cx="509379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관식</a:t>
            </a: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77DC2A7D-9CE0-4324-835C-50628D81E137}"/>
              </a:ext>
            </a:extLst>
          </p:cNvPr>
          <p:cNvSpPr/>
          <p:nvPr/>
        </p:nvSpPr>
        <p:spPr>
          <a:xfrm>
            <a:off x="7222287" y="5697643"/>
            <a:ext cx="509379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선택형</a:t>
            </a: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7C25A5F2-F8B8-46D1-B2ED-411BF292A830}"/>
              </a:ext>
            </a:extLst>
          </p:cNvPr>
          <p:cNvSpPr/>
          <p:nvPr/>
        </p:nvSpPr>
        <p:spPr>
          <a:xfrm>
            <a:off x="2803658" y="3701708"/>
            <a:ext cx="2104735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2023-12-20 09:08:22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9EFA3259-FC13-48B5-8DF7-0AA4D17C28DE}"/>
              </a:ext>
            </a:extLst>
          </p:cNvPr>
          <p:cNvSpPr/>
          <p:nvPr/>
        </p:nvSpPr>
        <p:spPr>
          <a:xfrm>
            <a:off x="9565190" y="5074810"/>
            <a:ext cx="2626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상태 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신청</a:t>
            </a:r>
            <a:endParaRPr lang="en-US" altLang="ko-KR" dirty="0"/>
          </a:p>
          <a:p>
            <a:r>
              <a:rPr lang="en-US" altLang="ko-KR" dirty="0"/>
              <a:t> - </a:t>
            </a:r>
            <a:r>
              <a:rPr lang="ko-KR" altLang="en-US" dirty="0"/>
              <a:t>취소 </a:t>
            </a:r>
            <a:r>
              <a:rPr lang="en-US" altLang="ko-KR" dirty="0"/>
              <a:t>[ </a:t>
            </a:r>
            <a:r>
              <a:rPr lang="ko-KR" altLang="en-US" dirty="0"/>
              <a:t>취소일시 </a:t>
            </a:r>
            <a:r>
              <a:rPr lang="en-US" altLang="ko-KR" dirty="0"/>
              <a:t>]</a:t>
            </a:r>
          </a:p>
          <a:p>
            <a:r>
              <a:rPr lang="en-US" altLang="ko-KR" dirty="0"/>
              <a:t> - </a:t>
            </a:r>
            <a:r>
              <a:rPr lang="ko-KR" altLang="en-US" dirty="0"/>
              <a:t>예비 </a:t>
            </a:r>
            <a:r>
              <a:rPr lang="en-US" altLang="ko-KR" dirty="0"/>
              <a:t>[ </a:t>
            </a:r>
            <a:r>
              <a:rPr lang="ko-KR" altLang="en-US" dirty="0"/>
              <a:t>예비순서 </a:t>
            </a:r>
            <a:r>
              <a:rPr lang="en-US" altLang="ko-KR" dirty="0"/>
              <a:t>]</a:t>
            </a: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C3EF4CE2-3DF3-46DA-9754-724E23CBBBA5}"/>
              </a:ext>
            </a:extLst>
          </p:cNvPr>
          <p:cNvSpPr/>
          <p:nvPr/>
        </p:nvSpPr>
        <p:spPr>
          <a:xfrm>
            <a:off x="10383102" y="4176544"/>
            <a:ext cx="1642586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예비순서 </a:t>
            </a:r>
            <a:r>
              <a:rPr lang="en-US" altLang="ko-KR" sz="800" dirty="0">
                <a:solidFill>
                  <a:schemeClr val="tx1"/>
                </a:solidFill>
              </a:rPr>
              <a:t>1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885F31A6-61F2-4A29-9970-F7148CE41542}"/>
              </a:ext>
            </a:extLst>
          </p:cNvPr>
          <p:cNvSpPr/>
          <p:nvPr/>
        </p:nvSpPr>
        <p:spPr>
          <a:xfrm>
            <a:off x="9695313" y="4176544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예비</a:t>
            </a: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07F7FA3F-C3C9-4EB4-A35B-7924A7520DC1}"/>
              </a:ext>
            </a:extLst>
          </p:cNvPr>
          <p:cNvSpPr/>
          <p:nvPr/>
        </p:nvSpPr>
        <p:spPr>
          <a:xfrm>
            <a:off x="10383102" y="4514582"/>
            <a:ext cx="1642586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취소일시 </a:t>
            </a:r>
            <a:r>
              <a:rPr lang="en-US" altLang="ko-KR" sz="800" dirty="0">
                <a:solidFill>
                  <a:schemeClr val="tx1"/>
                </a:solidFill>
              </a:rPr>
              <a:t>2023-12-23 09:33:24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23B1720C-690A-4015-8292-68B1AB69A259}"/>
              </a:ext>
            </a:extLst>
          </p:cNvPr>
          <p:cNvSpPr/>
          <p:nvPr/>
        </p:nvSpPr>
        <p:spPr>
          <a:xfrm>
            <a:off x="9695313" y="4514582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5DEDCE2B-2E5A-49D9-A5CF-3CDA93DB1158}"/>
              </a:ext>
            </a:extLst>
          </p:cNvPr>
          <p:cNvSpPr/>
          <p:nvPr/>
        </p:nvSpPr>
        <p:spPr>
          <a:xfrm>
            <a:off x="5075956" y="3268694"/>
            <a:ext cx="584811" cy="215840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상세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92D9A005-1632-489F-888E-2610BCC16B37}"/>
              </a:ext>
            </a:extLst>
          </p:cNvPr>
          <p:cNvSpPr/>
          <p:nvPr/>
        </p:nvSpPr>
        <p:spPr>
          <a:xfrm>
            <a:off x="1531277" y="6484880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목록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683189F-A603-4CA6-A737-CA5BD9D1D7F8}"/>
              </a:ext>
            </a:extLst>
          </p:cNvPr>
          <p:cNvSpPr/>
          <p:nvPr/>
        </p:nvSpPr>
        <p:spPr>
          <a:xfrm>
            <a:off x="5075956" y="2840456"/>
            <a:ext cx="584811" cy="215840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상세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30211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클래스 신청현황 상세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클래스 신청현황 상세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PONADMCLSSDOOH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신청 현황 상세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신청 현황 상세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061B43E5-7A94-46B7-BC9B-D8A2DCBC8D62}"/>
              </a:ext>
            </a:extLst>
          </p:cNvPr>
          <p:cNvSpPr/>
          <p:nvPr/>
        </p:nvSpPr>
        <p:spPr>
          <a:xfrm>
            <a:off x="1531277" y="2222344"/>
            <a:ext cx="7674170" cy="2291980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9B73CDC8-5541-4CC3-8BF9-E6B7A1DA0C03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B83432A-3641-455F-A590-654FBD0F8ED5}"/>
              </a:ext>
            </a:extLst>
          </p:cNvPr>
          <p:cNvSpPr txBox="1"/>
          <p:nvPr/>
        </p:nvSpPr>
        <p:spPr>
          <a:xfrm>
            <a:off x="1680394" y="326935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 자녀이름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B94A804-8C30-4D31-8827-2D7FC5A594A0}"/>
              </a:ext>
            </a:extLst>
          </p:cNvPr>
          <p:cNvSpPr txBox="1"/>
          <p:nvPr/>
        </p:nvSpPr>
        <p:spPr>
          <a:xfrm>
            <a:off x="1670693" y="372476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신청일시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61752ED-2708-42AF-9650-8C46F25C8CCE}"/>
              </a:ext>
            </a:extLst>
          </p:cNvPr>
          <p:cNvSpPr txBox="1"/>
          <p:nvPr/>
        </p:nvSpPr>
        <p:spPr>
          <a:xfrm>
            <a:off x="1680394" y="417802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상태</a:t>
            </a: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13F5513-B717-4C24-9E47-44A28F25DF97}"/>
              </a:ext>
            </a:extLst>
          </p:cNvPr>
          <p:cNvCxnSpPr>
            <a:cxnSpLocks/>
          </p:cNvCxnSpPr>
          <p:nvPr/>
        </p:nvCxnSpPr>
        <p:spPr>
          <a:xfrm>
            <a:off x="1680394" y="35224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35A879DC-47AD-4B90-9901-5D6C8B3DCF64}"/>
              </a:ext>
            </a:extLst>
          </p:cNvPr>
          <p:cNvCxnSpPr>
            <a:cxnSpLocks/>
          </p:cNvCxnSpPr>
          <p:nvPr/>
        </p:nvCxnSpPr>
        <p:spPr>
          <a:xfrm>
            <a:off x="1680394" y="40397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769780AE-D407-4E50-881E-C503192E3B5C}"/>
              </a:ext>
            </a:extLst>
          </p:cNvPr>
          <p:cNvSpPr/>
          <p:nvPr/>
        </p:nvSpPr>
        <p:spPr>
          <a:xfrm>
            <a:off x="2804599" y="3268694"/>
            <a:ext cx="210379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</a:rPr>
              <a:t>김자녀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44FF184-AF6F-4B82-A487-16E6A475ED44}"/>
              </a:ext>
            </a:extLst>
          </p:cNvPr>
          <p:cNvSpPr txBox="1"/>
          <p:nvPr/>
        </p:nvSpPr>
        <p:spPr>
          <a:xfrm>
            <a:off x="1921512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18C80D4-60BA-42AD-BF4E-15D33753F099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42" name="사각형: 둥근 모서리 141">
            <a:extLst>
              <a:ext uri="{FF2B5EF4-FFF2-40B4-BE49-F238E27FC236}">
                <a16:creationId xmlns:a16="http://schemas.microsoft.com/office/drawing/2014/main" id="{B0B9DA49-DBA7-44EA-BC81-D36500EA9C8B}"/>
              </a:ext>
            </a:extLst>
          </p:cNvPr>
          <p:cNvSpPr/>
          <p:nvPr/>
        </p:nvSpPr>
        <p:spPr>
          <a:xfrm>
            <a:off x="5085167" y="2376522"/>
            <a:ext cx="566390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토요일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66866F16-FAA7-438E-AB03-0BC7B6784C34}"/>
              </a:ext>
            </a:extLst>
          </p:cNvPr>
          <p:cNvSpPr/>
          <p:nvPr/>
        </p:nvSpPr>
        <p:spPr>
          <a:xfrm>
            <a:off x="2793369" y="237652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인기 라이브 영어 연습 전문가 초빙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F5BAF7F-125B-4839-9A55-0C78FEA90846}"/>
              </a:ext>
            </a:extLst>
          </p:cNvPr>
          <p:cNvSpPr txBox="1"/>
          <p:nvPr/>
        </p:nvSpPr>
        <p:spPr>
          <a:xfrm>
            <a:off x="1680393" y="2852957"/>
            <a:ext cx="7994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</a:rPr>
              <a:t>신청자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576D612-3C85-4540-8727-87B469C4DCF2}"/>
              </a:ext>
            </a:extLst>
          </p:cNvPr>
          <p:cNvCxnSpPr>
            <a:cxnSpLocks/>
          </p:cNvCxnSpPr>
          <p:nvPr/>
        </p:nvCxnSpPr>
        <p:spPr>
          <a:xfrm>
            <a:off x="1680394" y="3106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00D33C3D-ACD0-4877-87EA-4DD30BE6134F}"/>
              </a:ext>
            </a:extLst>
          </p:cNvPr>
          <p:cNvSpPr/>
          <p:nvPr/>
        </p:nvSpPr>
        <p:spPr>
          <a:xfrm>
            <a:off x="2804599" y="2852296"/>
            <a:ext cx="210379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pon@email.com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3" name="사각형: 둥근 모서리 152">
            <a:extLst>
              <a:ext uri="{FF2B5EF4-FFF2-40B4-BE49-F238E27FC236}">
                <a16:creationId xmlns:a16="http://schemas.microsoft.com/office/drawing/2014/main" id="{6C6C031F-4EA4-42DB-A00E-7719A04855B3}"/>
              </a:ext>
            </a:extLst>
          </p:cNvPr>
          <p:cNvSpPr/>
          <p:nvPr/>
        </p:nvSpPr>
        <p:spPr>
          <a:xfrm>
            <a:off x="2803658" y="4176544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신청</a:t>
            </a:r>
          </a:p>
        </p:txBody>
      </p:sp>
      <p:sp>
        <p:nvSpPr>
          <p:cNvPr id="155" name="사각형: 둥근 모서리 154">
            <a:extLst>
              <a:ext uri="{FF2B5EF4-FFF2-40B4-BE49-F238E27FC236}">
                <a16:creationId xmlns:a16="http://schemas.microsoft.com/office/drawing/2014/main" id="{BC73AD84-A66B-46FD-8EEF-BC25B6A87D85}"/>
              </a:ext>
            </a:extLst>
          </p:cNvPr>
          <p:cNvSpPr/>
          <p:nvPr/>
        </p:nvSpPr>
        <p:spPr>
          <a:xfrm>
            <a:off x="1531277" y="6484880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목록</a:t>
            </a:r>
          </a:p>
        </p:txBody>
      </p:sp>
      <p:sp>
        <p:nvSpPr>
          <p:cNvPr id="156" name="사각형: 둥근 모서리 155">
            <a:extLst>
              <a:ext uri="{FF2B5EF4-FFF2-40B4-BE49-F238E27FC236}">
                <a16:creationId xmlns:a16="http://schemas.microsoft.com/office/drawing/2014/main" id="{2C567178-770D-48C5-812E-9DE2E402FF4E}"/>
              </a:ext>
            </a:extLst>
          </p:cNvPr>
          <p:cNvSpPr/>
          <p:nvPr/>
        </p:nvSpPr>
        <p:spPr>
          <a:xfrm>
            <a:off x="5855305" y="237652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12</a:t>
            </a:r>
            <a:r>
              <a:rPr lang="ko-KR" altLang="en-US" sz="800" dirty="0">
                <a:solidFill>
                  <a:schemeClr val="tx1"/>
                </a:solidFill>
              </a:rPr>
              <a:t>월 </a:t>
            </a:r>
            <a:r>
              <a:rPr lang="en-US" altLang="ko-KR" sz="800" dirty="0">
                <a:solidFill>
                  <a:schemeClr val="tx1"/>
                </a:solidFill>
              </a:rPr>
              <a:t>2</a:t>
            </a:r>
            <a:r>
              <a:rPr lang="ko-KR" altLang="en-US" sz="800" dirty="0">
                <a:solidFill>
                  <a:schemeClr val="tx1"/>
                </a:solidFill>
              </a:rPr>
              <a:t>일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월</a:t>
            </a:r>
            <a:r>
              <a:rPr lang="en-US" altLang="ko-KR" sz="800" dirty="0">
                <a:solidFill>
                  <a:schemeClr val="tx1"/>
                </a:solidFill>
              </a:rPr>
              <a:t>) </a:t>
            </a:r>
            <a:r>
              <a:rPr lang="ko-KR" altLang="en-US" sz="800" dirty="0">
                <a:solidFill>
                  <a:schemeClr val="tx1"/>
                </a:solidFill>
              </a:rPr>
              <a:t>오전 </a:t>
            </a:r>
            <a:r>
              <a:rPr lang="en-US" altLang="ko-KR" sz="800" dirty="0">
                <a:solidFill>
                  <a:schemeClr val="tx1"/>
                </a:solidFill>
              </a:rPr>
              <a:t>10</a:t>
            </a:r>
            <a:r>
              <a:rPr lang="ko-KR" altLang="en-US" sz="800" dirty="0">
                <a:solidFill>
                  <a:schemeClr val="tx1"/>
                </a:solidFill>
              </a:rPr>
              <a:t>시 </a:t>
            </a:r>
            <a:r>
              <a:rPr lang="en-US" altLang="ko-KR" sz="800" dirty="0">
                <a:solidFill>
                  <a:schemeClr val="tx1"/>
                </a:solidFill>
              </a:rPr>
              <a:t>30</a:t>
            </a:r>
            <a:r>
              <a:rPr lang="ko-KR" altLang="en-US" sz="800" dirty="0">
                <a:solidFill>
                  <a:schemeClr val="tx1"/>
                </a:solidFill>
              </a:rPr>
              <a:t>분 </a:t>
            </a:r>
            <a:r>
              <a:rPr lang="en-US" altLang="ko-KR" sz="800" dirty="0">
                <a:solidFill>
                  <a:schemeClr val="tx1"/>
                </a:solidFill>
              </a:rPr>
              <a:t>(50,000</a:t>
            </a:r>
            <a:r>
              <a:rPr lang="ko-KR" altLang="en-US" sz="800" dirty="0">
                <a:solidFill>
                  <a:schemeClr val="tx1"/>
                </a:solidFill>
              </a:rPr>
              <a:t>원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57" name="사각형: 둥근 모서리 156">
            <a:extLst>
              <a:ext uri="{FF2B5EF4-FFF2-40B4-BE49-F238E27FC236}">
                <a16:creationId xmlns:a16="http://schemas.microsoft.com/office/drawing/2014/main" id="{C63D1D3F-C8EE-4FF2-8F34-D57E6E54B416}"/>
              </a:ext>
            </a:extLst>
          </p:cNvPr>
          <p:cNvSpPr/>
          <p:nvPr/>
        </p:nvSpPr>
        <p:spPr>
          <a:xfrm>
            <a:off x="1531277" y="4599373"/>
            <a:ext cx="7674170" cy="177759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9DD478F9-A707-4F61-A74C-3DEC0ADCCD6D}"/>
              </a:ext>
            </a:extLst>
          </p:cNvPr>
          <p:cNvSpPr/>
          <p:nvPr/>
        </p:nvSpPr>
        <p:spPr>
          <a:xfrm>
            <a:off x="1645060" y="4730195"/>
            <a:ext cx="14258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/>
              <a:t>신청 입력 항목 </a:t>
            </a:r>
            <a:endParaRPr lang="en-US" altLang="ko-KR" sz="1400" b="1" dirty="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A03023BB-2B5F-45E9-80E8-0C13C8BCDAE0}"/>
              </a:ext>
            </a:extLst>
          </p:cNvPr>
          <p:cNvSpPr txBox="1"/>
          <p:nvPr/>
        </p:nvSpPr>
        <p:spPr>
          <a:xfrm>
            <a:off x="2739138" y="5137140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★</a:t>
            </a:r>
            <a:r>
              <a:rPr lang="ko-KR" altLang="en-US" sz="700" dirty="0" err="1"/>
              <a:t>지각시</a:t>
            </a:r>
            <a:r>
              <a:rPr lang="ko-KR" altLang="en-US" sz="700" dirty="0"/>
              <a:t> 환불이 어렵습니다</a:t>
            </a:r>
            <a:r>
              <a:rPr lang="en-US" altLang="ko-KR" sz="700" dirty="0"/>
              <a:t>.</a:t>
            </a:r>
            <a:r>
              <a:rPr lang="ko-KR" altLang="en-US" sz="700" dirty="0"/>
              <a:t> ★</a:t>
            </a:r>
            <a:r>
              <a:rPr lang="en-US" altLang="ko-KR" sz="700" dirty="0"/>
              <a:t> (</a:t>
            </a:r>
            <a:r>
              <a:rPr lang="ko-KR" altLang="en-US" sz="700" dirty="0"/>
              <a:t>예시답변 </a:t>
            </a:r>
            <a:r>
              <a:rPr lang="en-US" altLang="ko-KR" sz="700" dirty="0"/>
              <a:t>: </a:t>
            </a:r>
            <a:r>
              <a:rPr lang="ko-KR" altLang="en-US" sz="700" dirty="0"/>
              <a:t>네 </a:t>
            </a:r>
            <a:r>
              <a:rPr lang="en-US" altLang="ko-KR" sz="700" dirty="0"/>
              <a:t>)</a:t>
            </a:r>
            <a:endParaRPr lang="ko-KR" altLang="en-US" sz="700" dirty="0"/>
          </a:p>
        </p:txBody>
      </p:sp>
      <p:sp>
        <p:nvSpPr>
          <p:cNvPr id="160" name="사각형: 둥근 모서리 159">
            <a:extLst>
              <a:ext uri="{FF2B5EF4-FFF2-40B4-BE49-F238E27FC236}">
                <a16:creationId xmlns:a16="http://schemas.microsoft.com/office/drawing/2014/main" id="{64A85A0F-83B4-4591-9755-A70D58149B4F}"/>
              </a:ext>
            </a:extLst>
          </p:cNvPr>
          <p:cNvSpPr/>
          <p:nvPr/>
        </p:nvSpPr>
        <p:spPr>
          <a:xfrm>
            <a:off x="2803659" y="5345944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네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F62023E6-81C0-4552-8E2E-3BB780170AAF}"/>
              </a:ext>
            </a:extLst>
          </p:cNvPr>
          <p:cNvSpPr txBox="1"/>
          <p:nvPr/>
        </p:nvSpPr>
        <p:spPr>
          <a:xfrm>
            <a:off x="2739138" y="5729057"/>
            <a:ext cx="390251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자녀분은 왼손잡이인가요 오른손잡이인가요</a:t>
            </a:r>
            <a:r>
              <a:rPr lang="en-US" altLang="ko-KR" sz="700" dirty="0"/>
              <a:t>?</a:t>
            </a:r>
            <a:endParaRPr lang="ko-KR" altLang="en-US" sz="700" dirty="0"/>
          </a:p>
        </p:txBody>
      </p:sp>
      <p:sp>
        <p:nvSpPr>
          <p:cNvPr id="162" name="사각형: 둥근 모서리 161">
            <a:extLst>
              <a:ext uri="{FF2B5EF4-FFF2-40B4-BE49-F238E27FC236}">
                <a16:creationId xmlns:a16="http://schemas.microsoft.com/office/drawing/2014/main" id="{B814E36C-EA9E-4889-81F2-2FF21C65677E}"/>
              </a:ext>
            </a:extLst>
          </p:cNvPr>
          <p:cNvSpPr/>
          <p:nvPr/>
        </p:nvSpPr>
        <p:spPr>
          <a:xfrm>
            <a:off x="2803659" y="5961314"/>
            <a:ext cx="4928008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왼손잡이</a:t>
            </a:r>
          </a:p>
        </p:txBody>
      </p:sp>
      <p:sp>
        <p:nvSpPr>
          <p:cNvPr id="163" name="이등변 삼각형 162">
            <a:extLst>
              <a:ext uri="{FF2B5EF4-FFF2-40B4-BE49-F238E27FC236}">
                <a16:creationId xmlns:a16="http://schemas.microsoft.com/office/drawing/2014/main" id="{434FDF95-32C5-4750-A4AB-E5F35CCA099B}"/>
              </a:ext>
            </a:extLst>
          </p:cNvPr>
          <p:cNvSpPr/>
          <p:nvPr/>
        </p:nvSpPr>
        <p:spPr>
          <a:xfrm rot="10800000">
            <a:off x="7575309" y="6010873"/>
            <a:ext cx="85723" cy="52295"/>
          </a:xfrm>
          <a:prstGeom prst="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E62A2D67-E50A-414E-8A26-5224C6B79114}"/>
              </a:ext>
            </a:extLst>
          </p:cNvPr>
          <p:cNvSpPr txBox="1"/>
          <p:nvPr/>
        </p:nvSpPr>
        <p:spPr>
          <a:xfrm>
            <a:off x="1662538" y="515355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 입력 항목</a:t>
            </a:r>
          </a:p>
        </p:txBody>
      </p:sp>
      <p:sp>
        <p:nvSpPr>
          <p:cNvPr id="165" name="사각형: 둥근 모서리 164">
            <a:extLst>
              <a:ext uri="{FF2B5EF4-FFF2-40B4-BE49-F238E27FC236}">
                <a16:creationId xmlns:a16="http://schemas.microsoft.com/office/drawing/2014/main" id="{E098FFCD-16C7-4ECC-A74B-C26727B99527}"/>
              </a:ext>
            </a:extLst>
          </p:cNvPr>
          <p:cNvSpPr/>
          <p:nvPr/>
        </p:nvSpPr>
        <p:spPr>
          <a:xfrm>
            <a:off x="7222287" y="5080030"/>
            <a:ext cx="509379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관식</a:t>
            </a: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77DC2A7D-9CE0-4324-835C-50628D81E137}"/>
              </a:ext>
            </a:extLst>
          </p:cNvPr>
          <p:cNvSpPr/>
          <p:nvPr/>
        </p:nvSpPr>
        <p:spPr>
          <a:xfrm>
            <a:off x="7222287" y="5697643"/>
            <a:ext cx="509379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선택형</a:t>
            </a: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7C25A5F2-F8B8-46D1-B2ED-411BF292A830}"/>
              </a:ext>
            </a:extLst>
          </p:cNvPr>
          <p:cNvSpPr/>
          <p:nvPr/>
        </p:nvSpPr>
        <p:spPr>
          <a:xfrm>
            <a:off x="2803658" y="3701708"/>
            <a:ext cx="2104735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2023-12-20 09:08:22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5DEDCE2B-2E5A-49D9-A5CF-3CDA93DB1158}"/>
              </a:ext>
            </a:extLst>
          </p:cNvPr>
          <p:cNvSpPr/>
          <p:nvPr/>
        </p:nvSpPr>
        <p:spPr>
          <a:xfrm>
            <a:off x="5075956" y="3268694"/>
            <a:ext cx="584811" cy="215840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상세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C0D8A5DD-8859-4B88-A1EB-434153F9305D}"/>
              </a:ext>
            </a:extLst>
          </p:cNvPr>
          <p:cNvGrpSpPr/>
          <p:nvPr/>
        </p:nvGrpSpPr>
        <p:grpSpPr>
          <a:xfrm>
            <a:off x="5711703" y="1318359"/>
            <a:ext cx="3898658" cy="4812804"/>
            <a:chOff x="18683364" y="-533470"/>
            <a:chExt cx="3898658" cy="4812804"/>
          </a:xfrm>
        </p:grpSpPr>
        <p:grpSp>
          <p:nvGrpSpPr>
            <p:cNvPr id="93" name="그룹 92">
              <a:extLst>
                <a:ext uri="{FF2B5EF4-FFF2-40B4-BE49-F238E27FC236}">
                  <a16:creationId xmlns:a16="http://schemas.microsoft.com/office/drawing/2014/main" id="{02C3038F-C4D0-43F8-8674-70EA780FEBAE}"/>
                </a:ext>
              </a:extLst>
            </p:cNvPr>
            <p:cNvGrpSpPr/>
            <p:nvPr/>
          </p:nvGrpSpPr>
          <p:grpSpPr>
            <a:xfrm>
              <a:off x="18683364" y="-533470"/>
              <a:ext cx="3898658" cy="4812804"/>
              <a:chOff x="3803296" y="3267715"/>
              <a:chExt cx="4967902" cy="4812804"/>
            </a:xfrm>
          </p:grpSpPr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55E40EC0-6D74-418D-AECC-95643848918B}"/>
                  </a:ext>
                </a:extLst>
              </p:cNvPr>
              <p:cNvSpPr/>
              <p:nvPr/>
            </p:nvSpPr>
            <p:spPr>
              <a:xfrm>
                <a:off x="3803296" y="3267715"/>
                <a:ext cx="4967901" cy="403561"/>
              </a:xfrm>
              <a:prstGeom prst="rect">
                <a:avLst/>
              </a:prstGeom>
              <a:solidFill>
                <a:srgbClr val="A792DC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ko-KR" altLang="en-US" sz="1000" dirty="0" err="1"/>
                  <a:t>저녀상세정보</a:t>
                </a:r>
                <a:endParaRPr lang="ko-KR" altLang="en-US" sz="1000" dirty="0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8870B4D1-786C-4DE5-9656-CA98BB60EEC8}"/>
                  </a:ext>
                </a:extLst>
              </p:cNvPr>
              <p:cNvSpPr/>
              <p:nvPr/>
            </p:nvSpPr>
            <p:spPr>
              <a:xfrm>
                <a:off x="3803296" y="3671276"/>
                <a:ext cx="4967902" cy="440924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94" name="사각형: 둥근 모서리 93">
              <a:extLst>
                <a:ext uri="{FF2B5EF4-FFF2-40B4-BE49-F238E27FC236}">
                  <a16:creationId xmlns:a16="http://schemas.microsoft.com/office/drawing/2014/main" id="{F809764D-4AA2-4ECF-919B-ED16D710F0DD}"/>
                </a:ext>
              </a:extLst>
            </p:cNvPr>
            <p:cNvSpPr/>
            <p:nvPr/>
          </p:nvSpPr>
          <p:spPr>
            <a:xfrm>
              <a:off x="18770898" y="-29824"/>
              <a:ext cx="3737972" cy="3709840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5" name="사각형: 둥근 모서리 94">
              <a:extLst>
                <a:ext uri="{FF2B5EF4-FFF2-40B4-BE49-F238E27FC236}">
                  <a16:creationId xmlns:a16="http://schemas.microsoft.com/office/drawing/2014/main" id="{C0D6B820-4935-4BCB-BE61-ECF521EC10BB}"/>
                </a:ext>
              </a:extLst>
            </p:cNvPr>
            <p:cNvSpPr/>
            <p:nvPr/>
          </p:nvSpPr>
          <p:spPr>
            <a:xfrm>
              <a:off x="20158459" y="3806601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rgbClr val="BB8BE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확인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111F3267-A4DF-4469-BB6E-F640FE224B93}"/>
                </a:ext>
              </a:extLst>
            </p:cNvPr>
            <p:cNvSpPr txBox="1"/>
            <p:nvPr/>
          </p:nvSpPr>
          <p:spPr>
            <a:xfrm>
              <a:off x="18880581" y="185970"/>
              <a:ext cx="111776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이름</a:t>
              </a:r>
            </a:p>
          </p:txBody>
        </p:sp>
        <p:sp>
          <p:nvSpPr>
            <p:cNvPr id="99" name="사각형: 둥근 모서리 98">
              <a:extLst>
                <a:ext uri="{FF2B5EF4-FFF2-40B4-BE49-F238E27FC236}">
                  <a16:creationId xmlns:a16="http://schemas.microsoft.com/office/drawing/2014/main" id="{E21F5E1B-4DA1-4130-95E7-05452AFEE0FA}"/>
                </a:ext>
              </a:extLst>
            </p:cNvPr>
            <p:cNvSpPr/>
            <p:nvPr/>
          </p:nvSpPr>
          <p:spPr>
            <a:xfrm>
              <a:off x="20004787" y="176469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err="1">
                  <a:solidFill>
                    <a:schemeClr val="tx1"/>
                  </a:solidFill>
                </a:rPr>
                <a:t>김자녀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D76AAAB3-A422-45A7-927A-BC2D2A3D4A72}"/>
                </a:ext>
              </a:extLst>
            </p:cNvPr>
            <p:cNvSpPr txBox="1"/>
            <p:nvPr/>
          </p:nvSpPr>
          <p:spPr>
            <a:xfrm>
              <a:off x="18840307" y="1080994"/>
              <a:ext cx="10246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프로필이미지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26640DFB-E45D-4164-808C-A493EB680ACF}"/>
                </a:ext>
              </a:extLst>
            </p:cNvPr>
            <p:cNvGrpSpPr/>
            <p:nvPr/>
          </p:nvGrpSpPr>
          <p:grpSpPr>
            <a:xfrm>
              <a:off x="20004056" y="700012"/>
              <a:ext cx="853944" cy="615593"/>
              <a:chOff x="6455759" y="2303609"/>
              <a:chExt cx="853944" cy="615593"/>
            </a:xfrm>
          </p:grpSpPr>
          <p:sp>
            <p:nvSpPr>
              <p:cNvPr id="121" name="사각형: 둥근 모서리 120">
                <a:extLst>
                  <a:ext uri="{FF2B5EF4-FFF2-40B4-BE49-F238E27FC236}">
                    <a16:creationId xmlns:a16="http://schemas.microsoft.com/office/drawing/2014/main" id="{1F8FFC4F-2943-4B99-A1E6-F7BC02993D62}"/>
                  </a:ext>
                </a:extLst>
              </p:cNvPr>
              <p:cNvSpPr/>
              <p:nvPr/>
            </p:nvSpPr>
            <p:spPr>
              <a:xfrm>
                <a:off x="6455759" y="2303609"/>
                <a:ext cx="853944" cy="615593"/>
              </a:xfrm>
              <a:prstGeom prst="roundRect">
                <a:avLst>
                  <a:gd name="adj" fmla="val 5618"/>
                </a:avLst>
              </a:prstGeom>
              <a:solidFill>
                <a:schemeClr val="bg1">
                  <a:lumMod val="7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122" name="그래픽 121" descr="채우기 없는 웃는 얼굴">
                <a:extLst>
                  <a:ext uri="{FF2B5EF4-FFF2-40B4-BE49-F238E27FC236}">
                    <a16:creationId xmlns:a16="http://schemas.microsoft.com/office/drawing/2014/main" id="{6513F58A-DAFC-48C0-82E8-22E5D7B290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64897" y="2374852"/>
                <a:ext cx="486331" cy="486331"/>
              </a:xfrm>
              <a:prstGeom prst="rect">
                <a:avLst/>
              </a:prstGeom>
            </p:spPr>
          </p:pic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3A26EAF-640A-4F1D-85E0-EE8D027CB530}"/>
                </a:ext>
              </a:extLst>
            </p:cNvPr>
            <p:cNvSpPr txBox="1"/>
            <p:nvPr/>
          </p:nvSpPr>
          <p:spPr>
            <a:xfrm>
              <a:off x="18873906" y="3337807"/>
              <a:ext cx="1024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이메일</a:t>
              </a:r>
            </a:p>
          </p:txBody>
        </p:sp>
        <p:sp>
          <p:nvSpPr>
            <p:cNvPr id="105" name="사각형: 둥근 모서리 104">
              <a:extLst>
                <a:ext uri="{FF2B5EF4-FFF2-40B4-BE49-F238E27FC236}">
                  <a16:creationId xmlns:a16="http://schemas.microsoft.com/office/drawing/2014/main" id="{450D9EB1-5F34-459A-B08B-4870148D8E71}"/>
                </a:ext>
              </a:extLst>
            </p:cNvPr>
            <p:cNvSpPr/>
            <p:nvPr/>
          </p:nvSpPr>
          <p:spPr>
            <a:xfrm>
              <a:off x="19998111" y="3318853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kimtest@email.com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FC52E4FD-AFB9-4D85-8D15-E7D1D38E24F5}"/>
                </a:ext>
              </a:extLst>
            </p:cNvPr>
            <p:cNvSpPr txBox="1"/>
            <p:nvPr/>
          </p:nvSpPr>
          <p:spPr>
            <a:xfrm>
              <a:off x="18892887" y="2142054"/>
              <a:ext cx="1024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생년월일</a:t>
              </a:r>
            </a:p>
          </p:txBody>
        </p:sp>
        <p:sp>
          <p:nvSpPr>
            <p:cNvPr id="107" name="사각형: 둥근 모서리 106">
              <a:extLst>
                <a:ext uri="{FF2B5EF4-FFF2-40B4-BE49-F238E27FC236}">
                  <a16:creationId xmlns:a16="http://schemas.microsoft.com/office/drawing/2014/main" id="{426A31CD-40D3-44A4-BA52-CF87B779B6FE}"/>
                </a:ext>
              </a:extLst>
            </p:cNvPr>
            <p:cNvSpPr/>
            <p:nvPr/>
          </p:nvSpPr>
          <p:spPr>
            <a:xfrm>
              <a:off x="20017092" y="2037391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20000212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0354AB98-1D4F-4E1F-89F7-CD4D65A15916}"/>
                </a:ext>
              </a:extLst>
            </p:cNvPr>
            <p:cNvSpPr txBox="1"/>
            <p:nvPr/>
          </p:nvSpPr>
          <p:spPr>
            <a:xfrm>
              <a:off x="18890459" y="2615241"/>
              <a:ext cx="102469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연락처</a:t>
              </a:r>
            </a:p>
          </p:txBody>
        </p:sp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339FC68F-D5D1-42CB-8637-36703979BD12}"/>
                </a:ext>
              </a:extLst>
            </p:cNvPr>
            <p:cNvSpPr/>
            <p:nvPr/>
          </p:nvSpPr>
          <p:spPr>
            <a:xfrm>
              <a:off x="20014664" y="2683924"/>
              <a:ext cx="2115024" cy="216765"/>
            </a:xfrm>
            <a:prstGeom prst="roundRect">
              <a:avLst>
                <a:gd name="adj" fmla="val 4583"/>
              </a:avLst>
            </a:prstGeom>
            <a:solidFill>
              <a:schemeClr val="bg1">
                <a:lumMod val="8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/>
                  </a:solidFill>
                </a:rPr>
                <a:t>01012345678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E7CF390A-4F77-4675-BA27-302AEDDF789D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009" y="581871"/>
              <a:ext cx="356581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97F2740F-78C8-4C57-9000-47484B4D5B8C}"/>
                </a:ext>
              </a:extLst>
            </p:cNvPr>
            <p:cNvCxnSpPr>
              <a:cxnSpLocks/>
            </p:cNvCxnSpPr>
            <p:nvPr/>
          </p:nvCxnSpPr>
          <p:spPr>
            <a:xfrm>
              <a:off x="18840307" y="1441312"/>
              <a:ext cx="352957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직선 연결선 113">
              <a:extLst>
                <a:ext uri="{FF2B5EF4-FFF2-40B4-BE49-F238E27FC236}">
                  <a16:creationId xmlns:a16="http://schemas.microsoft.com/office/drawing/2014/main" id="{744A8E88-6967-43B0-AFDB-FF4C90C637A9}"/>
                </a:ext>
              </a:extLst>
            </p:cNvPr>
            <p:cNvCxnSpPr>
              <a:cxnSpLocks/>
            </p:cNvCxnSpPr>
            <p:nvPr/>
          </p:nvCxnSpPr>
          <p:spPr>
            <a:xfrm>
              <a:off x="18840307" y="1827540"/>
              <a:ext cx="353689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직선 연결선 114">
              <a:extLst>
                <a:ext uri="{FF2B5EF4-FFF2-40B4-BE49-F238E27FC236}">
                  <a16:creationId xmlns:a16="http://schemas.microsoft.com/office/drawing/2014/main" id="{2D46CB01-86BD-41A2-B644-4F126B262D41}"/>
                </a:ext>
              </a:extLst>
            </p:cNvPr>
            <p:cNvCxnSpPr>
              <a:cxnSpLocks/>
            </p:cNvCxnSpPr>
            <p:nvPr/>
          </p:nvCxnSpPr>
          <p:spPr>
            <a:xfrm>
              <a:off x="18840307" y="2475958"/>
              <a:ext cx="355152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연결선 115">
              <a:extLst>
                <a:ext uri="{FF2B5EF4-FFF2-40B4-BE49-F238E27FC236}">
                  <a16:creationId xmlns:a16="http://schemas.microsoft.com/office/drawing/2014/main" id="{337BDA1A-A767-4720-AF4B-EAC779560A0C}"/>
                </a:ext>
              </a:extLst>
            </p:cNvPr>
            <p:cNvCxnSpPr>
              <a:cxnSpLocks/>
            </p:cNvCxnSpPr>
            <p:nvPr/>
          </p:nvCxnSpPr>
          <p:spPr>
            <a:xfrm>
              <a:off x="18840307" y="3159699"/>
              <a:ext cx="352957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6C44550-1E68-4E3A-A088-4C6600FFDDC3}"/>
                </a:ext>
              </a:extLst>
            </p:cNvPr>
            <p:cNvSpPr/>
            <p:nvPr/>
          </p:nvSpPr>
          <p:spPr>
            <a:xfrm>
              <a:off x="20003259" y="1524687"/>
              <a:ext cx="1017270" cy="245069"/>
            </a:xfrm>
            <a:prstGeom prst="roundRect">
              <a:avLst>
                <a:gd name="adj" fmla="val 2375"/>
              </a:avLst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남자</a:t>
              </a:r>
            </a:p>
          </p:txBody>
        </p:sp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398B47CE-3DF7-45F2-95A4-22DB1414B111}"/>
                </a:ext>
              </a:extLst>
            </p:cNvPr>
            <p:cNvSpPr/>
            <p:nvPr/>
          </p:nvSpPr>
          <p:spPr>
            <a:xfrm>
              <a:off x="21020529" y="1524687"/>
              <a:ext cx="1097754" cy="245069"/>
            </a:xfrm>
            <a:prstGeom prst="roundRect">
              <a:avLst>
                <a:gd name="adj" fmla="val 2375"/>
              </a:avLst>
            </a:prstGeom>
            <a:solidFill>
              <a:srgbClr val="BA8AE3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bg1"/>
                  </a:solidFill>
                </a:rPr>
                <a:t>여자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E6E31FD-3C78-44E5-9564-82F2E6FBC149}"/>
                </a:ext>
              </a:extLst>
            </p:cNvPr>
            <p:cNvSpPr txBox="1"/>
            <p:nvPr/>
          </p:nvSpPr>
          <p:spPr>
            <a:xfrm>
              <a:off x="18840307" y="1526241"/>
              <a:ext cx="10246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성별</a:t>
              </a:r>
            </a:p>
          </p:txBody>
        </p:sp>
      </p:grp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DCD99C09-0FFF-4C3C-A5C7-B4862010B805}"/>
              </a:ext>
            </a:extLst>
          </p:cNvPr>
          <p:cNvCxnSpPr>
            <a:cxnSpLocks/>
            <a:stCxn id="173" idx="2"/>
            <a:endCxn id="124" idx="1"/>
          </p:cNvCxnSpPr>
          <p:nvPr/>
        </p:nvCxnSpPr>
        <p:spPr>
          <a:xfrm rot="16200000" flipH="1">
            <a:off x="5357173" y="3572012"/>
            <a:ext cx="364040" cy="345019"/>
          </a:xfrm>
          <a:prstGeom prst="bent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5CE67BC9-1C68-4929-8796-7091AEF51BB6}"/>
              </a:ext>
            </a:extLst>
          </p:cNvPr>
          <p:cNvSpPr/>
          <p:nvPr/>
        </p:nvSpPr>
        <p:spPr>
          <a:xfrm>
            <a:off x="5003808" y="3223571"/>
            <a:ext cx="725751" cy="338931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DCF7356A-CB88-4261-BA81-E8422A07346C}"/>
              </a:ext>
            </a:extLst>
          </p:cNvPr>
          <p:cNvSpPr/>
          <p:nvPr/>
        </p:nvSpPr>
        <p:spPr>
          <a:xfrm>
            <a:off x="5688843" y="1313982"/>
            <a:ext cx="3937570" cy="4817179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EF71BDCA-AD56-4C68-84C0-E7CE47498086}"/>
              </a:ext>
            </a:extLst>
          </p:cNvPr>
          <p:cNvSpPr/>
          <p:nvPr/>
        </p:nvSpPr>
        <p:spPr>
          <a:xfrm>
            <a:off x="5075956" y="2840456"/>
            <a:ext cx="584811" cy="215840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상세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703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후기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후기 조회</a:t>
            </a:r>
            <a:r>
              <a:rPr lang="en-US" altLang="ko-KR" sz="1000" dirty="0"/>
              <a:t>		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PONADMREVREOOH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후기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후기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B0E3E387-8307-42B3-A13C-D07681C82DB8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4E41DDA2-52AD-4C58-B0DC-9DF64B0CE64E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7D1094F-75B3-4055-9B9F-DFF6D72754FA}"/>
                </a:ext>
              </a:extLst>
            </p:cNvPr>
            <p:cNvSpPr/>
            <p:nvPr/>
          </p:nvSpPr>
          <p:spPr>
            <a:xfrm rot="5400000">
              <a:off x="1924724" y="3376734"/>
              <a:ext cx="1670851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F2995A10-27D8-43C1-845C-36336337147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656205D-F57D-413D-AE03-D2A777F0BFCE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C3DE4A-B97F-40CE-ACB4-FB44308E3973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E1F20F74-3ED5-4CAE-8F0D-43C1F1646962}"/>
              </a:ext>
            </a:extLst>
          </p:cNvPr>
          <p:cNvGrpSpPr/>
          <p:nvPr/>
        </p:nvGrpSpPr>
        <p:grpSpPr>
          <a:xfrm>
            <a:off x="2968192" y="2590789"/>
            <a:ext cx="1278050" cy="1191182"/>
            <a:chOff x="1534206" y="2590789"/>
            <a:chExt cx="1278050" cy="1676420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2297433-5B8A-4D10-87B4-14F71B70716B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C7E51DD6-3052-4FB0-8F30-29175FB0802D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CB5D419D-0977-440E-8734-791391BE7405}"/>
              </a:ext>
            </a:extLst>
          </p:cNvPr>
          <p:cNvSpPr txBox="1"/>
          <p:nvPr/>
        </p:nvSpPr>
        <p:spPr>
          <a:xfrm>
            <a:off x="2979540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0984B1-CD1F-4496-ABC0-0782C654DBF7}"/>
              </a:ext>
            </a:extLst>
          </p:cNvPr>
          <p:cNvSpPr txBox="1"/>
          <p:nvPr/>
        </p:nvSpPr>
        <p:spPr>
          <a:xfrm>
            <a:off x="2979540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CE513F2-3225-4A60-BE5F-5A05D3B91A16}"/>
              </a:ext>
            </a:extLst>
          </p:cNvPr>
          <p:cNvSpPr txBox="1"/>
          <p:nvPr/>
        </p:nvSpPr>
        <p:spPr>
          <a:xfrm>
            <a:off x="2971139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BD49FE-1860-4F0A-B07C-585F0F97AC57}"/>
              </a:ext>
            </a:extLst>
          </p:cNvPr>
          <p:cNvSpPr txBox="1"/>
          <p:nvPr/>
        </p:nvSpPr>
        <p:spPr>
          <a:xfrm>
            <a:off x="2979540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430CEF2-040C-416D-A7C2-BE9EC8D2E2B9}"/>
              </a:ext>
            </a:extLst>
          </p:cNvPr>
          <p:cNvSpPr/>
          <p:nvPr/>
        </p:nvSpPr>
        <p:spPr>
          <a:xfrm>
            <a:off x="8615103" y="391470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658660BD-C683-4234-A1BC-3C8BBA792837}"/>
              </a:ext>
            </a:extLst>
          </p:cNvPr>
          <p:cNvSpPr/>
          <p:nvPr/>
        </p:nvSpPr>
        <p:spPr>
          <a:xfrm>
            <a:off x="7276777" y="391470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0092041-7C5E-4D0A-9F7B-1D7F7EE08271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영어</a:t>
            </a:r>
            <a:endParaRPr lang="ko-KR" altLang="en-US" sz="1000" dirty="0"/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61F9CB1-8710-4E35-8BD2-6055762028ED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B5B3392-A2ED-4E43-9978-870B9D9E7EF5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8DE33A4F-3893-4087-AA3B-DD219773C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633887"/>
              </p:ext>
            </p:extLst>
          </p:nvPr>
        </p:nvGraphicFramePr>
        <p:xfrm>
          <a:off x="1530419" y="4239113"/>
          <a:ext cx="7643006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573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734388">
                  <a:extLst>
                    <a:ext uri="{9D8B030D-6E8A-4147-A177-3AD203B41FA5}">
                      <a16:colId xmlns:a16="http://schemas.microsoft.com/office/drawing/2014/main" val="1950704483"/>
                    </a:ext>
                  </a:extLst>
                </a:gridCol>
                <a:gridCol w="178161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599873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781610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475989">
                  <a:extLst>
                    <a:ext uri="{9D8B030D-6E8A-4147-A177-3AD203B41FA5}">
                      <a16:colId xmlns:a16="http://schemas.microsoft.com/office/drawing/2014/main" val="297971051"/>
                    </a:ext>
                  </a:extLst>
                </a:gridCol>
                <a:gridCol w="1097379">
                  <a:extLst>
                    <a:ext uri="{9D8B030D-6E8A-4147-A177-3AD203B41FA5}">
                      <a16:colId xmlns:a16="http://schemas.microsoft.com/office/drawing/2014/main" val="2623237052"/>
                    </a:ext>
                  </a:extLst>
                </a:gridCol>
                <a:gridCol w="709584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클래스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후기내용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평점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윤도현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재미있습니다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. </a:t>
                      </a:r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너무 행복했어요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..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2023-12-28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15:23:52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손흥민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지난 수업 이후로 다시 들었지만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,,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2023-12-25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22:23:52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코딩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[C</a:t>
                      </a:r>
                      <a:r>
                        <a:rPr lang="ko-KR" altLang="en-US" sz="800" dirty="0"/>
                        <a:t>언어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강호동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어려울 줄 알았지만 너무나 </a:t>
                      </a:r>
                      <a:r>
                        <a:rPr lang="ko-KR" altLang="en-US" sz="800" u="sng" dirty="0" err="1">
                          <a:solidFill>
                            <a:schemeClr val="accent5"/>
                          </a:solidFill>
                        </a:rPr>
                        <a:t>쉽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,,,,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2023-12-22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07:23:52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06E75A65-ABFB-4FF1-A4FB-ED18503B1846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CA92E16F-B75F-4C45-82E1-0564652BE1CC}"/>
              </a:ext>
            </a:extLst>
          </p:cNvPr>
          <p:cNvGrpSpPr/>
          <p:nvPr/>
        </p:nvGrpSpPr>
        <p:grpSpPr>
          <a:xfrm>
            <a:off x="5961888" y="3914707"/>
            <a:ext cx="1235689" cy="221852"/>
            <a:chOff x="5961888" y="3960551"/>
            <a:chExt cx="1235689" cy="221852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BBD58837-A838-4A8E-856D-2929E3267091}"/>
                </a:ext>
              </a:extLst>
            </p:cNvPr>
            <p:cNvSpPr/>
            <p:nvPr/>
          </p:nvSpPr>
          <p:spPr>
            <a:xfrm>
              <a:off x="6532474" y="3960551"/>
              <a:ext cx="665103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</a:rPr>
                <a:t>등록자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1" name="이등변 삼각형 140">
              <a:extLst>
                <a:ext uri="{FF2B5EF4-FFF2-40B4-BE49-F238E27FC236}">
                  <a16:creationId xmlns:a16="http://schemas.microsoft.com/office/drawing/2014/main" id="{7336C73D-0BC9-4C32-B508-AE0AAD2C8238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80C17C6A-CC66-4D43-AFB7-41637F476C5D}"/>
                </a:ext>
              </a:extLst>
            </p:cNvPr>
            <p:cNvSpPr/>
            <p:nvPr/>
          </p:nvSpPr>
          <p:spPr>
            <a:xfrm>
              <a:off x="5961888" y="3960551"/>
              <a:ext cx="526115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평점</a:t>
              </a:r>
            </a:p>
          </p:txBody>
        </p:sp>
        <p:sp>
          <p:nvSpPr>
            <p:cNvPr id="208" name="이등변 삼각형 207">
              <a:extLst>
                <a:ext uri="{FF2B5EF4-FFF2-40B4-BE49-F238E27FC236}">
                  <a16:creationId xmlns:a16="http://schemas.microsoft.com/office/drawing/2014/main" id="{3721C532-71FA-431C-90E4-1E6A3F7EDE96}"/>
                </a:ext>
              </a:extLst>
            </p:cNvPr>
            <p:cNvSpPr/>
            <p:nvPr/>
          </p:nvSpPr>
          <p:spPr>
            <a:xfrm rot="10800000">
              <a:off x="636429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805EA83-24C1-49FE-A088-4965281E36A1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2367542E-B1DB-43BA-8CAF-B6D91460F5F5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D5A042EB-5729-4E46-A0FE-FE9A1D3655F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0E54DECE-0525-4F72-89CA-EB1C4F4C222B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E48E129C-54AF-47AD-A180-F77A15D1D6A0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D71E7F8-5320-4540-81C8-23D7A1E30FEF}"/>
              </a:ext>
            </a:extLst>
          </p:cNvPr>
          <p:cNvSpPr txBox="1"/>
          <p:nvPr/>
        </p:nvSpPr>
        <p:spPr>
          <a:xfrm>
            <a:off x="2928513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44047344-872D-411C-BB23-A275A3CA2984}"/>
              </a:ext>
            </a:extLst>
          </p:cNvPr>
          <p:cNvSpPr/>
          <p:nvPr/>
        </p:nvSpPr>
        <p:spPr>
          <a:xfrm>
            <a:off x="4378218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ABAE7D8-B2B3-4BDE-8C27-115B700EE18A}"/>
              </a:ext>
            </a:extLst>
          </p:cNvPr>
          <p:cNvSpPr txBox="1"/>
          <p:nvPr/>
        </p:nvSpPr>
        <p:spPr>
          <a:xfrm>
            <a:off x="4378218" y="2873396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인기 라이브 영어</a:t>
            </a:r>
            <a:r>
              <a:rPr lang="en-US" altLang="ko-KR" sz="800" dirty="0"/>
              <a:t>…</a:t>
            </a:r>
            <a:endParaRPr lang="ko-KR" altLang="en-US" sz="10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C9FBFFA-993A-48A3-87D5-B2FD57CE6602}"/>
              </a:ext>
            </a:extLst>
          </p:cNvPr>
          <p:cNvSpPr txBox="1"/>
          <p:nvPr/>
        </p:nvSpPr>
        <p:spPr>
          <a:xfrm>
            <a:off x="4378218" y="308342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2F9464F-8BA1-4E5E-A61C-4DCB61E1A057}"/>
              </a:ext>
            </a:extLst>
          </p:cNvPr>
          <p:cNvSpPr txBox="1"/>
          <p:nvPr/>
        </p:nvSpPr>
        <p:spPr>
          <a:xfrm>
            <a:off x="4340809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클래스</a:t>
            </a:r>
            <a:endParaRPr lang="ko-KR" altLang="en-US" sz="1400" dirty="0"/>
          </a:p>
        </p:txBody>
      </p: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F2EF824F-D2CC-488F-B075-D45D013F34D4}"/>
              </a:ext>
            </a:extLst>
          </p:cNvPr>
          <p:cNvGrpSpPr/>
          <p:nvPr/>
        </p:nvGrpSpPr>
        <p:grpSpPr>
          <a:xfrm>
            <a:off x="4131379" y="2595376"/>
            <a:ext cx="110098" cy="1187457"/>
            <a:chOff x="4155271" y="2595376"/>
            <a:chExt cx="110098" cy="1187457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15EC43CE-D808-4811-AE06-122B0C0FB9F3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CAD7EE5B-5DAC-45AA-BE97-ECFB15CC375D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7859B83E-B392-40C9-A7D9-69E47902F846}"/>
              </a:ext>
            </a:extLst>
          </p:cNvPr>
          <p:cNvGrpSpPr/>
          <p:nvPr/>
        </p:nvGrpSpPr>
        <p:grpSpPr>
          <a:xfrm>
            <a:off x="5537149" y="2590789"/>
            <a:ext cx="110098" cy="1187457"/>
            <a:chOff x="4155271" y="2595376"/>
            <a:chExt cx="110098" cy="1187457"/>
          </a:xfrm>
        </p:grpSpPr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56D6625C-F7F8-4ECD-84F8-AD386DFFE3B0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074791A4-B4ED-48C9-B215-B28734BBF2C2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17A90B5F-FA05-4BD9-8A96-8F855A539CC1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4074C008-E05A-4AE7-B661-3C5FDBD96B49}"/>
              </a:ext>
            </a:extLst>
          </p:cNvPr>
          <p:cNvSpPr/>
          <p:nvPr/>
        </p:nvSpPr>
        <p:spPr>
          <a:xfrm>
            <a:off x="8613185" y="314165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목록 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830BB99-FDC0-4157-880D-46107584B7C5}"/>
              </a:ext>
            </a:extLst>
          </p:cNvPr>
          <p:cNvSpPr txBox="1"/>
          <p:nvPr/>
        </p:nvSpPr>
        <p:spPr>
          <a:xfrm>
            <a:off x="4374869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B0214A11-EA54-4DAF-80BC-974C9926DE95}"/>
              </a:ext>
            </a:extLst>
          </p:cNvPr>
          <p:cNvSpPr/>
          <p:nvPr/>
        </p:nvSpPr>
        <p:spPr>
          <a:xfrm>
            <a:off x="8607214" y="4643401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7AF91AF7-217C-410E-BA24-1482A29C3492}"/>
              </a:ext>
            </a:extLst>
          </p:cNvPr>
          <p:cNvSpPr/>
          <p:nvPr/>
        </p:nvSpPr>
        <p:spPr>
          <a:xfrm>
            <a:off x="8607214" y="4995286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3F4E620-5EB5-4238-8B43-1731C73E7C2C}"/>
              </a:ext>
            </a:extLst>
          </p:cNvPr>
          <p:cNvSpPr/>
          <p:nvPr/>
        </p:nvSpPr>
        <p:spPr>
          <a:xfrm>
            <a:off x="8607214" y="5345535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65AB7936-9A2C-4D91-87F0-0A9DB99FE003}"/>
              </a:ext>
            </a:extLst>
          </p:cNvPr>
          <p:cNvSpPr/>
          <p:nvPr/>
        </p:nvSpPr>
        <p:spPr>
          <a:xfrm>
            <a:off x="9528103" y="2299139"/>
            <a:ext cx="26268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후기는 클래스 </a:t>
            </a:r>
            <a:r>
              <a:rPr lang="ko-KR" altLang="en-US" dirty="0" err="1"/>
              <a:t>단계까지만</a:t>
            </a:r>
            <a:r>
              <a:rPr lang="en-US" altLang="ko-KR" dirty="0"/>
              <a:t> </a:t>
            </a:r>
            <a:r>
              <a:rPr lang="ko-KR" altLang="en-US" dirty="0" err="1"/>
              <a:t>뎁스로</a:t>
            </a:r>
            <a:r>
              <a:rPr lang="ko-KR" altLang="en-US" dirty="0"/>
              <a:t> 구분</a:t>
            </a:r>
            <a:r>
              <a:rPr lang="en-US" altLang="ko-KR" dirty="0"/>
              <a:t>. ( </a:t>
            </a:r>
            <a:r>
              <a:rPr lang="ko-KR" altLang="en-US" dirty="0"/>
              <a:t>후기는 클래스 단계에서 작성하기 때문에 수업으로 구분할 수 없음</a:t>
            </a:r>
            <a:r>
              <a:rPr lang="en-US" altLang="ko-KR" dirty="0"/>
              <a:t>. )</a:t>
            </a:r>
          </a:p>
        </p:txBody>
      </p:sp>
    </p:spTree>
    <p:extLst>
      <p:ext uri="{BB962C8B-B14F-4D97-AF65-F5344CB8AC3E}">
        <p14:creationId xmlns:p14="http://schemas.microsoft.com/office/powerpoint/2010/main" val="38184805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후기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후기 조회</a:t>
            </a:r>
            <a:r>
              <a:rPr lang="en-US" altLang="ko-KR" sz="1000" dirty="0"/>
              <a:t>		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PONADMREVREOOH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후기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후기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B0E3E387-8307-42B3-A13C-D07681C82DB8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4E41DDA2-52AD-4C58-B0DC-9DF64B0CE64E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7D1094F-75B3-4055-9B9F-DFF6D72754FA}"/>
                </a:ext>
              </a:extLst>
            </p:cNvPr>
            <p:cNvSpPr/>
            <p:nvPr/>
          </p:nvSpPr>
          <p:spPr>
            <a:xfrm rot="5400000">
              <a:off x="1924724" y="3376734"/>
              <a:ext cx="1670851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F2995A10-27D8-43C1-845C-36336337147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656205D-F57D-413D-AE03-D2A777F0BFCE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C3DE4A-B97F-40CE-ACB4-FB44308E3973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E1F20F74-3ED5-4CAE-8F0D-43C1F1646962}"/>
              </a:ext>
            </a:extLst>
          </p:cNvPr>
          <p:cNvGrpSpPr/>
          <p:nvPr/>
        </p:nvGrpSpPr>
        <p:grpSpPr>
          <a:xfrm>
            <a:off x="2968192" y="2590789"/>
            <a:ext cx="1278050" cy="1191182"/>
            <a:chOff x="1534206" y="2590789"/>
            <a:chExt cx="1278050" cy="1676420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2297433-5B8A-4D10-87B4-14F71B70716B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C7E51DD6-3052-4FB0-8F30-29175FB0802D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CB5D419D-0977-440E-8734-791391BE7405}"/>
              </a:ext>
            </a:extLst>
          </p:cNvPr>
          <p:cNvSpPr txBox="1"/>
          <p:nvPr/>
        </p:nvSpPr>
        <p:spPr>
          <a:xfrm>
            <a:off x="2979540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0984B1-CD1F-4496-ABC0-0782C654DBF7}"/>
              </a:ext>
            </a:extLst>
          </p:cNvPr>
          <p:cNvSpPr txBox="1"/>
          <p:nvPr/>
        </p:nvSpPr>
        <p:spPr>
          <a:xfrm>
            <a:off x="2979540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CE513F2-3225-4A60-BE5F-5A05D3B91A16}"/>
              </a:ext>
            </a:extLst>
          </p:cNvPr>
          <p:cNvSpPr txBox="1"/>
          <p:nvPr/>
        </p:nvSpPr>
        <p:spPr>
          <a:xfrm>
            <a:off x="2971139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BD49FE-1860-4F0A-B07C-585F0F97AC57}"/>
              </a:ext>
            </a:extLst>
          </p:cNvPr>
          <p:cNvSpPr txBox="1"/>
          <p:nvPr/>
        </p:nvSpPr>
        <p:spPr>
          <a:xfrm>
            <a:off x="2979540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430CEF2-040C-416D-A7C2-BE9EC8D2E2B9}"/>
              </a:ext>
            </a:extLst>
          </p:cNvPr>
          <p:cNvSpPr/>
          <p:nvPr/>
        </p:nvSpPr>
        <p:spPr>
          <a:xfrm>
            <a:off x="8615103" y="391470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658660BD-C683-4234-A1BC-3C8BBA792837}"/>
              </a:ext>
            </a:extLst>
          </p:cNvPr>
          <p:cNvSpPr/>
          <p:nvPr/>
        </p:nvSpPr>
        <p:spPr>
          <a:xfrm>
            <a:off x="7276777" y="391470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0092041-7C5E-4D0A-9F7B-1D7F7EE08271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영어</a:t>
            </a:r>
            <a:endParaRPr lang="ko-KR" altLang="en-US" sz="1000" dirty="0"/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61F9CB1-8710-4E35-8BD2-6055762028ED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8DE33A4F-3893-4087-AA3B-DD219773C5B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0419" y="4239113"/>
          <a:ext cx="7643006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2573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734388">
                  <a:extLst>
                    <a:ext uri="{9D8B030D-6E8A-4147-A177-3AD203B41FA5}">
                      <a16:colId xmlns:a16="http://schemas.microsoft.com/office/drawing/2014/main" val="1950704483"/>
                    </a:ext>
                  </a:extLst>
                </a:gridCol>
                <a:gridCol w="178161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599873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781610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475989">
                  <a:extLst>
                    <a:ext uri="{9D8B030D-6E8A-4147-A177-3AD203B41FA5}">
                      <a16:colId xmlns:a16="http://schemas.microsoft.com/office/drawing/2014/main" val="297971051"/>
                    </a:ext>
                  </a:extLst>
                </a:gridCol>
                <a:gridCol w="1097379">
                  <a:extLst>
                    <a:ext uri="{9D8B030D-6E8A-4147-A177-3AD203B41FA5}">
                      <a16:colId xmlns:a16="http://schemas.microsoft.com/office/drawing/2014/main" val="2623237052"/>
                    </a:ext>
                  </a:extLst>
                </a:gridCol>
                <a:gridCol w="709584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클래스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후기내용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평점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윤도현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재미있습니다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. 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너무 행복했어요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..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4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2023-12-28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15:23:52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손흥민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지난 수업 이후로 다시 들었지만</a:t>
                      </a:r>
                      <a:r>
                        <a:rPr lang="en-US" altLang="ko-KR" sz="800" dirty="0"/>
                        <a:t>,,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5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2023-12-25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22:23:52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코딩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[C</a:t>
                      </a:r>
                      <a:r>
                        <a:rPr lang="ko-KR" altLang="en-US" sz="800" dirty="0"/>
                        <a:t>언어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강호동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어려울 줄 알았지만 너무나 </a:t>
                      </a:r>
                      <a:r>
                        <a:rPr lang="ko-KR" altLang="en-US" sz="800" dirty="0" err="1"/>
                        <a:t>쉽</a:t>
                      </a:r>
                      <a:r>
                        <a:rPr lang="en-US" altLang="ko-KR" sz="800" dirty="0"/>
                        <a:t>,,,,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2023-12-22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07:23:52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06E75A65-ABFB-4FF1-A4FB-ED18503B1846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805EA83-24C1-49FE-A088-4965281E36A1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2367542E-B1DB-43BA-8CAF-B6D91460F5F5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D5A042EB-5729-4E46-A0FE-FE9A1D3655F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0E54DECE-0525-4F72-89CA-EB1C4F4C222B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E48E129C-54AF-47AD-A180-F77A15D1D6A0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D71E7F8-5320-4540-81C8-23D7A1E30FEF}"/>
              </a:ext>
            </a:extLst>
          </p:cNvPr>
          <p:cNvSpPr txBox="1"/>
          <p:nvPr/>
        </p:nvSpPr>
        <p:spPr>
          <a:xfrm>
            <a:off x="2928513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7A90B5F-FA05-4BD9-8A96-8F855A539CC1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4074C008-E05A-4AE7-B661-3C5FDBD96B49}"/>
              </a:ext>
            </a:extLst>
          </p:cNvPr>
          <p:cNvSpPr/>
          <p:nvPr/>
        </p:nvSpPr>
        <p:spPr>
          <a:xfrm>
            <a:off x="8613185" y="314165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목록 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B0214A11-EA54-4DAF-80BC-974C9926DE95}"/>
              </a:ext>
            </a:extLst>
          </p:cNvPr>
          <p:cNvSpPr/>
          <p:nvPr/>
        </p:nvSpPr>
        <p:spPr>
          <a:xfrm>
            <a:off x="8607214" y="4643401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7AF91AF7-217C-410E-BA24-1482A29C3492}"/>
              </a:ext>
            </a:extLst>
          </p:cNvPr>
          <p:cNvSpPr/>
          <p:nvPr/>
        </p:nvSpPr>
        <p:spPr>
          <a:xfrm>
            <a:off x="8607214" y="4995286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3F4E620-5EB5-4238-8B43-1731C73E7C2C}"/>
              </a:ext>
            </a:extLst>
          </p:cNvPr>
          <p:cNvSpPr/>
          <p:nvPr/>
        </p:nvSpPr>
        <p:spPr>
          <a:xfrm>
            <a:off x="8607214" y="5345535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84C0ED80-3D34-4852-B3C1-0AF455B7F25A}"/>
              </a:ext>
            </a:extLst>
          </p:cNvPr>
          <p:cNvSpPr/>
          <p:nvPr/>
        </p:nvSpPr>
        <p:spPr>
          <a:xfrm>
            <a:off x="8495365" y="4591425"/>
            <a:ext cx="678058" cy="312403"/>
          </a:xfrm>
          <a:prstGeom prst="roundRect">
            <a:avLst>
              <a:gd name="adj" fmla="val 0"/>
            </a:avLst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6" name="연결선: 꺾임 175">
            <a:extLst>
              <a:ext uri="{FF2B5EF4-FFF2-40B4-BE49-F238E27FC236}">
                <a16:creationId xmlns:a16="http://schemas.microsoft.com/office/drawing/2014/main" id="{5D715B1C-19D1-4C49-8D96-E5031B216618}"/>
              </a:ext>
            </a:extLst>
          </p:cNvPr>
          <p:cNvCxnSpPr>
            <a:cxnSpLocks/>
            <a:stCxn id="173" idx="1"/>
            <a:endCxn id="99" idx="3"/>
          </p:cNvCxnSpPr>
          <p:nvPr/>
        </p:nvCxnSpPr>
        <p:spPr>
          <a:xfrm rot="10800000">
            <a:off x="7056911" y="1731285"/>
            <a:ext cx="1438454" cy="3016342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F4795AF-9E83-4770-A3A7-45690A85267D}"/>
              </a:ext>
            </a:extLst>
          </p:cNvPr>
          <p:cNvGrpSpPr/>
          <p:nvPr/>
        </p:nvGrpSpPr>
        <p:grpSpPr>
          <a:xfrm>
            <a:off x="3155899" y="1506233"/>
            <a:ext cx="4041678" cy="5190834"/>
            <a:chOff x="3155899" y="1506233"/>
            <a:chExt cx="4041678" cy="5190834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3B5B3392-A2ED-4E43-9978-870B9D9E7EF5}"/>
                </a:ext>
              </a:extLst>
            </p:cNvPr>
            <p:cNvSpPr/>
            <p:nvPr/>
          </p:nvSpPr>
          <p:spPr>
            <a:xfrm>
              <a:off x="5313190" y="5725038"/>
              <a:ext cx="198120" cy="23520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1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CA92E16F-B75F-4C45-82E1-0564652BE1CC}"/>
                </a:ext>
              </a:extLst>
            </p:cNvPr>
            <p:cNvGrpSpPr/>
            <p:nvPr/>
          </p:nvGrpSpPr>
          <p:grpSpPr>
            <a:xfrm>
              <a:off x="6651988" y="3914707"/>
              <a:ext cx="545589" cy="221852"/>
              <a:chOff x="6651988" y="3960551"/>
              <a:chExt cx="545589" cy="221852"/>
            </a:xfrm>
          </p:grpSpPr>
          <p:sp>
            <p:nvSpPr>
              <p:cNvPr id="139" name="사각형: 둥근 모서리 138">
                <a:extLst>
                  <a:ext uri="{FF2B5EF4-FFF2-40B4-BE49-F238E27FC236}">
                    <a16:creationId xmlns:a16="http://schemas.microsoft.com/office/drawing/2014/main" id="{BBD58837-A838-4A8E-856D-2929E3267091}"/>
                  </a:ext>
                </a:extLst>
              </p:cNvPr>
              <p:cNvSpPr/>
              <p:nvPr/>
            </p:nvSpPr>
            <p:spPr>
              <a:xfrm>
                <a:off x="6651988" y="3960551"/>
                <a:ext cx="545589" cy="22185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제목</a:t>
                </a:r>
              </a:p>
            </p:txBody>
          </p:sp>
          <p:sp>
            <p:nvSpPr>
              <p:cNvPr id="141" name="이등변 삼각형 140">
                <a:extLst>
                  <a:ext uri="{FF2B5EF4-FFF2-40B4-BE49-F238E27FC236}">
                    <a16:creationId xmlns:a16="http://schemas.microsoft.com/office/drawing/2014/main" id="{7336C73D-0BC9-4C32-B508-AE0AAD2C8238}"/>
                  </a:ext>
                </a:extLst>
              </p:cNvPr>
              <p:cNvSpPr/>
              <p:nvPr/>
            </p:nvSpPr>
            <p:spPr>
              <a:xfrm rot="10800000">
                <a:off x="7038156" y="4048123"/>
                <a:ext cx="85723" cy="52295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71" name="사각형: 둥근 모서리 170">
              <a:extLst>
                <a:ext uri="{FF2B5EF4-FFF2-40B4-BE49-F238E27FC236}">
                  <a16:creationId xmlns:a16="http://schemas.microsoft.com/office/drawing/2014/main" id="{44047344-872D-411C-BB23-A275A3CA2984}"/>
                </a:ext>
              </a:extLst>
            </p:cNvPr>
            <p:cNvSpPr/>
            <p:nvPr/>
          </p:nvSpPr>
          <p:spPr>
            <a:xfrm>
              <a:off x="4378218" y="2590790"/>
              <a:ext cx="1278050" cy="1191181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1ABAE7D8-B2B3-4BDE-8C27-115B700EE18A}"/>
                </a:ext>
              </a:extLst>
            </p:cNvPr>
            <p:cNvSpPr txBox="1"/>
            <p:nvPr/>
          </p:nvSpPr>
          <p:spPr>
            <a:xfrm>
              <a:off x="4378218" y="2873396"/>
              <a:ext cx="1167946" cy="215444"/>
            </a:xfrm>
            <a:prstGeom prst="rect">
              <a:avLst/>
            </a:prstGeom>
            <a:solidFill>
              <a:srgbClr val="A792DC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인기 라이브 영어</a:t>
              </a:r>
              <a:r>
                <a:rPr lang="en-US" altLang="ko-KR" sz="800" dirty="0"/>
                <a:t>…</a:t>
              </a:r>
              <a:endParaRPr lang="ko-KR" altLang="en-US" sz="1000" dirty="0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C9FBFFA-993A-48A3-87D5-B2FD57CE6602}"/>
                </a:ext>
              </a:extLst>
            </p:cNvPr>
            <p:cNvSpPr txBox="1"/>
            <p:nvPr/>
          </p:nvSpPr>
          <p:spPr>
            <a:xfrm>
              <a:off x="4378218" y="3083420"/>
              <a:ext cx="116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역사</a:t>
              </a:r>
              <a:endParaRPr lang="ko-KR" altLang="en-US" sz="1000" dirty="0"/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C2F9464F-8BA1-4E5E-A61C-4DCB61E1A057}"/>
                </a:ext>
              </a:extLst>
            </p:cNvPr>
            <p:cNvSpPr txBox="1"/>
            <p:nvPr/>
          </p:nvSpPr>
          <p:spPr>
            <a:xfrm>
              <a:off x="4340809" y="2283013"/>
              <a:ext cx="12780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클래스</a:t>
              </a:r>
              <a:endParaRPr lang="ko-KR" altLang="en-US" sz="1400" dirty="0"/>
            </a:p>
          </p:txBody>
        </p:sp>
        <p:grpSp>
          <p:nvGrpSpPr>
            <p:cNvPr id="185" name="그룹 184">
              <a:extLst>
                <a:ext uri="{FF2B5EF4-FFF2-40B4-BE49-F238E27FC236}">
                  <a16:creationId xmlns:a16="http://schemas.microsoft.com/office/drawing/2014/main" id="{F2EF824F-D2CC-488F-B075-D45D013F34D4}"/>
                </a:ext>
              </a:extLst>
            </p:cNvPr>
            <p:cNvGrpSpPr/>
            <p:nvPr/>
          </p:nvGrpSpPr>
          <p:grpSpPr>
            <a:xfrm>
              <a:off x="4131379" y="2595376"/>
              <a:ext cx="110098" cy="1187457"/>
              <a:chOff x="4155271" y="2595376"/>
              <a:chExt cx="110098" cy="1187457"/>
            </a:xfrm>
          </p:grpSpPr>
          <p:sp>
            <p:nvSpPr>
              <p:cNvPr id="186" name="직사각형 185">
                <a:extLst>
                  <a:ext uri="{FF2B5EF4-FFF2-40B4-BE49-F238E27FC236}">
                    <a16:creationId xmlns:a16="http://schemas.microsoft.com/office/drawing/2014/main" id="{15EC43CE-D808-4811-AE06-122B0C0FB9F3}"/>
                  </a:ext>
                </a:extLst>
              </p:cNvPr>
              <p:cNvSpPr/>
              <p:nvPr/>
            </p:nvSpPr>
            <p:spPr>
              <a:xfrm rot="5400000">
                <a:off x="3616707" y="3134172"/>
                <a:ext cx="1187225" cy="1100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CAD7EE5B-5DAC-45AA-BE97-ECFB15CC375D}"/>
                  </a:ext>
                </a:extLst>
              </p:cNvPr>
              <p:cNvSpPr/>
              <p:nvPr/>
            </p:nvSpPr>
            <p:spPr>
              <a:xfrm rot="5400000">
                <a:off x="4068465" y="2687848"/>
                <a:ext cx="280644" cy="957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88" name="그룹 187">
              <a:extLst>
                <a:ext uri="{FF2B5EF4-FFF2-40B4-BE49-F238E27FC236}">
                  <a16:creationId xmlns:a16="http://schemas.microsoft.com/office/drawing/2014/main" id="{7859B83E-B392-40C9-A7D9-69E47902F846}"/>
                </a:ext>
              </a:extLst>
            </p:cNvPr>
            <p:cNvGrpSpPr/>
            <p:nvPr/>
          </p:nvGrpSpPr>
          <p:grpSpPr>
            <a:xfrm>
              <a:off x="5537149" y="2590789"/>
              <a:ext cx="110098" cy="1187457"/>
              <a:chOff x="4155271" y="2595376"/>
              <a:chExt cx="110098" cy="1187457"/>
            </a:xfrm>
          </p:grpSpPr>
          <p:sp>
            <p:nvSpPr>
              <p:cNvPr id="189" name="직사각형 188">
                <a:extLst>
                  <a:ext uri="{FF2B5EF4-FFF2-40B4-BE49-F238E27FC236}">
                    <a16:creationId xmlns:a16="http://schemas.microsoft.com/office/drawing/2014/main" id="{56D6625C-F7F8-4ECD-84F8-AD386DFFE3B0}"/>
                  </a:ext>
                </a:extLst>
              </p:cNvPr>
              <p:cNvSpPr/>
              <p:nvPr/>
            </p:nvSpPr>
            <p:spPr>
              <a:xfrm rot="5400000">
                <a:off x="3616707" y="3134172"/>
                <a:ext cx="1187225" cy="1100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074791A4-B4ED-48C9-B215-B28734BBF2C2}"/>
                  </a:ext>
                </a:extLst>
              </p:cNvPr>
              <p:cNvSpPr/>
              <p:nvPr/>
            </p:nvSpPr>
            <p:spPr>
              <a:xfrm rot="5400000">
                <a:off x="4068465" y="2687848"/>
                <a:ext cx="280644" cy="957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830BB99-FDC0-4157-880D-46107584B7C5}"/>
                </a:ext>
              </a:extLst>
            </p:cNvPr>
            <p:cNvSpPr txBox="1"/>
            <p:nvPr/>
          </p:nvSpPr>
          <p:spPr>
            <a:xfrm>
              <a:off x="4374869" y="2640646"/>
              <a:ext cx="116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전체</a:t>
              </a:r>
              <a:endParaRPr lang="ko-KR" altLang="en-US" sz="1000" dirty="0"/>
            </a:p>
          </p:txBody>
        </p: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E72D8FCB-7DCE-45A6-A547-DDD936AA028F}"/>
                </a:ext>
              </a:extLst>
            </p:cNvPr>
            <p:cNvGrpSpPr/>
            <p:nvPr/>
          </p:nvGrpSpPr>
          <p:grpSpPr>
            <a:xfrm>
              <a:off x="3158254" y="1529504"/>
              <a:ext cx="3898658" cy="5132409"/>
              <a:chOff x="3803296" y="3267715"/>
              <a:chExt cx="4967902" cy="5132409"/>
            </a:xfrm>
          </p:grpSpPr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DA1D3190-0EFD-41DA-BE50-89A03D0D1A2C}"/>
                  </a:ext>
                </a:extLst>
              </p:cNvPr>
              <p:cNvSpPr/>
              <p:nvPr/>
            </p:nvSpPr>
            <p:spPr>
              <a:xfrm>
                <a:off x="3803296" y="3267715"/>
                <a:ext cx="4967901" cy="403561"/>
              </a:xfrm>
              <a:prstGeom prst="rect">
                <a:avLst/>
              </a:prstGeom>
              <a:solidFill>
                <a:srgbClr val="A792DC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ko-KR" altLang="en-US" sz="1000" dirty="0"/>
                  <a:t>후기 답글 등록</a:t>
                </a:r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9E7C0D94-C622-4730-9911-EF187A8FB918}"/>
                  </a:ext>
                </a:extLst>
              </p:cNvPr>
              <p:cNvSpPr/>
              <p:nvPr/>
            </p:nvSpPr>
            <p:spPr>
              <a:xfrm>
                <a:off x="3803296" y="3671276"/>
                <a:ext cx="4967902" cy="47288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65" name="사각형: 둥근 모서리 64">
              <a:extLst>
                <a:ext uri="{FF2B5EF4-FFF2-40B4-BE49-F238E27FC236}">
                  <a16:creationId xmlns:a16="http://schemas.microsoft.com/office/drawing/2014/main" id="{BEEE54BD-2437-4245-8725-68305454DE22}"/>
                </a:ext>
              </a:extLst>
            </p:cNvPr>
            <p:cNvSpPr/>
            <p:nvPr/>
          </p:nvSpPr>
          <p:spPr>
            <a:xfrm>
              <a:off x="3245788" y="2033150"/>
              <a:ext cx="3737972" cy="2021424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AA1AF902-1265-4F56-B872-5CDD7CC9D71C}"/>
                </a:ext>
              </a:extLst>
            </p:cNvPr>
            <p:cNvSpPr/>
            <p:nvPr/>
          </p:nvSpPr>
          <p:spPr>
            <a:xfrm>
              <a:off x="5174843" y="6341362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rgbClr val="BB8BE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확인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89B79AD6-7AB5-4E3B-AA6D-7FD7ABFBC7AC}"/>
                </a:ext>
              </a:extLst>
            </p:cNvPr>
            <p:cNvCxnSpPr>
              <a:cxnSpLocks/>
            </p:cNvCxnSpPr>
            <p:nvPr/>
          </p:nvCxnSpPr>
          <p:spPr>
            <a:xfrm>
              <a:off x="3278954" y="2872138"/>
              <a:ext cx="356581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그림 101">
              <a:extLst>
                <a:ext uri="{FF2B5EF4-FFF2-40B4-BE49-F238E27FC236}">
                  <a16:creationId xmlns:a16="http://schemas.microsoft.com/office/drawing/2014/main" id="{5CB43CCB-A6B9-4F1C-8732-E722BD30A6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3337877" y="2107251"/>
              <a:ext cx="893073" cy="669805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039BBED-C81E-4D2D-84A1-663D730BDE97}"/>
                </a:ext>
              </a:extLst>
            </p:cNvPr>
            <p:cNvSpPr/>
            <p:nvPr/>
          </p:nvSpPr>
          <p:spPr>
            <a:xfrm>
              <a:off x="4294097" y="2497918"/>
              <a:ext cx="24541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900" b="1" dirty="0">
                  <a:solidFill>
                    <a:sysClr val="windowText" lastClr="000000"/>
                  </a:solidFill>
                </a:rPr>
                <a:t>인기 라이브 영어 연습 전문가 초빙</a:t>
              </a:r>
              <a:endParaRPr lang="ko-KR" altLang="en-US" sz="9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62C8A6F1-7467-4593-ABF3-1BB919CA45FD}"/>
                </a:ext>
              </a:extLst>
            </p:cNvPr>
            <p:cNvSpPr/>
            <p:nvPr/>
          </p:nvSpPr>
          <p:spPr>
            <a:xfrm>
              <a:off x="4295289" y="2146806"/>
              <a:ext cx="96312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800" dirty="0"/>
                <a:t>영어</a:t>
              </a:r>
              <a:endParaRPr lang="en-US" altLang="ko-KR" sz="800" dirty="0"/>
            </a:p>
            <a:p>
              <a:r>
                <a:rPr lang="en-US" altLang="ko-KR" sz="800" dirty="0"/>
                <a:t>[LIVE </a:t>
              </a:r>
              <a:r>
                <a:rPr lang="ko-KR" altLang="en-US" sz="800" dirty="0"/>
                <a:t>영어</a:t>
              </a:r>
              <a:r>
                <a:rPr lang="en-US" altLang="ko-KR" sz="800" dirty="0"/>
                <a:t>]</a:t>
              </a:r>
              <a:endParaRPr lang="ko-KR" altLang="en-US" sz="800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21AEC52-7EB3-4413-ABF5-730377A49E76}"/>
                </a:ext>
              </a:extLst>
            </p:cNvPr>
            <p:cNvSpPr/>
            <p:nvPr/>
          </p:nvSpPr>
          <p:spPr>
            <a:xfrm>
              <a:off x="3226098" y="2893390"/>
              <a:ext cx="60785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50" dirty="0"/>
                <a:t>윤도현</a:t>
              </a:r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226765E3-8DA6-49C1-9799-AD477DE6EE92}"/>
                </a:ext>
              </a:extLst>
            </p:cNvPr>
            <p:cNvSpPr/>
            <p:nvPr/>
          </p:nvSpPr>
          <p:spPr>
            <a:xfrm>
              <a:off x="3735094" y="2867887"/>
              <a:ext cx="1354071" cy="27699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1200" b="1" dirty="0">
                  <a:solidFill>
                    <a:srgbClr val="FFF911"/>
                  </a:solidFill>
                </a:rPr>
                <a:t>★ ★ ★ ★ </a:t>
              </a:r>
              <a:r>
                <a:rPr lang="ko-KR" altLang="en-US" sz="1200" b="1" dirty="0">
                  <a:solidFill>
                    <a:schemeClr val="bg1">
                      <a:lumMod val="75000"/>
                    </a:schemeClr>
                  </a:solidFill>
                </a:rPr>
                <a:t>★</a:t>
              </a:r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B237BED9-53E1-44F0-88B6-78308273AAAC}"/>
                </a:ext>
              </a:extLst>
            </p:cNvPr>
            <p:cNvSpPr/>
            <p:nvPr/>
          </p:nvSpPr>
          <p:spPr>
            <a:xfrm>
              <a:off x="6082872" y="2893390"/>
              <a:ext cx="88357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50" dirty="0"/>
                <a:t>2023-12-09</a:t>
              </a:r>
              <a:endParaRPr lang="ko-KR" altLang="en-US" sz="1050" dirty="0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764D583B-D80F-48E6-B61B-DB90004FF313}"/>
                </a:ext>
              </a:extLst>
            </p:cNvPr>
            <p:cNvSpPr/>
            <p:nvPr/>
          </p:nvSpPr>
          <p:spPr>
            <a:xfrm>
              <a:off x="3293863" y="3221451"/>
              <a:ext cx="3647228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050" dirty="0">
                  <a:solidFill>
                    <a:sysClr val="windowText" lastClr="000000"/>
                  </a:solidFill>
                </a:rPr>
                <a:t>재미있습니다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 </a:t>
              </a:r>
              <a:r>
                <a:rPr lang="ko-KR" altLang="en-US" sz="1050" dirty="0">
                  <a:solidFill>
                    <a:sysClr val="windowText" lastClr="000000"/>
                  </a:solidFill>
                </a:rPr>
                <a:t>너무 행복했어요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.. </a:t>
              </a:r>
              <a:r>
                <a:rPr lang="ko-KR" altLang="en-US" sz="1050" dirty="0">
                  <a:solidFill>
                    <a:sysClr val="windowText" lastClr="000000"/>
                  </a:solidFill>
                </a:rPr>
                <a:t>아이들이 너무 좋아하는 모습이 기억에 남네요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 </a:t>
              </a:r>
              <a:r>
                <a:rPr lang="ko-KR" altLang="en-US" sz="1050" dirty="0">
                  <a:solidFill>
                    <a:sysClr val="windowText" lastClr="000000"/>
                  </a:solidFill>
                </a:rPr>
                <a:t>다시 또 </a:t>
              </a:r>
              <a:r>
                <a:rPr lang="ko-KR" altLang="en-US" sz="1050" dirty="0" err="1">
                  <a:solidFill>
                    <a:sysClr val="windowText" lastClr="000000"/>
                  </a:solidFill>
                </a:rPr>
                <a:t>올께요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 </a:t>
              </a:r>
              <a:r>
                <a:rPr lang="ko-KR" altLang="en-US" sz="1050" dirty="0">
                  <a:solidFill>
                    <a:sysClr val="windowText" lastClr="000000"/>
                  </a:solidFill>
                </a:rPr>
                <a:t>좋은 거 같아요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! </a:t>
              </a:r>
              <a:endParaRPr lang="ko-KR" altLang="en-US" sz="1050" u="sng" dirty="0">
                <a:solidFill>
                  <a:schemeClr val="accent1"/>
                </a:solidFill>
              </a:endParaRPr>
            </a:p>
          </p:txBody>
        </p:sp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F6A239D4-9604-4D19-940C-C07252C21583}"/>
                </a:ext>
              </a:extLst>
            </p:cNvPr>
            <p:cNvSpPr/>
            <p:nvPr/>
          </p:nvSpPr>
          <p:spPr>
            <a:xfrm>
              <a:off x="4360905" y="4722138"/>
              <a:ext cx="1278050" cy="1191181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72CC5C40-7452-4B34-A795-B88C9416105A}"/>
                </a:ext>
              </a:extLst>
            </p:cNvPr>
            <p:cNvSpPr txBox="1"/>
            <p:nvPr/>
          </p:nvSpPr>
          <p:spPr>
            <a:xfrm>
              <a:off x="4360905" y="5004744"/>
              <a:ext cx="1167946" cy="215444"/>
            </a:xfrm>
            <a:prstGeom prst="rect">
              <a:avLst/>
            </a:prstGeom>
            <a:solidFill>
              <a:srgbClr val="A792DC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인기 라이브 영어</a:t>
              </a:r>
              <a:r>
                <a:rPr lang="en-US" altLang="ko-KR" sz="800" dirty="0"/>
                <a:t>…</a:t>
              </a:r>
              <a:endParaRPr lang="ko-KR" altLang="en-US" sz="1000" dirty="0"/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D183C335-C096-4AA6-A886-EE6844E34BAF}"/>
                </a:ext>
              </a:extLst>
            </p:cNvPr>
            <p:cNvSpPr txBox="1"/>
            <p:nvPr/>
          </p:nvSpPr>
          <p:spPr>
            <a:xfrm>
              <a:off x="4360905" y="5214768"/>
              <a:ext cx="116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역사</a:t>
              </a:r>
              <a:endParaRPr lang="ko-KR" altLang="en-US" sz="1000" dirty="0"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5DDF1643-0AC1-4EB9-9E3A-475C7F3F56D0}"/>
                </a:ext>
              </a:extLst>
            </p:cNvPr>
            <p:cNvSpPr txBox="1"/>
            <p:nvPr/>
          </p:nvSpPr>
          <p:spPr>
            <a:xfrm>
              <a:off x="4323496" y="4414361"/>
              <a:ext cx="12780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클래스</a:t>
              </a:r>
              <a:endParaRPr lang="ko-KR" altLang="en-US" sz="1400" dirty="0"/>
            </a:p>
          </p:txBody>
        </p:sp>
        <p:grpSp>
          <p:nvGrpSpPr>
            <p:cNvPr id="150" name="그룹 149">
              <a:extLst>
                <a:ext uri="{FF2B5EF4-FFF2-40B4-BE49-F238E27FC236}">
                  <a16:creationId xmlns:a16="http://schemas.microsoft.com/office/drawing/2014/main" id="{8826E7BC-2F3E-4124-9E34-DBF37FED70CF}"/>
                </a:ext>
              </a:extLst>
            </p:cNvPr>
            <p:cNvGrpSpPr/>
            <p:nvPr/>
          </p:nvGrpSpPr>
          <p:grpSpPr>
            <a:xfrm>
              <a:off x="4114066" y="4726724"/>
              <a:ext cx="110098" cy="1187457"/>
              <a:chOff x="4155271" y="2595376"/>
              <a:chExt cx="110098" cy="1187457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D2ABA9BA-05E5-4AF2-89FC-F5190274BD9E}"/>
                  </a:ext>
                </a:extLst>
              </p:cNvPr>
              <p:cNvSpPr/>
              <p:nvPr/>
            </p:nvSpPr>
            <p:spPr>
              <a:xfrm rot="5400000">
                <a:off x="3616707" y="3134172"/>
                <a:ext cx="1187225" cy="1100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6684D433-5711-4EB8-98EF-CEF39A013ECB}"/>
                  </a:ext>
                </a:extLst>
              </p:cNvPr>
              <p:cNvSpPr/>
              <p:nvPr/>
            </p:nvSpPr>
            <p:spPr>
              <a:xfrm rot="5400000">
                <a:off x="4068465" y="2687848"/>
                <a:ext cx="280644" cy="957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ADF85503-BE53-4115-91A9-668013483D61}"/>
                </a:ext>
              </a:extLst>
            </p:cNvPr>
            <p:cNvGrpSpPr/>
            <p:nvPr/>
          </p:nvGrpSpPr>
          <p:grpSpPr>
            <a:xfrm>
              <a:off x="5519836" y="4722137"/>
              <a:ext cx="110098" cy="1187457"/>
              <a:chOff x="4155271" y="2595376"/>
              <a:chExt cx="110098" cy="1187457"/>
            </a:xfrm>
          </p:grpSpPr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74EF2528-0EF5-42C9-8CBD-579629AE5371}"/>
                  </a:ext>
                </a:extLst>
              </p:cNvPr>
              <p:cNvSpPr/>
              <p:nvPr/>
            </p:nvSpPr>
            <p:spPr>
              <a:xfrm rot="5400000">
                <a:off x="3616707" y="3134172"/>
                <a:ext cx="1187225" cy="1100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CF60609B-1230-4E88-B728-D8F7BB51C211}"/>
                  </a:ext>
                </a:extLst>
              </p:cNvPr>
              <p:cNvSpPr/>
              <p:nvPr/>
            </p:nvSpPr>
            <p:spPr>
              <a:xfrm rot="5400000">
                <a:off x="4068465" y="2687848"/>
                <a:ext cx="280644" cy="957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FC463372-5B55-461A-8DD9-C60FB1013FC5}"/>
                </a:ext>
              </a:extLst>
            </p:cNvPr>
            <p:cNvSpPr txBox="1"/>
            <p:nvPr/>
          </p:nvSpPr>
          <p:spPr>
            <a:xfrm>
              <a:off x="4357556" y="4771994"/>
              <a:ext cx="116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전체</a:t>
              </a:r>
              <a:endParaRPr lang="ko-KR" altLang="en-US" sz="1000" dirty="0"/>
            </a:p>
          </p:txBody>
        </p:sp>
        <p:sp>
          <p:nvSpPr>
            <p:cNvPr id="158" name="사각형: 둥근 모서리 157">
              <a:extLst>
                <a:ext uri="{FF2B5EF4-FFF2-40B4-BE49-F238E27FC236}">
                  <a16:creationId xmlns:a16="http://schemas.microsoft.com/office/drawing/2014/main" id="{8730A35D-BF7D-4A3E-A8DE-4289E17568E7}"/>
                </a:ext>
              </a:extLst>
            </p:cNvPr>
            <p:cNvSpPr/>
            <p:nvPr/>
          </p:nvSpPr>
          <p:spPr>
            <a:xfrm>
              <a:off x="3228475" y="4164498"/>
              <a:ext cx="3737972" cy="2021424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59" name="직선 연결선 158">
              <a:extLst>
                <a:ext uri="{FF2B5EF4-FFF2-40B4-BE49-F238E27FC236}">
                  <a16:creationId xmlns:a16="http://schemas.microsoft.com/office/drawing/2014/main" id="{A0FEEC15-A1E0-4C6A-A491-087523EFFE0B}"/>
                </a:ext>
              </a:extLst>
            </p:cNvPr>
            <p:cNvCxnSpPr>
              <a:cxnSpLocks/>
            </p:cNvCxnSpPr>
            <p:nvPr/>
          </p:nvCxnSpPr>
          <p:spPr>
            <a:xfrm>
              <a:off x="3261641" y="4542098"/>
              <a:ext cx="356581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C93895F6-7681-4ABA-BC08-826AB3B2AB79}"/>
                </a:ext>
              </a:extLst>
            </p:cNvPr>
            <p:cNvSpPr/>
            <p:nvPr/>
          </p:nvSpPr>
          <p:spPr>
            <a:xfrm>
              <a:off x="3288817" y="4215773"/>
              <a:ext cx="857927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50" dirty="0" err="1"/>
                <a:t>피오니키즈</a:t>
              </a:r>
              <a:endParaRPr lang="ko-KR" altLang="en-US" sz="1050" dirty="0"/>
            </a:p>
          </p:txBody>
        </p:sp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58A52AB0-B94B-4005-9C00-5CF24FDA53AD}"/>
                </a:ext>
              </a:extLst>
            </p:cNvPr>
            <p:cNvSpPr/>
            <p:nvPr/>
          </p:nvSpPr>
          <p:spPr>
            <a:xfrm>
              <a:off x="3364992" y="4616909"/>
              <a:ext cx="3462467" cy="1467141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답글 입력</a:t>
              </a:r>
            </a:p>
          </p:txBody>
        </p:sp>
        <p:sp>
          <p:nvSpPr>
            <p:cNvPr id="172" name="사각형: 둥근 모서리 171">
              <a:extLst>
                <a:ext uri="{FF2B5EF4-FFF2-40B4-BE49-F238E27FC236}">
                  <a16:creationId xmlns:a16="http://schemas.microsoft.com/office/drawing/2014/main" id="{1988C03B-6A6D-4EE6-A0EB-F3FC8F7DABE9}"/>
                </a:ext>
              </a:extLst>
            </p:cNvPr>
            <p:cNvSpPr/>
            <p:nvPr/>
          </p:nvSpPr>
          <p:spPr>
            <a:xfrm>
              <a:off x="4158637" y="6341362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</a:rPr>
                <a:t>취소</a:t>
              </a:r>
            </a:p>
          </p:txBody>
        </p:sp>
        <p:sp>
          <p:nvSpPr>
            <p:cNvPr id="177" name="사각형: 둥근 모서리 176">
              <a:extLst>
                <a:ext uri="{FF2B5EF4-FFF2-40B4-BE49-F238E27FC236}">
                  <a16:creationId xmlns:a16="http://schemas.microsoft.com/office/drawing/2014/main" id="{60DEB174-C02F-4E09-8EF3-DA3BE8B3387B}"/>
                </a:ext>
              </a:extLst>
            </p:cNvPr>
            <p:cNvSpPr/>
            <p:nvPr/>
          </p:nvSpPr>
          <p:spPr>
            <a:xfrm>
              <a:off x="3155899" y="1506233"/>
              <a:ext cx="3940764" cy="5190834"/>
            </a:xfrm>
            <a:prstGeom prst="roundRect">
              <a:avLst>
                <a:gd name="adj" fmla="val 0"/>
              </a:avLst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284823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후기 상세조회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후기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PONADMREVDROOP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후기 상세조회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후기 상세조회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061B43E5-7A94-46B7-BC9B-D8A2DCBC8D62}"/>
              </a:ext>
            </a:extLst>
          </p:cNvPr>
          <p:cNvSpPr/>
          <p:nvPr/>
        </p:nvSpPr>
        <p:spPr>
          <a:xfrm>
            <a:off x="1531277" y="2222344"/>
            <a:ext cx="7674170" cy="4185264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9B73CDC8-5541-4CC3-8BF9-E6B7A1DA0C03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B83432A-3641-455F-A590-654FBD0F8ED5}"/>
              </a:ext>
            </a:extLst>
          </p:cNvPr>
          <p:cNvSpPr txBox="1"/>
          <p:nvPr/>
        </p:nvSpPr>
        <p:spPr>
          <a:xfrm>
            <a:off x="1680394" y="326935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신청 자녀이름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B94A804-8C30-4D31-8827-2D7FC5A594A0}"/>
              </a:ext>
            </a:extLst>
          </p:cNvPr>
          <p:cNvSpPr txBox="1"/>
          <p:nvPr/>
        </p:nvSpPr>
        <p:spPr>
          <a:xfrm>
            <a:off x="1670693" y="372476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등록일시</a:t>
            </a: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13F5513-B717-4C24-9E47-44A28F25DF97}"/>
              </a:ext>
            </a:extLst>
          </p:cNvPr>
          <p:cNvCxnSpPr>
            <a:cxnSpLocks/>
          </p:cNvCxnSpPr>
          <p:nvPr/>
        </p:nvCxnSpPr>
        <p:spPr>
          <a:xfrm>
            <a:off x="1680394" y="35224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35A879DC-47AD-4B90-9901-5D6C8B3DCF64}"/>
              </a:ext>
            </a:extLst>
          </p:cNvPr>
          <p:cNvCxnSpPr>
            <a:cxnSpLocks/>
          </p:cNvCxnSpPr>
          <p:nvPr/>
        </p:nvCxnSpPr>
        <p:spPr>
          <a:xfrm>
            <a:off x="1680394" y="40397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769780AE-D407-4E50-881E-C503192E3B5C}"/>
              </a:ext>
            </a:extLst>
          </p:cNvPr>
          <p:cNvSpPr/>
          <p:nvPr/>
        </p:nvSpPr>
        <p:spPr>
          <a:xfrm>
            <a:off x="2804599" y="3268694"/>
            <a:ext cx="210379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tx1"/>
                </a:solidFill>
              </a:rPr>
              <a:t>김자녀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118C80D4-60BA-42AD-BF4E-15D33753F099}"/>
              </a:ext>
            </a:extLst>
          </p:cNvPr>
          <p:cNvSpPr txBox="1"/>
          <p:nvPr/>
        </p:nvSpPr>
        <p:spPr>
          <a:xfrm>
            <a:off x="1680393" y="237652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66866F16-FAA7-438E-AB03-0BC7B6784C34}"/>
              </a:ext>
            </a:extLst>
          </p:cNvPr>
          <p:cNvSpPr/>
          <p:nvPr/>
        </p:nvSpPr>
        <p:spPr>
          <a:xfrm>
            <a:off x="2793369" y="237652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인기 라이브 영어 연습 전문가 초빙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F5BAF7F-125B-4839-9A55-0C78FEA90846}"/>
              </a:ext>
            </a:extLst>
          </p:cNvPr>
          <p:cNvSpPr txBox="1"/>
          <p:nvPr/>
        </p:nvSpPr>
        <p:spPr>
          <a:xfrm>
            <a:off x="1680393" y="2852957"/>
            <a:ext cx="7994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등록자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576D612-3C85-4540-8727-87B469C4DCF2}"/>
              </a:ext>
            </a:extLst>
          </p:cNvPr>
          <p:cNvCxnSpPr>
            <a:cxnSpLocks/>
          </p:cNvCxnSpPr>
          <p:nvPr/>
        </p:nvCxnSpPr>
        <p:spPr>
          <a:xfrm>
            <a:off x="1680394" y="3106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00D33C3D-ACD0-4877-87EA-4DD30BE6134F}"/>
              </a:ext>
            </a:extLst>
          </p:cNvPr>
          <p:cNvSpPr/>
          <p:nvPr/>
        </p:nvSpPr>
        <p:spPr>
          <a:xfrm>
            <a:off x="2804599" y="2852296"/>
            <a:ext cx="210379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홍길동</a:t>
            </a: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7C25A5F2-F8B8-46D1-B2ED-411BF292A830}"/>
              </a:ext>
            </a:extLst>
          </p:cNvPr>
          <p:cNvSpPr/>
          <p:nvPr/>
        </p:nvSpPr>
        <p:spPr>
          <a:xfrm>
            <a:off x="2803658" y="3701708"/>
            <a:ext cx="2104735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2023-12-20 09:08:22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9EFA3259-FC13-48B5-8DF7-0AA4D17C28DE}"/>
              </a:ext>
            </a:extLst>
          </p:cNvPr>
          <p:cNvSpPr/>
          <p:nvPr/>
        </p:nvSpPr>
        <p:spPr>
          <a:xfrm>
            <a:off x="9565190" y="5074810"/>
            <a:ext cx="2626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답글 달면 밑에 </a:t>
            </a:r>
            <a:r>
              <a:rPr lang="ko-KR" altLang="en-US" dirty="0" err="1"/>
              <a:t>답글내용도</a:t>
            </a:r>
            <a:r>
              <a:rPr lang="ko-KR" altLang="en-US" dirty="0"/>
              <a:t> 보임 </a:t>
            </a:r>
            <a:endParaRPr lang="en-US" altLang="ko-KR" dirty="0"/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5DEDCE2B-2E5A-49D9-A5CF-3CDA93DB1158}"/>
              </a:ext>
            </a:extLst>
          </p:cNvPr>
          <p:cNvSpPr/>
          <p:nvPr/>
        </p:nvSpPr>
        <p:spPr>
          <a:xfrm>
            <a:off x="5075956" y="3268694"/>
            <a:ext cx="584811" cy="215840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상세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92D9A005-1632-489F-888E-2610BCC16B37}"/>
              </a:ext>
            </a:extLst>
          </p:cNvPr>
          <p:cNvSpPr/>
          <p:nvPr/>
        </p:nvSpPr>
        <p:spPr>
          <a:xfrm>
            <a:off x="1531277" y="6484880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목록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683189F-A603-4CA6-A737-CA5BD9D1D7F8}"/>
              </a:ext>
            </a:extLst>
          </p:cNvPr>
          <p:cNvSpPr/>
          <p:nvPr/>
        </p:nvSpPr>
        <p:spPr>
          <a:xfrm>
            <a:off x="5075956" y="2840456"/>
            <a:ext cx="584811" cy="215840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상세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44FF184-AF6F-4B82-A487-16E6A475ED44}"/>
              </a:ext>
            </a:extLst>
          </p:cNvPr>
          <p:cNvSpPr txBox="1"/>
          <p:nvPr/>
        </p:nvSpPr>
        <p:spPr>
          <a:xfrm>
            <a:off x="2026708" y="227310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A132C03-04FE-44E3-BFDE-DC59970F3989}"/>
              </a:ext>
            </a:extLst>
          </p:cNvPr>
          <p:cNvSpPr/>
          <p:nvPr/>
        </p:nvSpPr>
        <p:spPr>
          <a:xfrm>
            <a:off x="2803658" y="4176544"/>
            <a:ext cx="4002623" cy="2098591"/>
          </a:xfrm>
          <a:prstGeom prst="roundRect">
            <a:avLst>
              <a:gd name="adj" fmla="val 4583"/>
            </a:avLst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</a:rPr>
              <a:t>지난 수업 이후로 다시 들었는데도 너무 </a:t>
            </a:r>
            <a:r>
              <a:rPr lang="ko-KR" altLang="en-US" sz="800" dirty="0" err="1">
                <a:solidFill>
                  <a:schemeClr val="tx1"/>
                </a:solidFill>
              </a:rPr>
              <a:t>재밌네요</a:t>
            </a:r>
            <a:r>
              <a:rPr lang="ko-KR" altLang="en-US" sz="800" dirty="0">
                <a:solidFill>
                  <a:schemeClr val="tx1"/>
                </a:solidFill>
              </a:rPr>
              <a:t> 아이들이 너무 </a:t>
            </a:r>
            <a:r>
              <a:rPr lang="ko-KR" altLang="en-US" sz="800" dirty="0" err="1">
                <a:solidFill>
                  <a:schemeClr val="tx1"/>
                </a:solidFill>
              </a:rPr>
              <a:t>재밌어해요</a:t>
            </a:r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기회가 된다면 또 </a:t>
            </a:r>
            <a:r>
              <a:rPr lang="ko-KR" altLang="en-US" sz="800" dirty="0" err="1">
                <a:solidFill>
                  <a:schemeClr val="tx1"/>
                </a:solidFill>
              </a:rPr>
              <a:t>신청할께요</a:t>
            </a:r>
            <a:r>
              <a:rPr lang="en-US" altLang="ko-KR" sz="800" dirty="0">
                <a:solidFill>
                  <a:schemeClr val="tx1"/>
                </a:solidFill>
              </a:rPr>
              <a:t>. </a:t>
            </a:r>
            <a:r>
              <a:rPr lang="ko-KR" altLang="en-US" sz="800" dirty="0">
                <a:solidFill>
                  <a:schemeClr val="tx1"/>
                </a:solidFill>
              </a:rPr>
              <a:t>감사합니다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F6ECB66-5710-4C62-AD40-7EA2EF574C1D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6969828" y="4176545"/>
            <a:ext cx="2109464" cy="156703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55C9B4ED-AF5B-4ADE-892E-8EAC9144792A}"/>
              </a:ext>
            </a:extLst>
          </p:cNvPr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7092192" y="5854142"/>
            <a:ext cx="473745" cy="351925"/>
          </a:xfrm>
          <a:prstGeom prst="rect">
            <a:avLst/>
          </a:prstGeom>
        </p:spPr>
      </p:pic>
      <p:sp>
        <p:nvSpPr>
          <p:cNvPr id="53" name="L 도형 52">
            <a:extLst>
              <a:ext uri="{FF2B5EF4-FFF2-40B4-BE49-F238E27FC236}">
                <a16:creationId xmlns:a16="http://schemas.microsoft.com/office/drawing/2014/main" id="{F6A9C51E-0FD6-456E-9571-D03F7CC378DF}"/>
              </a:ext>
            </a:extLst>
          </p:cNvPr>
          <p:cNvSpPr/>
          <p:nvPr/>
        </p:nvSpPr>
        <p:spPr>
          <a:xfrm rot="2845062">
            <a:off x="6932808" y="5935065"/>
            <a:ext cx="181165" cy="16010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L 도형 53">
            <a:extLst>
              <a:ext uri="{FF2B5EF4-FFF2-40B4-BE49-F238E27FC236}">
                <a16:creationId xmlns:a16="http://schemas.microsoft.com/office/drawing/2014/main" id="{CA79511B-255E-4D1D-B736-580B6A712127}"/>
              </a:ext>
            </a:extLst>
          </p:cNvPr>
          <p:cNvSpPr/>
          <p:nvPr/>
        </p:nvSpPr>
        <p:spPr>
          <a:xfrm rot="13500000">
            <a:off x="8930953" y="5944422"/>
            <a:ext cx="160191" cy="171366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7E490E-1827-4798-B44A-544331554A58}"/>
              </a:ext>
            </a:extLst>
          </p:cNvPr>
          <p:cNvSpPr txBox="1"/>
          <p:nvPr/>
        </p:nvSpPr>
        <p:spPr>
          <a:xfrm>
            <a:off x="1670693" y="422292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후기내용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DC6605A-87E9-4F30-A507-DB01CC42F0F0}"/>
              </a:ext>
            </a:extLst>
          </p:cNvPr>
          <p:cNvSpPr/>
          <p:nvPr/>
        </p:nvSpPr>
        <p:spPr>
          <a:xfrm>
            <a:off x="1723595" y="4457504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1075364-D2DA-4DC2-9B0D-43B4E59FFA44}"/>
              </a:ext>
            </a:extLst>
          </p:cNvPr>
          <p:cNvSpPr/>
          <p:nvPr/>
        </p:nvSpPr>
        <p:spPr>
          <a:xfrm>
            <a:off x="4804969" y="6462516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527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문의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문의 조회</a:t>
            </a:r>
            <a:r>
              <a:rPr lang="en-US" altLang="ko-KR" sz="1000" dirty="0"/>
              <a:t>		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PONADMREVREOOH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문의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문의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B0E3E387-8307-42B3-A13C-D07681C82DB8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4E41DDA2-52AD-4C58-B0DC-9DF64B0CE64E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7D1094F-75B3-4055-9B9F-DFF6D72754FA}"/>
                </a:ext>
              </a:extLst>
            </p:cNvPr>
            <p:cNvSpPr/>
            <p:nvPr/>
          </p:nvSpPr>
          <p:spPr>
            <a:xfrm rot="5400000">
              <a:off x="1924724" y="3376734"/>
              <a:ext cx="1670851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F2995A10-27D8-43C1-845C-36336337147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656205D-F57D-413D-AE03-D2A777F0BFCE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C3DE4A-B97F-40CE-ACB4-FB44308E3973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E1F20F74-3ED5-4CAE-8F0D-43C1F1646962}"/>
              </a:ext>
            </a:extLst>
          </p:cNvPr>
          <p:cNvGrpSpPr/>
          <p:nvPr/>
        </p:nvGrpSpPr>
        <p:grpSpPr>
          <a:xfrm>
            <a:off x="2968192" y="2590789"/>
            <a:ext cx="1278050" cy="1191182"/>
            <a:chOff x="1534206" y="2590789"/>
            <a:chExt cx="1278050" cy="1676420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2297433-5B8A-4D10-87B4-14F71B70716B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C7E51DD6-3052-4FB0-8F30-29175FB0802D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CB5D419D-0977-440E-8734-791391BE7405}"/>
              </a:ext>
            </a:extLst>
          </p:cNvPr>
          <p:cNvSpPr txBox="1"/>
          <p:nvPr/>
        </p:nvSpPr>
        <p:spPr>
          <a:xfrm>
            <a:off x="2979540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0984B1-CD1F-4496-ABC0-0782C654DBF7}"/>
              </a:ext>
            </a:extLst>
          </p:cNvPr>
          <p:cNvSpPr txBox="1"/>
          <p:nvPr/>
        </p:nvSpPr>
        <p:spPr>
          <a:xfrm>
            <a:off x="2979540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CE513F2-3225-4A60-BE5F-5A05D3B91A16}"/>
              </a:ext>
            </a:extLst>
          </p:cNvPr>
          <p:cNvSpPr txBox="1"/>
          <p:nvPr/>
        </p:nvSpPr>
        <p:spPr>
          <a:xfrm>
            <a:off x="2971139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BD49FE-1860-4F0A-B07C-585F0F97AC57}"/>
              </a:ext>
            </a:extLst>
          </p:cNvPr>
          <p:cNvSpPr txBox="1"/>
          <p:nvPr/>
        </p:nvSpPr>
        <p:spPr>
          <a:xfrm>
            <a:off x="2979540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430CEF2-040C-416D-A7C2-BE9EC8D2E2B9}"/>
              </a:ext>
            </a:extLst>
          </p:cNvPr>
          <p:cNvSpPr/>
          <p:nvPr/>
        </p:nvSpPr>
        <p:spPr>
          <a:xfrm>
            <a:off x="8615103" y="391470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658660BD-C683-4234-A1BC-3C8BBA792837}"/>
              </a:ext>
            </a:extLst>
          </p:cNvPr>
          <p:cNvSpPr/>
          <p:nvPr/>
        </p:nvSpPr>
        <p:spPr>
          <a:xfrm>
            <a:off x="7276777" y="391470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0092041-7C5E-4D0A-9F7B-1D7F7EE08271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영어</a:t>
            </a:r>
            <a:endParaRPr lang="ko-KR" altLang="en-US" sz="1000" dirty="0"/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61F9CB1-8710-4E35-8BD2-6055762028ED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B5B3392-A2ED-4E43-9978-870B9D9E7EF5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8DE33A4F-3893-4087-AA3B-DD219773C5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4657544"/>
              </p:ext>
            </p:extLst>
          </p:nvPr>
        </p:nvGraphicFramePr>
        <p:xfrm>
          <a:off x="1530419" y="4239113"/>
          <a:ext cx="7674170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6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786355">
                  <a:extLst>
                    <a:ext uri="{9D8B030D-6E8A-4147-A177-3AD203B41FA5}">
                      <a16:colId xmlns:a16="http://schemas.microsoft.com/office/drawing/2014/main" val="1950704483"/>
                    </a:ext>
                  </a:extLst>
                </a:gridCol>
                <a:gridCol w="190768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642321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907680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175032">
                  <a:extLst>
                    <a:ext uri="{9D8B030D-6E8A-4147-A177-3AD203B41FA5}">
                      <a16:colId xmlns:a16="http://schemas.microsoft.com/office/drawing/2014/main" val="2623237052"/>
                    </a:ext>
                  </a:extLst>
                </a:gridCol>
                <a:gridCol w="759796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클래스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문의제목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윤도현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문의 드립니다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. </a:t>
                      </a:r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언제 </a:t>
                      </a:r>
                      <a:r>
                        <a:rPr lang="ko-KR" altLang="en-US" sz="800" u="sng" dirty="0" err="1">
                          <a:solidFill>
                            <a:schemeClr val="accent5"/>
                          </a:solidFill>
                        </a:rPr>
                        <a:t>진행하는건가요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?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2023-12-28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15:23:52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손흥민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문의 드립니다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.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2023-12-25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22:23:52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코딩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[C</a:t>
                      </a:r>
                      <a:r>
                        <a:rPr lang="ko-KR" altLang="en-US" sz="800" dirty="0"/>
                        <a:t>언어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강호동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문의 드려요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.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2023-12-22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07:23:52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06E75A65-ABFB-4FF1-A4FB-ED18503B1846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CA92E16F-B75F-4C45-82E1-0564652BE1CC}"/>
              </a:ext>
            </a:extLst>
          </p:cNvPr>
          <p:cNvGrpSpPr/>
          <p:nvPr/>
        </p:nvGrpSpPr>
        <p:grpSpPr>
          <a:xfrm>
            <a:off x="5961888" y="3914707"/>
            <a:ext cx="1235689" cy="221852"/>
            <a:chOff x="5961888" y="3960551"/>
            <a:chExt cx="1235689" cy="221852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BBD58837-A838-4A8E-856D-2929E3267091}"/>
                </a:ext>
              </a:extLst>
            </p:cNvPr>
            <p:cNvSpPr/>
            <p:nvPr/>
          </p:nvSpPr>
          <p:spPr>
            <a:xfrm>
              <a:off x="6532474" y="3960551"/>
              <a:ext cx="665103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</a:rPr>
                <a:t>등록자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1" name="이등변 삼각형 140">
              <a:extLst>
                <a:ext uri="{FF2B5EF4-FFF2-40B4-BE49-F238E27FC236}">
                  <a16:creationId xmlns:a16="http://schemas.microsoft.com/office/drawing/2014/main" id="{7336C73D-0BC9-4C32-B508-AE0AAD2C8238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80C17C6A-CC66-4D43-AFB7-41637F476C5D}"/>
                </a:ext>
              </a:extLst>
            </p:cNvPr>
            <p:cNvSpPr/>
            <p:nvPr/>
          </p:nvSpPr>
          <p:spPr>
            <a:xfrm>
              <a:off x="5961888" y="3960551"/>
              <a:ext cx="526115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평점</a:t>
              </a:r>
            </a:p>
          </p:txBody>
        </p:sp>
        <p:sp>
          <p:nvSpPr>
            <p:cNvPr id="208" name="이등변 삼각형 207">
              <a:extLst>
                <a:ext uri="{FF2B5EF4-FFF2-40B4-BE49-F238E27FC236}">
                  <a16:creationId xmlns:a16="http://schemas.microsoft.com/office/drawing/2014/main" id="{3721C532-71FA-431C-90E4-1E6A3F7EDE96}"/>
                </a:ext>
              </a:extLst>
            </p:cNvPr>
            <p:cNvSpPr/>
            <p:nvPr/>
          </p:nvSpPr>
          <p:spPr>
            <a:xfrm rot="10800000">
              <a:off x="636429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805EA83-24C1-49FE-A088-4965281E36A1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2367542E-B1DB-43BA-8CAF-B6D91460F5F5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D5A042EB-5729-4E46-A0FE-FE9A1D3655F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0E54DECE-0525-4F72-89CA-EB1C4F4C222B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E48E129C-54AF-47AD-A180-F77A15D1D6A0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D71E7F8-5320-4540-81C8-23D7A1E30FEF}"/>
              </a:ext>
            </a:extLst>
          </p:cNvPr>
          <p:cNvSpPr txBox="1"/>
          <p:nvPr/>
        </p:nvSpPr>
        <p:spPr>
          <a:xfrm>
            <a:off x="2928513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44047344-872D-411C-BB23-A275A3CA2984}"/>
              </a:ext>
            </a:extLst>
          </p:cNvPr>
          <p:cNvSpPr/>
          <p:nvPr/>
        </p:nvSpPr>
        <p:spPr>
          <a:xfrm>
            <a:off x="4378218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ABAE7D8-B2B3-4BDE-8C27-115B700EE18A}"/>
              </a:ext>
            </a:extLst>
          </p:cNvPr>
          <p:cNvSpPr txBox="1"/>
          <p:nvPr/>
        </p:nvSpPr>
        <p:spPr>
          <a:xfrm>
            <a:off x="4378218" y="2873396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인기 라이브 영어</a:t>
            </a:r>
            <a:r>
              <a:rPr lang="en-US" altLang="ko-KR" sz="800" dirty="0"/>
              <a:t>…</a:t>
            </a:r>
            <a:endParaRPr lang="ko-KR" altLang="en-US" sz="10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C9FBFFA-993A-48A3-87D5-B2FD57CE6602}"/>
              </a:ext>
            </a:extLst>
          </p:cNvPr>
          <p:cNvSpPr txBox="1"/>
          <p:nvPr/>
        </p:nvSpPr>
        <p:spPr>
          <a:xfrm>
            <a:off x="4378218" y="308342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2F9464F-8BA1-4E5E-A61C-4DCB61E1A057}"/>
              </a:ext>
            </a:extLst>
          </p:cNvPr>
          <p:cNvSpPr txBox="1"/>
          <p:nvPr/>
        </p:nvSpPr>
        <p:spPr>
          <a:xfrm>
            <a:off x="4340809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클래스</a:t>
            </a:r>
            <a:endParaRPr lang="ko-KR" altLang="en-US" sz="1400" dirty="0"/>
          </a:p>
        </p:txBody>
      </p: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F2EF824F-D2CC-488F-B075-D45D013F34D4}"/>
              </a:ext>
            </a:extLst>
          </p:cNvPr>
          <p:cNvGrpSpPr/>
          <p:nvPr/>
        </p:nvGrpSpPr>
        <p:grpSpPr>
          <a:xfrm>
            <a:off x="4131379" y="2595376"/>
            <a:ext cx="110098" cy="1187457"/>
            <a:chOff x="4155271" y="2595376"/>
            <a:chExt cx="110098" cy="1187457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15EC43CE-D808-4811-AE06-122B0C0FB9F3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CAD7EE5B-5DAC-45AA-BE97-ECFB15CC375D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7859B83E-B392-40C9-A7D9-69E47902F846}"/>
              </a:ext>
            </a:extLst>
          </p:cNvPr>
          <p:cNvGrpSpPr/>
          <p:nvPr/>
        </p:nvGrpSpPr>
        <p:grpSpPr>
          <a:xfrm>
            <a:off x="5537149" y="2590789"/>
            <a:ext cx="110098" cy="1187457"/>
            <a:chOff x="4155271" y="2595376"/>
            <a:chExt cx="110098" cy="1187457"/>
          </a:xfrm>
        </p:grpSpPr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56D6625C-F7F8-4ECD-84F8-AD386DFFE3B0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074791A4-B4ED-48C9-B215-B28734BBF2C2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17A90B5F-FA05-4BD9-8A96-8F855A539CC1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4074C008-E05A-4AE7-B661-3C5FDBD96B49}"/>
              </a:ext>
            </a:extLst>
          </p:cNvPr>
          <p:cNvSpPr/>
          <p:nvPr/>
        </p:nvSpPr>
        <p:spPr>
          <a:xfrm>
            <a:off x="8613185" y="314165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목록 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830BB99-FDC0-4157-880D-46107584B7C5}"/>
              </a:ext>
            </a:extLst>
          </p:cNvPr>
          <p:cNvSpPr txBox="1"/>
          <p:nvPr/>
        </p:nvSpPr>
        <p:spPr>
          <a:xfrm>
            <a:off x="4374869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B0214A11-EA54-4DAF-80BC-974C9926DE95}"/>
              </a:ext>
            </a:extLst>
          </p:cNvPr>
          <p:cNvSpPr/>
          <p:nvPr/>
        </p:nvSpPr>
        <p:spPr>
          <a:xfrm>
            <a:off x="8607214" y="4643401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7AF91AF7-217C-410E-BA24-1482A29C3492}"/>
              </a:ext>
            </a:extLst>
          </p:cNvPr>
          <p:cNvSpPr/>
          <p:nvPr/>
        </p:nvSpPr>
        <p:spPr>
          <a:xfrm>
            <a:off x="8607214" y="4995286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3F4E620-5EB5-4238-8B43-1731C73E7C2C}"/>
              </a:ext>
            </a:extLst>
          </p:cNvPr>
          <p:cNvSpPr/>
          <p:nvPr/>
        </p:nvSpPr>
        <p:spPr>
          <a:xfrm>
            <a:off x="8607214" y="5345535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65AB7936-9A2C-4D91-87F0-0A9DB99FE003}"/>
              </a:ext>
            </a:extLst>
          </p:cNvPr>
          <p:cNvSpPr/>
          <p:nvPr/>
        </p:nvSpPr>
        <p:spPr>
          <a:xfrm>
            <a:off x="9528103" y="2299139"/>
            <a:ext cx="26268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문의는 클래스 </a:t>
            </a:r>
            <a:r>
              <a:rPr lang="ko-KR" altLang="en-US" dirty="0" err="1"/>
              <a:t>단계까지만</a:t>
            </a:r>
            <a:r>
              <a:rPr lang="en-US" altLang="ko-KR" dirty="0"/>
              <a:t> </a:t>
            </a:r>
            <a:r>
              <a:rPr lang="ko-KR" altLang="en-US" dirty="0" err="1"/>
              <a:t>뎁스로</a:t>
            </a:r>
            <a:r>
              <a:rPr lang="ko-KR" altLang="en-US" dirty="0"/>
              <a:t> 구분</a:t>
            </a:r>
            <a:r>
              <a:rPr lang="en-US" altLang="ko-KR" dirty="0"/>
              <a:t>. ( </a:t>
            </a:r>
            <a:r>
              <a:rPr lang="ko-KR" altLang="en-US" dirty="0"/>
              <a:t>문의는 클래스 단계에서 작성하기 때문에 수업으로 구분할 수 없음</a:t>
            </a:r>
            <a:r>
              <a:rPr lang="en-US" altLang="ko-KR" dirty="0"/>
              <a:t>. )</a:t>
            </a:r>
          </a:p>
        </p:txBody>
      </p:sp>
    </p:spTree>
    <p:extLst>
      <p:ext uri="{BB962C8B-B14F-4D97-AF65-F5344CB8AC3E}">
        <p14:creationId xmlns:p14="http://schemas.microsoft.com/office/powerpoint/2010/main" val="31136761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문의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문의 조회</a:t>
            </a:r>
            <a:r>
              <a:rPr lang="en-US" altLang="ko-KR" sz="1000" dirty="0"/>
              <a:t>		</a:t>
            </a:r>
            <a:endParaRPr lang="ko-KR" altLang="en-US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PONADMREVREOOH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문의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문의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B0E3E387-8307-42B3-A13C-D07681C82DB8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78" name="사각형: 둥근 모서리 77">
              <a:extLst>
                <a:ext uri="{FF2B5EF4-FFF2-40B4-BE49-F238E27FC236}">
                  <a16:creationId xmlns:a16="http://schemas.microsoft.com/office/drawing/2014/main" id="{4E41DDA2-52AD-4C58-B0DC-9DF64B0CE64E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F7D1094F-75B3-4055-9B9F-DFF6D72754FA}"/>
                </a:ext>
              </a:extLst>
            </p:cNvPr>
            <p:cNvSpPr/>
            <p:nvPr/>
          </p:nvSpPr>
          <p:spPr>
            <a:xfrm rot="5400000">
              <a:off x="1924724" y="3376734"/>
              <a:ext cx="1670851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F2995A10-27D8-43C1-845C-363363371472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B656205D-F57D-413D-AE03-D2A777F0BFCE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4FC3DE4A-B97F-40CE-ACB4-FB44308E3973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E1F20F74-3ED5-4CAE-8F0D-43C1F1646962}"/>
              </a:ext>
            </a:extLst>
          </p:cNvPr>
          <p:cNvGrpSpPr/>
          <p:nvPr/>
        </p:nvGrpSpPr>
        <p:grpSpPr>
          <a:xfrm>
            <a:off x="2968192" y="2590789"/>
            <a:ext cx="1278050" cy="1191182"/>
            <a:chOff x="1534206" y="2590789"/>
            <a:chExt cx="1278050" cy="1676420"/>
          </a:xfrm>
        </p:grpSpPr>
        <p:sp>
          <p:nvSpPr>
            <p:cNvPr id="85" name="사각형: 둥근 모서리 84">
              <a:extLst>
                <a:ext uri="{FF2B5EF4-FFF2-40B4-BE49-F238E27FC236}">
                  <a16:creationId xmlns:a16="http://schemas.microsoft.com/office/drawing/2014/main" id="{72297433-5B8A-4D10-87B4-14F71B70716B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C7E51DD6-3052-4FB0-8F30-29175FB0802D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1" name="TextBox 90">
            <a:extLst>
              <a:ext uri="{FF2B5EF4-FFF2-40B4-BE49-F238E27FC236}">
                <a16:creationId xmlns:a16="http://schemas.microsoft.com/office/drawing/2014/main" id="{CB5D419D-0977-440E-8734-791391BE7405}"/>
              </a:ext>
            </a:extLst>
          </p:cNvPr>
          <p:cNvSpPr txBox="1"/>
          <p:nvPr/>
        </p:nvSpPr>
        <p:spPr>
          <a:xfrm>
            <a:off x="2979540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00984B1-CD1F-4496-ABC0-0782C654DBF7}"/>
              </a:ext>
            </a:extLst>
          </p:cNvPr>
          <p:cNvSpPr txBox="1"/>
          <p:nvPr/>
        </p:nvSpPr>
        <p:spPr>
          <a:xfrm>
            <a:off x="2979540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LIVE</a:t>
            </a:r>
            <a:r>
              <a:rPr lang="ko-KR" altLang="en-US" sz="800" dirty="0"/>
              <a:t> 영어</a:t>
            </a:r>
            <a:endParaRPr lang="ko-KR" altLang="en-US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CCE513F2-3225-4A60-BE5F-5A05D3B91A16}"/>
              </a:ext>
            </a:extLst>
          </p:cNvPr>
          <p:cNvSpPr txBox="1"/>
          <p:nvPr/>
        </p:nvSpPr>
        <p:spPr>
          <a:xfrm>
            <a:off x="2971139" y="3060694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원어민 영어</a:t>
            </a:r>
            <a:endParaRPr lang="ko-KR" altLang="en-US" sz="1000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4DBD49FE-1860-4F0A-B07C-585F0F97AC57}"/>
              </a:ext>
            </a:extLst>
          </p:cNvPr>
          <p:cNvSpPr txBox="1"/>
          <p:nvPr/>
        </p:nvSpPr>
        <p:spPr>
          <a:xfrm>
            <a:off x="2979540" y="3280092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방문레슨</a:t>
            </a:r>
            <a:endParaRPr lang="ko-KR" altLang="en-US" sz="1000" dirty="0"/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430CEF2-040C-416D-A7C2-BE9EC8D2E2B9}"/>
              </a:ext>
            </a:extLst>
          </p:cNvPr>
          <p:cNvSpPr/>
          <p:nvPr/>
        </p:nvSpPr>
        <p:spPr>
          <a:xfrm>
            <a:off x="8615103" y="391470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111" name="사각형: 둥근 모서리 110">
            <a:extLst>
              <a:ext uri="{FF2B5EF4-FFF2-40B4-BE49-F238E27FC236}">
                <a16:creationId xmlns:a16="http://schemas.microsoft.com/office/drawing/2014/main" id="{658660BD-C683-4234-A1BC-3C8BBA792837}"/>
              </a:ext>
            </a:extLst>
          </p:cNvPr>
          <p:cNvSpPr/>
          <p:nvPr/>
        </p:nvSpPr>
        <p:spPr>
          <a:xfrm>
            <a:off x="7276777" y="391470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70092041-7C5E-4D0A-9F7B-1D7F7EE08271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영어</a:t>
            </a:r>
            <a:endParaRPr lang="ko-KR" altLang="en-US" sz="1000" dirty="0"/>
          </a:p>
        </p:txBody>
      </p:sp>
      <p:cxnSp>
        <p:nvCxnSpPr>
          <p:cNvPr id="126" name="직선 연결선 125">
            <a:extLst>
              <a:ext uri="{FF2B5EF4-FFF2-40B4-BE49-F238E27FC236}">
                <a16:creationId xmlns:a16="http://schemas.microsoft.com/office/drawing/2014/main" id="{861F9CB1-8710-4E35-8BD2-6055762028ED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3B5B3392-A2ED-4E43-9978-870B9D9E7EF5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8DE33A4F-3893-4087-AA3B-DD219773C5B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530419" y="4239113"/>
          <a:ext cx="7674170" cy="1418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5306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786355">
                  <a:extLst>
                    <a:ext uri="{9D8B030D-6E8A-4147-A177-3AD203B41FA5}">
                      <a16:colId xmlns:a16="http://schemas.microsoft.com/office/drawing/2014/main" val="1950704483"/>
                    </a:ext>
                  </a:extLst>
                </a:gridCol>
                <a:gridCol w="190768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642321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907680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175032">
                  <a:extLst>
                    <a:ext uri="{9D8B030D-6E8A-4147-A177-3AD203B41FA5}">
                      <a16:colId xmlns:a16="http://schemas.microsoft.com/office/drawing/2014/main" val="2623237052"/>
                    </a:ext>
                  </a:extLst>
                </a:gridCol>
                <a:gridCol w="759796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클래스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문의제목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윤도현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문의 드립니다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. </a:t>
                      </a:r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언제 </a:t>
                      </a:r>
                      <a:r>
                        <a:rPr lang="ko-KR" altLang="en-US" sz="800" u="sng" dirty="0" err="1">
                          <a:solidFill>
                            <a:schemeClr val="accent5"/>
                          </a:solidFill>
                        </a:rPr>
                        <a:t>진행하는건가요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?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2023-12-28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15:23:52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영어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[LIVE </a:t>
                      </a:r>
                      <a:r>
                        <a:rPr lang="ko-KR" altLang="en-US" sz="800" dirty="0"/>
                        <a:t>영어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손흥민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문의 드립니다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.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2023-12-25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22:23:52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코딩</a:t>
                      </a:r>
                      <a:endParaRPr lang="en-US" altLang="ko-KR" sz="8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[C</a:t>
                      </a:r>
                      <a:r>
                        <a:rPr lang="ko-KR" altLang="en-US" sz="800" dirty="0"/>
                        <a:t>언어</a:t>
                      </a:r>
                      <a:r>
                        <a:rPr lang="en-US" altLang="ko-KR" sz="800" dirty="0"/>
                        <a:t>]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강호동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u="sng" dirty="0">
                          <a:solidFill>
                            <a:schemeClr val="accent5"/>
                          </a:solidFill>
                        </a:rPr>
                        <a:t>문의 드려요</a:t>
                      </a:r>
                      <a:r>
                        <a:rPr lang="en-US" altLang="ko-KR" sz="800" u="sng" dirty="0">
                          <a:solidFill>
                            <a:schemeClr val="accent5"/>
                          </a:solidFill>
                        </a:rPr>
                        <a:t>.</a:t>
                      </a:r>
                      <a:endParaRPr lang="ko-KR" altLang="en-US" sz="800" u="sng" dirty="0">
                        <a:solidFill>
                          <a:schemeClr val="accent5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2023-12-22</a:t>
                      </a:r>
                    </a:p>
                    <a:p>
                      <a:pPr algn="ctr" latinLnBrk="1"/>
                      <a:r>
                        <a:rPr lang="en-US" altLang="ko-KR" sz="800" dirty="0"/>
                        <a:t>07:23:52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06E75A65-ABFB-4FF1-A4FB-ED18503B1846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38" name="그룹 137">
            <a:extLst>
              <a:ext uri="{FF2B5EF4-FFF2-40B4-BE49-F238E27FC236}">
                <a16:creationId xmlns:a16="http://schemas.microsoft.com/office/drawing/2014/main" id="{CA92E16F-B75F-4C45-82E1-0564652BE1CC}"/>
              </a:ext>
            </a:extLst>
          </p:cNvPr>
          <p:cNvGrpSpPr/>
          <p:nvPr/>
        </p:nvGrpSpPr>
        <p:grpSpPr>
          <a:xfrm>
            <a:off x="5961888" y="3914707"/>
            <a:ext cx="1235689" cy="221852"/>
            <a:chOff x="5961888" y="3960551"/>
            <a:chExt cx="1235689" cy="221852"/>
          </a:xfrm>
        </p:grpSpPr>
        <p:sp>
          <p:nvSpPr>
            <p:cNvPr id="139" name="사각형: 둥근 모서리 138">
              <a:extLst>
                <a:ext uri="{FF2B5EF4-FFF2-40B4-BE49-F238E27FC236}">
                  <a16:creationId xmlns:a16="http://schemas.microsoft.com/office/drawing/2014/main" id="{BBD58837-A838-4A8E-856D-2929E3267091}"/>
                </a:ext>
              </a:extLst>
            </p:cNvPr>
            <p:cNvSpPr/>
            <p:nvPr/>
          </p:nvSpPr>
          <p:spPr>
            <a:xfrm>
              <a:off x="6532474" y="3960551"/>
              <a:ext cx="665103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>
                  <a:solidFill>
                    <a:schemeClr val="bg1">
                      <a:lumMod val="50000"/>
                    </a:schemeClr>
                  </a:solidFill>
                </a:rPr>
                <a:t>등록자</a:t>
              </a:r>
              <a:endParaRPr lang="ko-KR" altLang="en-US" sz="8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141" name="이등변 삼각형 140">
              <a:extLst>
                <a:ext uri="{FF2B5EF4-FFF2-40B4-BE49-F238E27FC236}">
                  <a16:creationId xmlns:a16="http://schemas.microsoft.com/office/drawing/2014/main" id="{7336C73D-0BC9-4C32-B508-AE0AAD2C8238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07" name="사각형: 둥근 모서리 206">
              <a:extLst>
                <a:ext uri="{FF2B5EF4-FFF2-40B4-BE49-F238E27FC236}">
                  <a16:creationId xmlns:a16="http://schemas.microsoft.com/office/drawing/2014/main" id="{80C17C6A-CC66-4D43-AFB7-41637F476C5D}"/>
                </a:ext>
              </a:extLst>
            </p:cNvPr>
            <p:cNvSpPr/>
            <p:nvPr/>
          </p:nvSpPr>
          <p:spPr>
            <a:xfrm>
              <a:off x="5961888" y="3960551"/>
              <a:ext cx="526115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평점</a:t>
              </a:r>
            </a:p>
          </p:txBody>
        </p:sp>
        <p:sp>
          <p:nvSpPr>
            <p:cNvPr id="208" name="이등변 삼각형 207">
              <a:extLst>
                <a:ext uri="{FF2B5EF4-FFF2-40B4-BE49-F238E27FC236}">
                  <a16:creationId xmlns:a16="http://schemas.microsoft.com/office/drawing/2014/main" id="{3721C532-71FA-431C-90E4-1E6A3F7EDE96}"/>
                </a:ext>
              </a:extLst>
            </p:cNvPr>
            <p:cNvSpPr/>
            <p:nvPr/>
          </p:nvSpPr>
          <p:spPr>
            <a:xfrm rot="10800000">
              <a:off x="636429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0805EA83-24C1-49FE-A088-4965281E36A1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45" name="그룹 144">
            <a:extLst>
              <a:ext uri="{FF2B5EF4-FFF2-40B4-BE49-F238E27FC236}">
                <a16:creationId xmlns:a16="http://schemas.microsoft.com/office/drawing/2014/main" id="{2367542E-B1DB-43BA-8CAF-B6D91460F5F5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146" name="사각형: 둥근 모서리 145">
              <a:extLst>
                <a:ext uri="{FF2B5EF4-FFF2-40B4-BE49-F238E27FC236}">
                  <a16:creationId xmlns:a16="http://schemas.microsoft.com/office/drawing/2014/main" id="{D5A042EB-5729-4E46-A0FE-FE9A1D3655F0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47" name="이등변 삼각형 146">
              <a:extLst>
                <a:ext uri="{FF2B5EF4-FFF2-40B4-BE49-F238E27FC236}">
                  <a16:creationId xmlns:a16="http://schemas.microsoft.com/office/drawing/2014/main" id="{0E54DECE-0525-4F72-89CA-EB1C4F4C222B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49" name="TextBox 148">
            <a:extLst>
              <a:ext uri="{FF2B5EF4-FFF2-40B4-BE49-F238E27FC236}">
                <a16:creationId xmlns:a16="http://schemas.microsoft.com/office/drawing/2014/main" id="{E48E129C-54AF-47AD-A180-F77A15D1D6A0}"/>
              </a:ext>
            </a:extLst>
          </p:cNvPr>
          <p:cNvSpPr txBox="1"/>
          <p:nvPr/>
        </p:nvSpPr>
        <p:spPr>
          <a:xfrm>
            <a:off x="1531257" y="3265043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코딩</a:t>
            </a:r>
            <a:endParaRPr lang="ko-KR" altLang="en-US" sz="1000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8D71E7F8-5320-4540-81C8-23D7A1E30FEF}"/>
              </a:ext>
            </a:extLst>
          </p:cNvPr>
          <p:cNvSpPr txBox="1"/>
          <p:nvPr/>
        </p:nvSpPr>
        <p:spPr>
          <a:xfrm>
            <a:off x="2928513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44047344-872D-411C-BB23-A275A3CA2984}"/>
              </a:ext>
            </a:extLst>
          </p:cNvPr>
          <p:cNvSpPr/>
          <p:nvPr/>
        </p:nvSpPr>
        <p:spPr>
          <a:xfrm>
            <a:off x="4378218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1ABAE7D8-B2B3-4BDE-8C27-115B700EE18A}"/>
              </a:ext>
            </a:extLst>
          </p:cNvPr>
          <p:cNvSpPr txBox="1"/>
          <p:nvPr/>
        </p:nvSpPr>
        <p:spPr>
          <a:xfrm>
            <a:off x="4378218" y="2873396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인기 라이브 영어</a:t>
            </a:r>
            <a:r>
              <a:rPr lang="en-US" altLang="ko-KR" sz="800" dirty="0"/>
              <a:t>…</a:t>
            </a:r>
            <a:endParaRPr lang="ko-KR" altLang="en-US" sz="1000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7C9FBFFA-993A-48A3-87D5-B2FD57CE6602}"/>
              </a:ext>
            </a:extLst>
          </p:cNvPr>
          <p:cNvSpPr txBox="1"/>
          <p:nvPr/>
        </p:nvSpPr>
        <p:spPr>
          <a:xfrm>
            <a:off x="4378218" y="308342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역사</a:t>
            </a:r>
            <a:endParaRPr lang="ko-KR" altLang="en-US" sz="1000" dirty="0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C2F9464F-8BA1-4E5E-A61C-4DCB61E1A057}"/>
              </a:ext>
            </a:extLst>
          </p:cNvPr>
          <p:cNvSpPr txBox="1"/>
          <p:nvPr/>
        </p:nvSpPr>
        <p:spPr>
          <a:xfrm>
            <a:off x="4340809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클래스</a:t>
            </a:r>
            <a:endParaRPr lang="ko-KR" altLang="en-US" sz="1400" dirty="0"/>
          </a:p>
        </p:txBody>
      </p:sp>
      <p:grpSp>
        <p:nvGrpSpPr>
          <p:cNvPr id="185" name="그룹 184">
            <a:extLst>
              <a:ext uri="{FF2B5EF4-FFF2-40B4-BE49-F238E27FC236}">
                <a16:creationId xmlns:a16="http://schemas.microsoft.com/office/drawing/2014/main" id="{F2EF824F-D2CC-488F-B075-D45D013F34D4}"/>
              </a:ext>
            </a:extLst>
          </p:cNvPr>
          <p:cNvGrpSpPr/>
          <p:nvPr/>
        </p:nvGrpSpPr>
        <p:grpSpPr>
          <a:xfrm>
            <a:off x="4131379" y="2595376"/>
            <a:ext cx="110098" cy="1187457"/>
            <a:chOff x="4155271" y="2595376"/>
            <a:chExt cx="110098" cy="1187457"/>
          </a:xfrm>
        </p:grpSpPr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15EC43CE-D808-4811-AE06-122B0C0FB9F3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CAD7EE5B-5DAC-45AA-BE97-ECFB15CC375D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8" name="그룹 187">
            <a:extLst>
              <a:ext uri="{FF2B5EF4-FFF2-40B4-BE49-F238E27FC236}">
                <a16:creationId xmlns:a16="http://schemas.microsoft.com/office/drawing/2014/main" id="{7859B83E-B392-40C9-A7D9-69E47902F846}"/>
              </a:ext>
            </a:extLst>
          </p:cNvPr>
          <p:cNvGrpSpPr/>
          <p:nvPr/>
        </p:nvGrpSpPr>
        <p:grpSpPr>
          <a:xfrm>
            <a:off x="5537149" y="2590789"/>
            <a:ext cx="110098" cy="1187457"/>
            <a:chOff x="4155271" y="2595376"/>
            <a:chExt cx="110098" cy="1187457"/>
          </a:xfrm>
        </p:grpSpPr>
        <p:sp>
          <p:nvSpPr>
            <p:cNvPr id="189" name="직사각형 188">
              <a:extLst>
                <a:ext uri="{FF2B5EF4-FFF2-40B4-BE49-F238E27FC236}">
                  <a16:creationId xmlns:a16="http://schemas.microsoft.com/office/drawing/2014/main" id="{56D6625C-F7F8-4ECD-84F8-AD386DFFE3B0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074791A4-B4ED-48C9-B215-B28734BBF2C2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6" name="TextBox 195">
            <a:extLst>
              <a:ext uri="{FF2B5EF4-FFF2-40B4-BE49-F238E27FC236}">
                <a16:creationId xmlns:a16="http://schemas.microsoft.com/office/drawing/2014/main" id="{17A90B5F-FA05-4BD9-8A96-8F855A539CC1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</a:t>
            </a:r>
            <a:r>
              <a:rPr lang="ko-KR" altLang="en-US" sz="1200" dirty="0"/>
              <a:t>차 분류</a:t>
            </a:r>
            <a:endParaRPr lang="ko-KR" altLang="en-US" sz="1400" dirty="0"/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4074C008-E05A-4AE7-B661-3C5FDBD96B49}"/>
              </a:ext>
            </a:extLst>
          </p:cNvPr>
          <p:cNvSpPr/>
          <p:nvPr/>
        </p:nvSpPr>
        <p:spPr>
          <a:xfrm>
            <a:off x="8613185" y="314165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목록 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D830BB99-FDC0-4157-880D-46107584B7C5}"/>
              </a:ext>
            </a:extLst>
          </p:cNvPr>
          <p:cNvSpPr txBox="1"/>
          <p:nvPr/>
        </p:nvSpPr>
        <p:spPr>
          <a:xfrm>
            <a:off x="4374869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202" name="사각형: 둥근 모서리 201">
            <a:extLst>
              <a:ext uri="{FF2B5EF4-FFF2-40B4-BE49-F238E27FC236}">
                <a16:creationId xmlns:a16="http://schemas.microsoft.com/office/drawing/2014/main" id="{B0214A11-EA54-4DAF-80BC-974C9926DE95}"/>
              </a:ext>
            </a:extLst>
          </p:cNvPr>
          <p:cNvSpPr/>
          <p:nvPr/>
        </p:nvSpPr>
        <p:spPr>
          <a:xfrm>
            <a:off x="8607214" y="4643401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3" name="사각형: 둥근 모서리 202">
            <a:extLst>
              <a:ext uri="{FF2B5EF4-FFF2-40B4-BE49-F238E27FC236}">
                <a16:creationId xmlns:a16="http://schemas.microsoft.com/office/drawing/2014/main" id="{7AF91AF7-217C-410E-BA24-1482A29C3492}"/>
              </a:ext>
            </a:extLst>
          </p:cNvPr>
          <p:cNvSpPr/>
          <p:nvPr/>
        </p:nvSpPr>
        <p:spPr>
          <a:xfrm>
            <a:off x="8607214" y="4995286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4" name="사각형: 둥근 모서리 203">
            <a:extLst>
              <a:ext uri="{FF2B5EF4-FFF2-40B4-BE49-F238E27FC236}">
                <a16:creationId xmlns:a16="http://schemas.microsoft.com/office/drawing/2014/main" id="{13F4E620-5EB5-4238-8B43-1731C73E7C2C}"/>
              </a:ext>
            </a:extLst>
          </p:cNvPr>
          <p:cNvSpPr/>
          <p:nvPr/>
        </p:nvSpPr>
        <p:spPr>
          <a:xfrm>
            <a:off x="8607214" y="5345535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65AB7936-9A2C-4D91-87F0-0A9DB99FE003}"/>
              </a:ext>
            </a:extLst>
          </p:cNvPr>
          <p:cNvSpPr/>
          <p:nvPr/>
        </p:nvSpPr>
        <p:spPr>
          <a:xfrm>
            <a:off x="9528103" y="2299139"/>
            <a:ext cx="26268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문의는 클래스 </a:t>
            </a:r>
            <a:r>
              <a:rPr lang="ko-KR" altLang="en-US" dirty="0" err="1"/>
              <a:t>단계까지만</a:t>
            </a:r>
            <a:r>
              <a:rPr lang="en-US" altLang="ko-KR" dirty="0"/>
              <a:t> </a:t>
            </a:r>
            <a:r>
              <a:rPr lang="ko-KR" altLang="en-US" dirty="0" err="1"/>
              <a:t>뎁스로</a:t>
            </a:r>
            <a:r>
              <a:rPr lang="ko-KR" altLang="en-US" dirty="0"/>
              <a:t> 구분</a:t>
            </a:r>
            <a:r>
              <a:rPr lang="en-US" altLang="ko-KR" dirty="0"/>
              <a:t>. ( </a:t>
            </a:r>
            <a:r>
              <a:rPr lang="ko-KR" altLang="en-US" dirty="0"/>
              <a:t>문의는 클래스 단계에서 작성하기 때문에 수업으로 구분할 수 없음</a:t>
            </a:r>
            <a:r>
              <a:rPr lang="en-US" altLang="ko-KR" dirty="0"/>
              <a:t>. )</a:t>
            </a:r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9114F75B-89C8-4614-A3EC-854DE0D1CCD8}"/>
              </a:ext>
            </a:extLst>
          </p:cNvPr>
          <p:cNvGrpSpPr/>
          <p:nvPr/>
        </p:nvGrpSpPr>
        <p:grpSpPr>
          <a:xfrm>
            <a:off x="3155899" y="1506233"/>
            <a:ext cx="4041678" cy="5190834"/>
            <a:chOff x="3155899" y="1506233"/>
            <a:chExt cx="4041678" cy="5190834"/>
          </a:xfrm>
        </p:grpSpPr>
        <p:sp>
          <p:nvSpPr>
            <p:cNvPr id="123" name="사각형: 둥근 모서리 122">
              <a:extLst>
                <a:ext uri="{FF2B5EF4-FFF2-40B4-BE49-F238E27FC236}">
                  <a16:creationId xmlns:a16="http://schemas.microsoft.com/office/drawing/2014/main" id="{A6CB011E-34F4-4E64-8D46-5F52D6D92E2A}"/>
                </a:ext>
              </a:extLst>
            </p:cNvPr>
            <p:cNvSpPr/>
            <p:nvPr/>
          </p:nvSpPr>
          <p:spPr>
            <a:xfrm>
              <a:off x="5313190" y="5725038"/>
              <a:ext cx="198120" cy="23520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1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grpSp>
          <p:nvGrpSpPr>
            <p:cNvPr id="124" name="그룹 123">
              <a:extLst>
                <a:ext uri="{FF2B5EF4-FFF2-40B4-BE49-F238E27FC236}">
                  <a16:creationId xmlns:a16="http://schemas.microsoft.com/office/drawing/2014/main" id="{506D4EB9-F468-4922-93B0-C08035388E97}"/>
                </a:ext>
              </a:extLst>
            </p:cNvPr>
            <p:cNvGrpSpPr/>
            <p:nvPr/>
          </p:nvGrpSpPr>
          <p:grpSpPr>
            <a:xfrm>
              <a:off x="6651988" y="3914707"/>
              <a:ext cx="545589" cy="221852"/>
              <a:chOff x="6651988" y="3960551"/>
              <a:chExt cx="545589" cy="221852"/>
            </a:xfrm>
          </p:grpSpPr>
          <p:sp>
            <p:nvSpPr>
              <p:cNvPr id="184" name="사각형: 둥근 모서리 183">
                <a:extLst>
                  <a:ext uri="{FF2B5EF4-FFF2-40B4-BE49-F238E27FC236}">
                    <a16:creationId xmlns:a16="http://schemas.microsoft.com/office/drawing/2014/main" id="{545F5190-4BF0-4F80-9827-AE84508023D3}"/>
                  </a:ext>
                </a:extLst>
              </p:cNvPr>
              <p:cNvSpPr/>
              <p:nvPr/>
            </p:nvSpPr>
            <p:spPr>
              <a:xfrm>
                <a:off x="6651988" y="3960551"/>
                <a:ext cx="545589" cy="221852"/>
              </a:xfrm>
              <a:prstGeom prst="round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제목</a:t>
                </a:r>
              </a:p>
            </p:txBody>
          </p:sp>
          <p:sp>
            <p:nvSpPr>
              <p:cNvPr id="191" name="이등변 삼각형 190">
                <a:extLst>
                  <a:ext uri="{FF2B5EF4-FFF2-40B4-BE49-F238E27FC236}">
                    <a16:creationId xmlns:a16="http://schemas.microsoft.com/office/drawing/2014/main" id="{B25E2E41-89C5-43B9-BB3E-C62DD7C4570A}"/>
                  </a:ext>
                </a:extLst>
              </p:cNvPr>
              <p:cNvSpPr/>
              <p:nvPr/>
            </p:nvSpPr>
            <p:spPr>
              <a:xfrm rot="10800000">
                <a:off x="7038156" y="4048123"/>
                <a:ext cx="85723" cy="52295"/>
              </a:xfrm>
              <a:prstGeom prst="triangl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B0A8C8F2-AE27-4EF3-A8D2-A0A6A33CFC3F}"/>
                </a:ext>
              </a:extLst>
            </p:cNvPr>
            <p:cNvSpPr/>
            <p:nvPr/>
          </p:nvSpPr>
          <p:spPr>
            <a:xfrm>
              <a:off x="4378218" y="2590790"/>
              <a:ext cx="1278050" cy="1191181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B648337-7491-41E0-AF42-FB67F320731C}"/>
                </a:ext>
              </a:extLst>
            </p:cNvPr>
            <p:cNvSpPr txBox="1"/>
            <p:nvPr/>
          </p:nvSpPr>
          <p:spPr>
            <a:xfrm>
              <a:off x="4378218" y="2873396"/>
              <a:ext cx="1167946" cy="215444"/>
            </a:xfrm>
            <a:prstGeom prst="rect">
              <a:avLst/>
            </a:prstGeom>
            <a:solidFill>
              <a:srgbClr val="A792DC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인기 라이브 영어</a:t>
              </a:r>
              <a:r>
                <a:rPr lang="en-US" altLang="ko-KR" sz="800" dirty="0"/>
                <a:t>…</a:t>
              </a:r>
              <a:endParaRPr lang="ko-KR" altLang="en-US" sz="1000" dirty="0"/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E3A91012-45CF-478E-BD0D-4966A37A3D05}"/>
                </a:ext>
              </a:extLst>
            </p:cNvPr>
            <p:cNvSpPr txBox="1"/>
            <p:nvPr/>
          </p:nvSpPr>
          <p:spPr>
            <a:xfrm>
              <a:off x="4378218" y="3083420"/>
              <a:ext cx="116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역사</a:t>
              </a:r>
              <a:endParaRPr lang="ko-KR" altLang="en-US" sz="1000" dirty="0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9F5D6A5A-2790-4187-A698-84E096405B63}"/>
                </a:ext>
              </a:extLst>
            </p:cNvPr>
            <p:cNvSpPr txBox="1"/>
            <p:nvPr/>
          </p:nvSpPr>
          <p:spPr>
            <a:xfrm>
              <a:off x="4340809" y="2283013"/>
              <a:ext cx="12780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클래스</a:t>
              </a:r>
              <a:endParaRPr lang="ko-KR" altLang="en-US" sz="1400" dirty="0"/>
            </a:p>
          </p:txBody>
        </p: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52773209-D366-48AE-927A-149B6D67317D}"/>
                </a:ext>
              </a:extLst>
            </p:cNvPr>
            <p:cNvGrpSpPr/>
            <p:nvPr/>
          </p:nvGrpSpPr>
          <p:grpSpPr>
            <a:xfrm>
              <a:off x="4131379" y="2595376"/>
              <a:ext cx="110098" cy="1187457"/>
              <a:chOff x="4155271" y="2595376"/>
              <a:chExt cx="110098" cy="1187457"/>
            </a:xfrm>
          </p:grpSpPr>
          <p:sp>
            <p:nvSpPr>
              <p:cNvPr id="181" name="직사각형 180">
                <a:extLst>
                  <a:ext uri="{FF2B5EF4-FFF2-40B4-BE49-F238E27FC236}">
                    <a16:creationId xmlns:a16="http://schemas.microsoft.com/office/drawing/2014/main" id="{5033ECF5-B373-4FC2-BA19-C501017DED70}"/>
                  </a:ext>
                </a:extLst>
              </p:cNvPr>
              <p:cNvSpPr/>
              <p:nvPr/>
            </p:nvSpPr>
            <p:spPr>
              <a:xfrm rot="5400000">
                <a:off x="3616707" y="3134172"/>
                <a:ext cx="1187225" cy="1100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2" name="직사각형 181">
                <a:extLst>
                  <a:ext uri="{FF2B5EF4-FFF2-40B4-BE49-F238E27FC236}">
                    <a16:creationId xmlns:a16="http://schemas.microsoft.com/office/drawing/2014/main" id="{94F1558F-996E-481B-A236-DA195C4CEC8E}"/>
                  </a:ext>
                </a:extLst>
              </p:cNvPr>
              <p:cNvSpPr/>
              <p:nvPr/>
            </p:nvSpPr>
            <p:spPr>
              <a:xfrm rot="5400000">
                <a:off x="4068465" y="2687848"/>
                <a:ext cx="280644" cy="957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6DFAC6D1-E47D-4513-AF57-9FEAD47B6D0C}"/>
                </a:ext>
              </a:extLst>
            </p:cNvPr>
            <p:cNvGrpSpPr/>
            <p:nvPr/>
          </p:nvGrpSpPr>
          <p:grpSpPr>
            <a:xfrm>
              <a:off x="5537149" y="2590789"/>
              <a:ext cx="110098" cy="1187457"/>
              <a:chOff x="4155271" y="2595376"/>
              <a:chExt cx="110098" cy="1187457"/>
            </a:xfrm>
          </p:grpSpPr>
          <p:sp>
            <p:nvSpPr>
              <p:cNvPr id="177" name="직사각형 176">
                <a:extLst>
                  <a:ext uri="{FF2B5EF4-FFF2-40B4-BE49-F238E27FC236}">
                    <a16:creationId xmlns:a16="http://schemas.microsoft.com/office/drawing/2014/main" id="{BA393784-F103-448A-BA45-C4C37DA371B0}"/>
                  </a:ext>
                </a:extLst>
              </p:cNvPr>
              <p:cNvSpPr/>
              <p:nvPr/>
            </p:nvSpPr>
            <p:spPr>
              <a:xfrm rot="5400000">
                <a:off x="3616707" y="3134172"/>
                <a:ext cx="1187225" cy="1100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0" name="직사각형 179">
                <a:extLst>
                  <a:ext uri="{FF2B5EF4-FFF2-40B4-BE49-F238E27FC236}">
                    <a16:creationId xmlns:a16="http://schemas.microsoft.com/office/drawing/2014/main" id="{9D3D9100-589D-4028-B92B-167A09E37FEB}"/>
                  </a:ext>
                </a:extLst>
              </p:cNvPr>
              <p:cNvSpPr/>
              <p:nvPr/>
            </p:nvSpPr>
            <p:spPr>
              <a:xfrm rot="5400000">
                <a:off x="4068465" y="2687848"/>
                <a:ext cx="280644" cy="957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EE77D81F-9814-4CDF-BA63-2BDA16F72B13}"/>
                </a:ext>
              </a:extLst>
            </p:cNvPr>
            <p:cNvSpPr txBox="1"/>
            <p:nvPr/>
          </p:nvSpPr>
          <p:spPr>
            <a:xfrm>
              <a:off x="4374869" y="2640646"/>
              <a:ext cx="116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전체</a:t>
              </a:r>
              <a:endParaRPr lang="ko-KR" altLang="en-US" sz="1000" dirty="0"/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B02BEDED-DF87-4101-8B1C-8E3C7BF8EDF0}"/>
                </a:ext>
              </a:extLst>
            </p:cNvPr>
            <p:cNvGrpSpPr/>
            <p:nvPr/>
          </p:nvGrpSpPr>
          <p:grpSpPr>
            <a:xfrm>
              <a:off x="3158254" y="1529504"/>
              <a:ext cx="3898658" cy="5132409"/>
              <a:chOff x="3803296" y="3267715"/>
              <a:chExt cx="4967902" cy="5132409"/>
            </a:xfrm>
          </p:grpSpPr>
          <p:sp>
            <p:nvSpPr>
              <p:cNvPr id="175" name="직사각형 174">
                <a:extLst>
                  <a:ext uri="{FF2B5EF4-FFF2-40B4-BE49-F238E27FC236}">
                    <a16:creationId xmlns:a16="http://schemas.microsoft.com/office/drawing/2014/main" id="{960A8F11-B253-4376-B47B-7F1847E9E4FC}"/>
                  </a:ext>
                </a:extLst>
              </p:cNvPr>
              <p:cNvSpPr/>
              <p:nvPr/>
            </p:nvSpPr>
            <p:spPr>
              <a:xfrm>
                <a:off x="3803296" y="3267715"/>
                <a:ext cx="4967901" cy="403561"/>
              </a:xfrm>
              <a:prstGeom prst="rect">
                <a:avLst/>
              </a:prstGeom>
              <a:solidFill>
                <a:srgbClr val="A792DC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r>
                  <a:rPr lang="ko-KR" altLang="en-US" sz="1000" dirty="0"/>
                  <a:t>후기 답글 등록</a:t>
                </a:r>
              </a:p>
            </p:txBody>
          </p:sp>
          <p:sp>
            <p:nvSpPr>
              <p:cNvPr id="176" name="직사각형 175">
                <a:extLst>
                  <a:ext uri="{FF2B5EF4-FFF2-40B4-BE49-F238E27FC236}">
                    <a16:creationId xmlns:a16="http://schemas.microsoft.com/office/drawing/2014/main" id="{F666D608-AC68-414A-AE36-31086D4CADAF}"/>
                  </a:ext>
                </a:extLst>
              </p:cNvPr>
              <p:cNvSpPr/>
              <p:nvPr/>
            </p:nvSpPr>
            <p:spPr>
              <a:xfrm>
                <a:off x="3803296" y="3671276"/>
                <a:ext cx="4967902" cy="472884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E6E6E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AFFE7806-FB28-485C-A6DB-9E8977DAECED}"/>
                </a:ext>
              </a:extLst>
            </p:cNvPr>
            <p:cNvSpPr/>
            <p:nvPr/>
          </p:nvSpPr>
          <p:spPr>
            <a:xfrm>
              <a:off x="3245788" y="2033150"/>
              <a:ext cx="3737972" cy="2021424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2" name="사각형: 둥근 모서리 141">
              <a:extLst>
                <a:ext uri="{FF2B5EF4-FFF2-40B4-BE49-F238E27FC236}">
                  <a16:creationId xmlns:a16="http://schemas.microsoft.com/office/drawing/2014/main" id="{7FE531BB-0B64-47CB-8379-B6DC42059257}"/>
                </a:ext>
              </a:extLst>
            </p:cNvPr>
            <p:cNvSpPr/>
            <p:nvPr/>
          </p:nvSpPr>
          <p:spPr>
            <a:xfrm>
              <a:off x="5174843" y="6341362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rgbClr val="BB8BE3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확인</a:t>
              </a:r>
              <a:endParaRPr lang="ko-KR" altLang="en-US" sz="700" dirty="0">
                <a:solidFill>
                  <a:schemeClr val="bg1"/>
                </a:solidFill>
              </a:endParaRP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9C0809D3-E8B1-459D-BA4B-3CD079791322}"/>
                </a:ext>
              </a:extLst>
            </p:cNvPr>
            <p:cNvCxnSpPr>
              <a:cxnSpLocks/>
            </p:cNvCxnSpPr>
            <p:nvPr/>
          </p:nvCxnSpPr>
          <p:spPr>
            <a:xfrm>
              <a:off x="3278954" y="2872138"/>
              <a:ext cx="356581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AA6F6E98-C5C2-4724-8605-C98182EFDCB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>
              <a:off x="3337877" y="2107251"/>
              <a:ext cx="893073" cy="669805"/>
            </a:xfrm>
            <a:prstGeom prst="rect">
              <a:avLst/>
            </a:prstGeom>
          </p:spPr>
        </p:pic>
        <p:sp>
          <p:nvSpPr>
            <p:cNvPr id="150" name="직사각형 149">
              <a:extLst>
                <a:ext uri="{FF2B5EF4-FFF2-40B4-BE49-F238E27FC236}">
                  <a16:creationId xmlns:a16="http://schemas.microsoft.com/office/drawing/2014/main" id="{E2773985-B409-4049-B355-3698C2C8D12A}"/>
                </a:ext>
              </a:extLst>
            </p:cNvPr>
            <p:cNvSpPr/>
            <p:nvPr/>
          </p:nvSpPr>
          <p:spPr>
            <a:xfrm>
              <a:off x="4294097" y="2497918"/>
              <a:ext cx="2454160" cy="2308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900" b="1" dirty="0">
                  <a:solidFill>
                    <a:sysClr val="windowText" lastClr="000000"/>
                  </a:solidFill>
                </a:rPr>
                <a:t>인기 라이브 영어 연습 전문가 초빙</a:t>
              </a:r>
              <a:endParaRPr lang="ko-KR" altLang="en-US" sz="900" b="1" u="sng" dirty="0">
                <a:solidFill>
                  <a:schemeClr val="accent1"/>
                </a:solidFill>
              </a:endParaRPr>
            </a:p>
          </p:txBody>
        </p:sp>
        <p:sp>
          <p:nvSpPr>
            <p:cNvPr id="151" name="직사각형 150">
              <a:extLst>
                <a:ext uri="{FF2B5EF4-FFF2-40B4-BE49-F238E27FC236}">
                  <a16:creationId xmlns:a16="http://schemas.microsoft.com/office/drawing/2014/main" id="{89BD367A-6036-4E7C-8AF8-D632ADC61E7C}"/>
                </a:ext>
              </a:extLst>
            </p:cNvPr>
            <p:cNvSpPr/>
            <p:nvPr/>
          </p:nvSpPr>
          <p:spPr>
            <a:xfrm>
              <a:off x="4295289" y="2146806"/>
              <a:ext cx="96312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800" dirty="0"/>
                <a:t>영어</a:t>
              </a:r>
              <a:endParaRPr lang="en-US" altLang="ko-KR" sz="800" dirty="0"/>
            </a:p>
            <a:p>
              <a:r>
                <a:rPr lang="en-US" altLang="ko-KR" sz="800" dirty="0"/>
                <a:t>[LIVE </a:t>
              </a:r>
              <a:r>
                <a:rPr lang="ko-KR" altLang="en-US" sz="800" dirty="0"/>
                <a:t>영어</a:t>
              </a:r>
              <a:r>
                <a:rPr lang="en-US" altLang="ko-KR" sz="800" dirty="0"/>
                <a:t>]</a:t>
              </a:r>
              <a:endParaRPr lang="ko-KR" altLang="en-US" sz="800" dirty="0"/>
            </a:p>
          </p:txBody>
        </p:sp>
        <p:sp>
          <p:nvSpPr>
            <p:cNvPr id="152" name="직사각형 151">
              <a:extLst>
                <a:ext uri="{FF2B5EF4-FFF2-40B4-BE49-F238E27FC236}">
                  <a16:creationId xmlns:a16="http://schemas.microsoft.com/office/drawing/2014/main" id="{247E8ADA-20AE-4018-8DE1-FCAC28B020A2}"/>
                </a:ext>
              </a:extLst>
            </p:cNvPr>
            <p:cNvSpPr/>
            <p:nvPr/>
          </p:nvSpPr>
          <p:spPr>
            <a:xfrm>
              <a:off x="3226098" y="2893390"/>
              <a:ext cx="607859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50" dirty="0"/>
                <a:t>윤도현</a:t>
              </a:r>
            </a:p>
          </p:txBody>
        </p:sp>
        <p:sp>
          <p:nvSpPr>
            <p:cNvPr id="155" name="직사각형 154">
              <a:extLst>
                <a:ext uri="{FF2B5EF4-FFF2-40B4-BE49-F238E27FC236}">
                  <a16:creationId xmlns:a16="http://schemas.microsoft.com/office/drawing/2014/main" id="{FBC9AF43-8A3D-451E-8016-AEBC13CF16BC}"/>
                </a:ext>
              </a:extLst>
            </p:cNvPr>
            <p:cNvSpPr/>
            <p:nvPr/>
          </p:nvSpPr>
          <p:spPr>
            <a:xfrm>
              <a:off x="6082872" y="2893390"/>
              <a:ext cx="883575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050" dirty="0"/>
                <a:t>2023-12-09</a:t>
              </a:r>
              <a:endParaRPr lang="ko-KR" altLang="en-US" sz="1050" dirty="0"/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9FEDF5A6-7256-4EA8-9D6C-1392F3945763}"/>
                </a:ext>
              </a:extLst>
            </p:cNvPr>
            <p:cNvSpPr/>
            <p:nvPr/>
          </p:nvSpPr>
          <p:spPr>
            <a:xfrm>
              <a:off x="3293863" y="3534640"/>
              <a:ext cx="3647228" cy="4154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050" dirty="0">
                  <a:solidFill>
                    <a:sysClr val="windowText" lastClr="000000"/>
                  </a:solidFill>
                </a:rPr>
                <a:t>재미있습니다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 </a:t>
              </a:r>
              <a:r>
                <a:rPr lang="ko-KR" altLang="en-US" sz="1050" dirty="0">
                  <a:solidFill>
                    <a:sysClr val="windowText" lastClr="000000"/>
                  </a:solidFill>
                </a:rPr>
                <a:t>너무 행복했어요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.. </a:t>
              </a:r>
              <a:r>
                <a:rPr lang="ko-KR" altLang="en-US" sz="1050" dirty="0">
                  <a:solidFill>
                    <a:sysClr val="windowText" lastClr="000000"/>
                  </a:solidFill>
                </a:rPr>
                <a:t>아이들이 너무 좋아하는 모습이 기억에 남네요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 </a:t>
              </a:r>
              <a:r>
                <a:rPr lang="ko-KR" altLang="en-US" sz="1050" dirty="0">
                  <a:solidFill>
                    <a:sysClr val="windowText" lastClr="000000"/>
                  </a:solidFill>
                </a:rPr>
                <a:t>다시 또 </a:t>
              </a:r>
              <a:r>
                <a:rPr lang="ko-KR" altLang="en-US" sz="1050" dirty="0" err="1">
                  <a:solidFill>
                    <a:sysClr val="windowText" lastClr="000000"/>
                  </a:solidFill>
                </a:rPr>
                <a:t>올께요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 </a:t>
              </a:r>
              <a:r>
                <a:rPr lang="ko-KR" altLang="en-US" sz="1050" dirty="0">
                  <a:solidFill>
                    <a:sysClr val="windowText" lastClr="000000"/>
                  </a:solidFill>
                </a:rPr>
                <a:t>좋은 거 같아요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! </a:t>
              </a:r>
              <a:endParaRPr lang="ko-KR" altLang="en-US" sz="1050" u="sng" dirty="0">
                <a:solidFill>
                  <a:schemeClr val="accent1"/>
                </a:solidFill>
              </a:endParaRPr>
            </a:p>
          </p:txBody>
        </p:sp>
        <p:sp>
          <p:nvSpPr>
            <p:cNvPr id="157" name="사각형: 둥근 모서리 156">
              <a:extLst>
                <a:ext uri="{FF2B5EF4-FFF2-40B4-BE49-F238E27FC236}">
                  <a16:creationId xmlns:a16="http://schemas.microsoft.com/office/drawing/2014/main" id="{B3DE8341-4808-4236-85EF-1160D9A80680}"/>
                </a:ext>
              </a:extLst>
            </p:cNvPr>
            <p:cNvSpPr/>
            <p:nvPr/>
          </p:nvSpPr>
          <p:spPr>
            <a:xfrm>
              <a:off x="4360905" y="4722138"/>
              <a:ext cx="1278050" cy="1191181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99313EDE-8017-4FCA-921D-0A0382E6C306}"/>
                </a:ext>
              </a:extLst>
            </p:cNvPr>
            <p:cNvSpPr txBox="1"/>
            <p:nvPr/>
          </p:nvSpPr>
          <p:spPr>
            <a:xfrm>
              <a:off x="4360905" y="5004744"/>
              <a:ext cx="1167946" cy="215444"/>
            </a:xfrm>
            <a:prstGeom prst="rect">
              <a:avLst/>
            </a:prstGeom>
            <a:solidFill>
              <a:srgbClr val="A792DC"/>
            </a:solidFill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인기 라이브 영어</a:t>
              </a:r>
              <a:r>
                <a:rPr lang="en-US" altLang="ko-KR" sz="800" dirty="0"/>
                <a:t>…</a:t>
              </a:r>
              <a:endParaRPr lang="ko-KR" altLang="en-US" sz="1000" dirty="0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0B49FF3C-F540-43C3-B274-BE4303F819C4}"/>
                </a:ext>
              </a:extLst>
            </p:cNvPr>
            <p:cNvSpPr txBox="1"/>
            <p:nvPr/>
          </p:nvSpPr>
          <p:spPr>
            <a:xfrm>
              <a:off x="4360905" y="5214768"/>
              <a:ext cx="116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역사</a:t>
              </a:r>
              <a:endParaRPr lang="ko-KR" altLang="en-US" sz="10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3DB802A5-93D0-4BCE-B5B0-709E02EDBB4C}"/>
                </a:ext>
              </a:extLst>
            </p:cNvPr>
            <p:cNvSpPr txBox="1"/>
            <p:nvPr/>
          </p:nvSpPr>
          <p:spPr>
            <a:xfrm>
              <a:off x="4323496" y="4414361"/>
              <a:ext cx="127805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/>
                <a:t>클래스</a:t>
              </a:r>
              <a:endParaRPr lang="ko-KR" altLang="en-US" sz="1400" dirty="0"/>
            </a:p>
          </p:txBody>
        </p:sp>
        <p:grpSp>
          <p:nvGrpSpPr>
            <p:cNvPr id="161" name="그룹 160">
              <a:extLst>
                <a:ext uri="{FF2B5EF4-FFF2-40B4-BE49-F238E27FC236}">
                  <a16:creationId xmlns:a16="http://schemas.microsoft.com/office/drawing/2014/main" id="{B775AC5F-39E0-4193-B53C-AEAD1AC2BE67}"/>
                </a:ext>
              </a:extLst>
            </p:cNvPr>
            <p:cNvGrpSpPr/>
            <p:nvPr/>
          </p:nvGrpSpPr>
          <p:grpSpPr>
            <a:xfrm>
              <a:off x="4114066" y="4726724"/>
              <a:ext cx="110098" cy="1187457"/>
              <a:chOff x="4155271" y="2595376"/>
              <a:chExt cx="110098" cy="1187457"/>
            </a:xfrm>
          </p:grpSpPr>
          <p:sp>
            <p:nvSpPr>
              <p:cNvPr id="173" name="직사각형 172">
                <a:extLst>
                  <a:ext uri="{FF2B5EF4-FFF2-40B4-BE49-F238E27FC236}">
                    <a16:creationId xmlns:a16="http://schemas.microsoft.com/office/drawing/2014/main" id="{C4EE38AB-7BFF-4B80-A5D6-F4B320026794}"/>
                  </a:ext>
                </a:extLst>
              </p:cNvPr>
              <p:cNvSpPr/>
              <p:nvPr/>
            </p:nvSpPr>
            <p:spPr>
              <a:xfrm rot="5400000">
                <a:off x="3616707" y="3134172"/>
                <a:ext cx="1187225" cy="1100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4" name="직사각형 173">
                <a:extLst>
                  <a:ext uri="{FF2B5EF4-FFF2-40B4-BE49-F238E27FC236}">
                    <a16:creationId xmlns:a16="http://schemas.microsoft.com/office/drawing/2014/main" id="{0ACBE33C-078C-4801-BD8E-4F0E8EB439B4}"/>
                  </a:ext>
                </a:extLst>
              </p:cNvPr>
              <p:cNvSpPr/>
              <p:nvPr/>
            </p:nvSpPr>
            <p:spPr>
              <a:xfrm rot="5400000">
                <a:off x="4068465" y="2687848"/>
                <a:ext cx="280644" cy="957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CAE5EEF1-5802-4641-9B2C-7F97918CAE3E}"/>
                </a:ext>
              </a:extLst>
            </p:cNvPr>
            <p:cNvGrpSpPr/>
            <p:nvPr/>
          </p:nvGrpSpPr>
          <p:grpSpPr>
            <a:xfrm>
              <a:off x="5519836" y="4722137"/>
              <a:ext cx="110098" cy="1187457"/>
              <a:chOff x="4155271" y="2595376"/>
              <a:chExt cx="110098" cy="1187457"/>
            </a:xfrm>
          </p:grpSpPr>
          <p:sp>
            <p:nvSpPr>
              <p:cNvPr id="170" name="직사각형 169">
                <a:extLst>
                  <a:ext uri="{FF2B5EF4-FFF2-40B4-BE49-F238E27FC236}">
                    <a16:creationId xmlns:a16="http://schemas.microsoft.com/office/drawing/2014/main" id="{BF92547D-7B7A-43ED-B999-23DE2F558C12}"/>
                  </a:ext>
                </a:extLst>
              </p:cNvPr>
              <p:cNvSpPr/>
              <p:nvPr/>
            </p:nvSpPr>
            <p:spPr>
              <a:xfrm rot="5400000">
                <a:off x="3616707" y="3134172"/>
                <a:ext cx="1187225" cy="11009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D6880987-F1EE-4BBC-AFF9-5A158E0989FC}"/>
                  </a:ext>
                </a:extLst>
              </p:cNvPr>
              <p:cNvSpPr/>
              <p:nvPr/>
            </p:nvSpPr>
            <p:spPr>
              <a:xfrm rot="5400000">
                <a:off x="4068465" y="2687848"/>
                <a:ext cx="280644" cy="957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rgbClr val="BA8AE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61559A17-C4E5-4AC6-8631-8BC591E716CF}"/>
                </a:ext>
              </a:extLst>
            </p:cNvPr>
            <p:cNvSpPr txBox="1"/>
            <p:nvPr/>
          </p:nvSpPr>
          <p:spPr>
            <a:xfrm>
              <a:off x="4357556" y="4771994"/>
              <a:ext cx="1167946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dirty="0"/>
                <a:t>전체</a:t>
              </a:r>
              <a:endParaRPr lang="ko-KR" altLang="en-US" sz="1000" dirty="0"/>
            </a:p>
          </p:txBody>
        </p:sp>
        <p:sp>
          <p:nvSpPr>
            <p:cNvPr id="164" name="사각형: 둥근 모서리 163">
              <a:extLst>
                <a:ext uri="{FF2B5EF4-FFF2-40B4-BE49-F238E27FC236}">
                  <a16:creationId xmlns:a16="http://schemas.microsoft.com/office/drawing/2014/main" id="{079FB230-BFB4-4BDA-A3E2-734A961BA612}"/>
                </a:ext>
              </a:extLst>
            </p:cNvPr>
            <p:cNvSpPr/>
            <p:nvPr/>
          </p:nvSpPr>
          <p:spPr>
            <a:xfrm>
              <a:off x="3228475" y="4164498"/>
              <a:ext cx="3737972" cy="2021424"/>
            </a:xfrm>
            <a:prstGeom prst="roundRect">
              <a:avLst>
                <a:gd name="adj" fmla="val 533"/>
              </a:avLst>
            </a:prstGeom>
            <a:solidFill>
              <a:srgbClr val="F9F9F9"/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65" name="직선 연결선 164">
              <a:extLst>
                <a:ext uri="{FF2B5EF4-FFF2-40B4-BE49-F238E27FC236}">
                  <a16:creationId xmlns:a16="http://schemas.microsoft.com/office/drawing/2014/main" id="{07A0B3A6-C1EC-4797-B4F1-31DD113D3EC5}"/>
                </a:ext>
              </a:extLst>
            </p:cNvPr>
            <p:cNvCxnSpPr>
              <a:cxnSpLocks/>
            </p:cNvCxnSpPr>
            <p:nvPr/>
          </p:nvCxnSpPr>
          <p:spPr>
            <a:xfrm>
              <a:off x="3261641" y="4542098"/>
              <a:ext cx="3565818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B5A01287-150D-4C74-9243-1B8CA8A5299E}"/>
                </a:ext>
              </a:extLst>
            </p:cNvPr>
            <p:cNvSpPr/>
            <p:nvPr/>
          </p:nvSpPr>
          <p:spPr>
            <a:xfrm>
              <a:off x="3288817" y="4215773"/>
              <a:ext cx="857927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50" dirty="0" err="1"/>
                <a:t>피오니키즈</a:t>
              </a:r>
              <a:endParaRPr lang="ko-KR" altLang="en-US" sz="1050" dirty="0"/>
            </a:p>
          </p:txBody>
        </p:sp>
        <p:sp>
          <p:nvSpPr>
            <p:cNvPr id="167" name="사각형: 둥근 모서리 166">
              <a:extLst>
                <a:ext uri="{FF2B5EF4-FFF2-40B4-BE49-F238E27FC236}">
                  <a16:creationId xmlns:a16="http://schemas.microsoft.com/office/drawing/2014/main" id="{9EA3207F-9BBF-4244-AED8-F6A5FD468C76}"/>
                </a:ext>
              </a:extLst>
            </p:cNvPr>
            <p:cNvSpPr/>
            <p:nvPr/>
          </p:nvSpPr>
          <p:spPr>
            <a:xfrm>
              <a:off x="3364992" y="4963602"/>
              <a:ext cx="3462467" cy="1120448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ko-KR" altLang="en-US" sz="800" dirty="0">
                  <a:solidFill>
                    <a:schemeClr val="bg1">
                      <a:lumMod val="75000"/>
                    </a:schemeClr>
                  </a:solidFill>
                </a:rPr>
                <a:t>답글 내용 입력</a:t>
              </a:r>
            </a:p>
          </p:txBody>
        </p:sp>
        <p:sp>
          <p:nvSpPr>
            <p:cNvPr id="168" name="사각형: 둥근 모서리 167">
              <a:extLst>
                <a:ext uri="{FF2B5EF4-FFF2-40B4-BE49-F238E27FC236}">
                  <a16:creationId xmlns:a16="http://schemas.microsoft.com/office/drawing/2014/main" id="{0F0CF356-0D74-4026-AE51-AB3EEFC4D5A6}"/>
                </a:ext>
              </a:extLst>
            </p:cNvPr>
            <p:cNvSpPr/>
            <p:nvPr/>
          </p:nvSpPr>
          <p:spPr>
            <a:xfrm>
              <a:off x="4158637" y="6341362"/>
              <a:ext cx="962850" cy="248632"/>
            </a:xfrm>
            <a:prstGeom prst="roundRect">
              <a:avLst>
                <a:gd name="adj" fmla="val 563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</a:rPr>
                <a:t>취소</a:t>
              </a:r>
            </a:p>
          </p:txBody>
        </p:sp>
        <p:sp>
          <p:nvSpPr>
            <p:cNvPr id="169" name="사각형: 둥근 모서리 168">
              <a:extLst>
                <a:ext uri="{FF2B5EF4-FFF2-40B4-BE49-F238E27FC236}">
                  <a16:creationId xmlns:a16="http://schemas.microsoft.com/office/drawing/2014/main" id="{EDA71B2B-D810-4864-81C1-4CC756E790A2}"/>
                </a:ext>
              </a:extLst>
            </p:cNvPr>
            <p:cNvSpPr/>
            <p:nvPr/>
          </p:nvSpPr>
          <p:spPr>
            <a:xfrm>
              <a:off x="3155899" y="1506233"/>
              <a:ext cx="3940764" cy="5190834"/>
            </a:xfrm>
            <a:prstGeom prst="roundRect">
              <a:avLst>
                <a:gd name="adj" fmla="val 0"/>
              </a:avLst>
            </a:prstGeom>
            <a:noFill/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직사각형 106">
              <a:extLst>
                <a:ext uri="{FF2B5EF4-FFF2-40B4-BE49-F238E27FC236}">
                  <a16:creationId xmlns:a16="http://schemas.microsoft.com/office/drawing/2014/main" id="{C6644AB7-6B81-40E1-B06D-CCB76257A83A}"/>
                </a:ext>
              </a:extLst>
            </p:cNvPr>
            <p:cNvSpPr/>
            <p:nvPr/>
          </p:nvSpPr>
          <p:spPr>
            <a:xfrm>
              <a:off x="3293863" y="3144680"/>
              <a:ext cx="364722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050" dirty="0">
                  <a:solidFill>
                    <a:sysClr val="windowText" lastClr="000000"/>
                  </a:solidFill>
                </a:rPr>
                <a:t>문의가 있습니다</a:t>
              </a:r>
              <a:r>
                <a:rPr lang="en-US" altLang="ko-KR" sz="1050" dirty="0">
                  <a:solidFill>
                    <a:sysClr val="windowText" lastClr="000000"/>
                  </a:solidFill>
                </a:rPr>
                <a:t>.</a:t>
              </a:r>
              <a:endParaRPr lang="ko-KR" altLang="en-US" sz="1050" u="sng" dirty="0">
                <a:solidFill>
                  <a:schemeClr val="accent1"/>
                </a:solidFill>
              </a:endParaRPr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9CCB52E0-9860-4020-9E11-98FB702931E4}"/>
                </a:ext>
              </a:extLst>
            </p:cNvPr>
            <p:cNvCxnSpPr>
              <a:cxnSpLocks/>
            </p:cNvCxnSpPr>
            <p:nvPr/>
          </p:nvCxnSpPr>
          <p:spPr>
            <a:xfrm>
              <a:off x="3278954" y="3429000"/>
              <a:ext cx="1226371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26099E82-0F37-4E01-A3C8-A447E10B5202}"/>
              </a:ext>
            </a:extLst>
          </p:cNvPr>
          <p:cNvSpPr/>
          <p:nvPr/>
        </p:nvSpPr>
        <p:spPr>
          <a:xfrm>
            <a:off x="3355467" y="4574518"/>
            <a:ext cx="3462467" cy="294706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답글 제목 입력</a:t>
            </a:r>
          </a:p>
        </p:txBody>
      </p:sp>
    </p:spTree>
    <p:extLst>
      <p:ext uri="{BB962C8B-B14F-4D97-AF65-F5344CB8AC3E}">
        <p14:creationId xmlns:p14="http://schemas.microsoft.com/office/powerpoint/2010/main" val="20237368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문의 상세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문의 상세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PONADMREVDROOP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문의 상세조회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문의 상세조회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061B43E5-7A94-46B7-BC9B-D8A2DCBC8D62}"/>
              </a:ext>
            </a:extLst>
          </p:cNvPr>
          <p:cNvSpPr/>
          <p:nvPr/>
        </p:nvSpPr>
        <p:spPr>
          <a:xfrm>
            <a:off x="1531277" y="2222344"/>
            <a:ext cx="7674170" cy="4185264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9B73CDC8-5541-4CC3-8BF9-E6B7A1DA0C03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TextBox 87">
            <a:extLst>
              <a:ext uri="{FF2B5EF4-FFF2-40B4-BE49-F238E27FC236}">
                <a16:creationId xmlns:a16="http://schemas.microsoft.com/office/drawing/2014/main" id="{CB83432A-3641-455F-A590-654FBD0F8ED5}"/>
              </a:ext>
            </a:extLst>
          </p:cNvPr>
          <p:cNvSpPr txBox="1"/>
          <p:nvPr/>
        </p:nvSpPr>
        <p:spPr>
          <a:xfrm>
            <a:off x="1680394" y="326935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등록일시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B94A804-8C30-4D31-8827-2D7FC5A594A0}"/>
              </a:ext>
            </a:extLst>
          </p:cNvPr>
          <p:cNvSpPr txBox="1"/>
          <p:nvPr/>
        </p:nvSpPr>
        <p:spPr>
          <a:xfrm>
            <a:off x="1670693" y="372476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문의제목</a:t>
            </a:r>
          </a:p>
        </p:txBody>
      </p: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513F5513-B717-4C24-9E47-44A28F25DF97}"/>
              </a:ext>
            </a:extLst>
          </p:cNvPr>
          <p:cNvCxnSpPr>
            <a:cxnSpLocks/>
          </p:cNvCxnSpPr>
          <p:nvPr/>
        </p:nvCxnSpPr>
        <p:spPr>
          <a:xfrm>
            <a:off x="1680394" y="35224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35A879DC-47AD-4B90-9901-5D6C8B3DCF64}"/>
              </a:ext>
            </a:extLst>
          </p:cNvPr>
          <p:cNvCxnSpPr>
            <a:cxnSpLocks/>
          </p:cNvCxnSpPr>
          <p:nvPr/>
        </p:nvCxnSpPr>
        <p:spPr>
          <a:xfrm>
            <a:off x="1680394" y="403978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118C80D4-60BA-42AD-BF4E-15D33753F099}"/>
              </a:ext>
            </a:extLst>
          </p:cNvPr>
          <p:cNvSpPr txBox="1"/>
          <p:nvPr/>
        </p:nvSpPr>
        <p:spPr>
          <a:xfrm>
            <a:off x="1680393" y="237652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클래스</a:t>
            </a:r>
          </a:p>
        </p:txBody>
      </p:sp>
      <p:sp>
        <p:nvSpPr>
          <p:cNvPr id="143" name="사각형: 둥근 모서리 142">
            <a:extLst>
              <a:ext uri="{FF2B5EF4-FFF2-40B4-BE49-F238E27FC236}">
                <a16:creationId xmlns:a16="http://schemas.microsoft.com/office/drawing/2014/main" id="{66866F16-FAA7-438E-AB03-0BC7B6784C34}"/>
              </a:ext>
            </a:extLst>
          </p:cNvPr>
          <p:cNvSpPr/>
          <p:nvPr/>
        </p:nvSpPr>
        <p:spPr>
          <a:xfrm>
            <a:off x="2793369" y="2376522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인기 라이브 영어 연습 전문가 초빙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4F5BAF7F-125B-4839-9A55-0C78FEA90846}"/>
              </a:ext>
            </a:extLst>
          </p:cNvPr>
          <p:cNvSpPr txBox="1"/>
          <p:nvPr/>
        </p:nvSpPr>
        <p:spPr>
          <a:xfrm>
            <a:off x="1680393" y="2852957"/>
            <a:ext cx="7994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등록자</a:t>
            </a:r>
          </a:p>
        </p:txBody>
      </p:sp>
      <p:cxnSp>
        <p:nvCxnSpPr>
          <p:cNvPr id="151" name="직선 연결선 150">
            <a:extLst>
              <a:ext uri="{FF2B5EF4-FFF2-40B4-BE49-F238E27FC236}">
                <a16:creationId xmlns:a16="http://schemas.microsoft.com/office/drawing/2014/main" id="{E576D612-3C85-4540-8727-87B469C4DCF2}"/>
              </a:ext>
            </a:extLst>
          </p:cNvPr>
          <p:cNvCxnSpPr>
            <a:cxnSpLocks/>
          </p:cNvCxnSpPr>
          <p:nvPr/>
        </p:nvCxnSpPr>
        <p:spPr>
          <a:xfrm>
            <a:off x="1680394" y="3106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사각형: 둥근 모서리 151">
            <a:extLst>
              <a:ext uri="{FF2B5EF4-FFF2-40B4-BE49-F238E27FC236}">
                <a16:creationId xmlns:a16="http://schemas.microsoft.com/office/drawing/2014/main" id="{00D33C3D-ACD0-4877-87EA-4DD30BE6134F}"/>
              </a:ext>
            </a:extLst>
          </p:cNvPr>
          <p:cNvSpPr/>
          <p:nvPr/>
        </p:nvSpPr>
        <p:spPr>
          <a:xfrm>
            <a:off x="2804599" y="2852296"/>
            <a:ext cx="210379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홍길동</a:t>
            </a: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7C25A5F2-F8B8-46D1-B2ED-411BF292A830}"/>
              </a:ext>
            </a:extLst>
          </p:cNvPr>
          <p:cNvSpPr/>
          <p:nvPr/>
        </p:nvSpPr>
        <p:spPr>
          <a:xfrm>
            <a:off x="2803658" y="3263573"/>
            <a:ext cx="2104735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2023-12-20 09:08:22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9EFA3259-FC13-48B5-8DF7-0AA4D17C28DE}"/>
              </a:ext>
            </a:extLst>
          </p:cNvPr>
          <p:cNvSpPr/>
          <p:nvPr/>
        </p:nvSpPr>
        <p:spPr>
          <a:xfrm>
            <a:off x="9565190" y="5074810"/>
            <a:ext cx="2626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답글 달면 밑에 </a:t>
            </a:r>
            <a:r>
              <a:rPr lang="ko-KR" altLang="en-US" dirty="0" err="1"/>
              <a:t>답글내용도</a:t>
            </a:r>
            <a:r>
              <a:rPr lang="ko-KR" altLang="en-US" dirty="0"/>
              <a:t> 보임 </a:t>
            </a:r>
            <a:endParaRPr lang="en-US" altLang="ko-KR" dirty="0"/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92D9A005-1632-489F-888E-2610BCC16B37}"/>
              </a:ext>
            </a:extLst>
          </p:cNvPr>
          <p:cNvSpPr/>
          <p:nvPr/>
        </p:nvSpPr>
        <p:spPr>
          <a:xfrm>
            <a:off x="1531277" y="6484880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목록</a:t>
            </a: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0683189F-A603-4CA6-A737-CA5BD9D1D7F8}"/>
              </a:ext>
            </a:extLst>
          </p:cNvPr>
          <p:cNvSpPr/>
          <p:nvPr/>
        </p:nvSpPr>
        <p:spPr>
          <a:xfrm>
            <a:off x="5075956" y="2840456"/>
            <a:ext cx="584811" cy="215840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상세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344FF184-AF6F-4B82-A487-16E6A475ED44}"/>
              </a:ext>
            </a:extLst>
          </p:cNvPr>
          <p:cNvSpPr txBox="1"/>
          <p:nvPr/>
        </p:nvSpPr>
        <p:spPr>
          <a:xfrm>
            <a:off x="2026708" y="227310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9A132C03-04FE-44E3-BFDE-DC59970F3989}"/>
              </a:ext>
            </a:extLst>
          </p:cNvPr>
          <p:cNvSpPr/>
          <p:nvPr/>
        </p:nvSpPr>
        <p:spPr>
          <a:xfrm>
            <a:off x="2803658" y="4176544"/>
            <a:ext cx="6138089" cy="2098591"/>
          </a:xfrm>
          <a:prstGeom prst="roundRect">
            <a:avLst>
              <a:gd name="adj" fmla="val 4583"/>
            </a:avLst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</a:rPr>
              <a:t>문의 드립니다</a:t>
            </a:r>
            <a:r>
              <a:rPr lang="en-US" altLang="ko-KR" sz="800" dirty="0">
                <a:solidFill>
                  <a:schemeClr val="tx1"/>
                </a:solidFill>
              </a:rPr>
              <a:t>. 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이 클래스는 언제 </a:t>
            </a:r>
            <a:r>
              <a:rPr lang="ko-KR" altLang="en-US" sz="800" dirty="0" err="1">
                <a:solidFill>
                  <a:schemeClr val="tx1"/>
                </a:solidFill>
              </a:rPr>
              <a:t>시작하는건가요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r>
              <a:rPr lang="en-US" altLang="ko-KR" sz="800" dirty="0">
                <a:solidFill>
                  <a:schemeClr val="tx1"/>
                </a:solidFill>
              </a:rPr>
              <a:t>?? </a:t>
            </a:r>
            <a:r>
              <a:rPr lang="ko-KR" altLang="en-US" sz="800" dirty="0">
                <a:solidFill>
                  <a:schemeClr val="tx1"/>
                </a:solidFill>
              </a:rPr>
              <a:t>날짜가 안나와 </a:t>
            </a:r>
            <a:r>
              <a:rPr lang="ko-KR" altLang="en-US" sz="800" dirty="0" err="1">
                <a:solidFill>
                  <a:schemeClr val="tx1"/>
                </a:solidFill>
              </a:rPr>
              <a:t>있는것</a:t>
            </a:r>
            <a:r>
              <a:rPr lang="ko-KR" altLang="en-US" sz="800" dirty="0">
                <a:solidFill>
                  <a:schemeClr val="tx1"/>
                </a:solidFill>
              </a:rPr>
              <a:t> 같은데요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</a:p>
          <a:p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답장 부탁드리겠습니다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B7E490E-1827-4798-B44A-544331554A58}"/>
              </a:ext>
            </a:extLst>
          </p:cNvPr>
          <p:cNvSpPr txBox="1"/>
          <p:nvPr/>
        </p:nvSpPr>
        <p:spPr>
          <a:xfrm>
            <a:off x="1670693" y="422292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후기내용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3DC6605A-87E9-4F30-A507-DB01CC42F0F0}"/>
              </a:ext>
            </a:extLst>
          </p:cNvPr>
          <p:cNvSpPr/>
          <p:nvPr/>
        </p:nvSpPr>
        <p:spPr>
          <a:xfrm>
            <a:off x="1723595" y="4457504"/>
            <a:ext cx="469147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답글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1075364-D2DA-4DC2-9B0D-43B4E59FFA44}"/>
              </a:ext>
            </a:extLst>
          </p:cNvPr>
          <p:cNvSpPr/>
          <p:nvPr/>
        </p:nvSpPr>
        <p:spPr>
          <a:xfrm>
            <a:off x="4804969" y="6462516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확인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168E1059-EACD-4867-A6EB-2B9A980EE173}"/>
              </a:ext>
            </a:extLst>
          </p:cNvPr>
          <p:cNvSpPr/>
          <p:nvPr/>
        </p:nvSpPr>
        <p:spPr>
          <a:xfrm>
            <a:off x="2793369" y="3690830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문의 드립니다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.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51987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게시판 그룹 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게시판 그룹 등록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게시판 그룹 등록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게시판 그룹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13F6532E-F935-4A67-8CCE-43571D3011E4}"/>
              </a:ext>
            </a:extLst>
          </p:cNvPr>
          <p:cNvSpPr/>
          <p:nvPr/>
        </p:nvSpPr>
        <p:spPr>
          <a:xfrm>
            <a:off x="1538592" y="2268111"/>
            <a:ext cx="7674170" cy="423790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L 도형 16">
            <a:extLst>
              <a:ext uri="{FF2B5EF4-FFF2-40B4-BE49-F238E27FC236}">
                <a16:creationId xmlns:a16="http://schemas.microsoft.com/office/drawing/2014/main" id="{7D7DAB32-057B-4DC2-87EC-21BFAC9EDAF3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E285E86-C60E-4E44-B3E1-17DF70F4EE17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AF317F5-5303-4A5A-B880-6C54AE5F33D1}"/>
              </a:ext>
            </a:extLst>
          </p:cNvPr>
          <p:cNvSpPr txBox="1"/>
          <p:nvPr/>
        </p:nvSpPr>
        <p:spPr>
          <a:xfrm>
            <a:off x="1680394" y="270795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코드상세순번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B87A1-6309-4477-B343-EF14ACEA39BD}"/>
              </a:ext>
            </a:extLst>
          </p:cNvPr>
          <p:cNvSpPr txBox="1"/>
          <p:nvPr/>
        </p:nvSpPr>
        <p:spPr>
          <a:xfrm>
            <a:off x="1680394" y="306018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코드상세이름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9F6AF09-D752-4DA0-A28F-18A364D9052E}"/>
              </a:ext>
            </a:extLst>
          </p:cNvPr>
          <p:cNvSpPr txBox="1"/>
          <p:nvPr/>
        </p:nvSpPr>
        <p:spPr>
          <a:xfrm>
            <a:off x="1680394" y="352864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코드상세설명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23E9103-A8BD-4BCC-8276-C6FB0062755A}"/>
              </a:ext>
            </a:extLst>
          </p:cNvPr>
          <p:cNvSpPr txBox="1"/>
          <p:nvPr/>
        </p:nvSpPr>
        <p:spPr>
          <a:xfrm>
            <a:off x="1680394" y="620833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사용여부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45C7C7A3-D617-464F-AA5D-A6F8EC5AD6C1}"/>
              </a:ext>
            </a:extLst>
          </p:cNvPr>
          <p:cNvCxnSpPr>
            <a:cxnSpLocks/>
          </p:cNvCxnSpPr>
          <p:nvPr/>
        </p:nvCxnSpPr>
        <p:spPr>
          <a:xfrm>
            <a:off x="1680394" y="2961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AF8CFC0-F0C7-4300-B3ED-107F2D11A3CE}"/>
              </a:ext>
            </a:extLst>
          </p:cNvPr>
          <p:cNvCxnSpPr>
            <a:cxnSpLocks/>
          </p:cNvCxnSpPr>
          <p:nvPr/>
        </p:nvCxnSpPr>
        <p:spPr>
          <a:xfrm>
            <a:off x="1680394" y="331379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CC08F250-7562-482B-9A5A-79605ADD094C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코드이름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11FC73C-5AD2-40AB-8F27-5B41903E6B4F}"/>
              </a:ext>
            </a:extLst>
          </p:cNvPr>
          <p:cNvSpPr/>
          <p:nvPr/>
        </p:nvSpPr>
        <p:spPr>
          <a:xfrm>
            <a:off x="2804599" y="2707296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순번 입력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B4C89073-27B4-4A22-9C46-2F68F0E8DC04}"/>
              </a:ext>
            </a:extLst>
          </p:cNvPr>
          <p:cNvSpPr/>
          <p:nvPr/>
        </p:nvSpPr>
        <p:spPr>
          <a:xfrm>
            <a:off x="2804599" y="3052907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코드상세이름 입력</a:t>
            </a: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BE04C3B1-17BD-4D79-B925-0C7517591005}"/>
              </a:ext>
            </a:extLst>
          </p:cNvPr>
          <p:cNvSpPr/>
          <p:nvPr/>
        </p:nvSpPr>
        <p:spPr>
          <a:xfrm>
            <a:off x="2804599" y="3406235"/>
            <a:ext cx="4108218" cy="373923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코드상세설명 입력</a:t>
            </a: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14DE3D38-D9B3-4373-96E8-697AFE3D33BC}"/>
              </a:ext>
            </a:extLst>
          </p:cNvPr>
          <p:cNvSpPr/>
          <p:nvPr/>
        </p:nvSpPr>
        <p:spPr>
          <a:xfrm>
            <a:off x="2846894" y="6182599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13C8021F-802B-4C52-8552-0960E6E28E44}"/>
              </a:ext>
            </a:extLst>
          </p:cNvPr>
          <p:cNvSpPr/>
          <p:nvPr/>
        </p:nvSpPr>
        <p:spPr>
          <a:xfrm>
            <a:off x="3076054" y="6197032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058E4579-A246-4324-AB03-FEB0673B9812}"/>
              </a:ext>
            </a:extLst>
          </p:cNvPr>
          <p:cNvSpPr/>
          <p:nvPr/>
        </p:nvSpPr>
        <p:spPr>
          <a:xfrm>
            <a:off x="5266500" y="6529954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65" name="사각형: 둥근 모서리 64">
            <a:extLst>
              <a:ext uri="{FF2B5EF4-FFF2-40B4-BE49-F238E27FC236}">
                <a16:creationId xmlns:a16="http://schemas.microsoft.com/office/drawing/2014/main" id="{730437E2-30ED-43EC-B821-A65DC01A5E9C}"/>
              </a:ext>
            </a:extLst>
          </p:cNvPr>
          <p:cNvSpPr/>
          <p:nvPr/>
        </p:nvSpPr>
        <p:spPr>
          <a:xfrm>
            <a:off x="4237546" y="6529954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0E44071-D51E-467E-8644-478AC98962D1}"/>
              </a:ext>
            </a:extLst>
          </p:cNvPr>
          <p:cNvSpPr txBox="1"/>
          <p:nvPr/>
        </p:nvSpPr>
        <p:spPr>
          <a:xfrm>
            <a:off x="2145663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BCC0CF4-B248-46F6-B47A-4C902B047F59}"/>
              </a:ext>
            </a:extLst>
          </p:cNvPr>
          <p:cNvSpPr txBox="1"/>
          <p:nvPr/>
        </p:nvSpPr>
        <p:spPr>
          <a:xfrm>
            <a:off x="2317676" y="262791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A2D1E1-4067-4E4D-A8EA-963A735831C8}"/>
              </a:ext>
            </a:extLst>
          </p:cNvPr>
          <p:cNvSpPr txBox="1"/>
          <p:nvPr/>
        </p:nvSpPr>
        <p:spPr>
          <a:xfrm>
            <a:off x="2338384" y="297405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69FD579-774E-4EA9-A6E8-62F032676A28}"/>
              </a:ext>
            </a:extLst>
          </p:cNvPr>
          <p:cNvSpPr txBox="1"/>
          <p:nvPr/>
        </p:nvSpPr>
        <p:spPr>
          <a:xfrm>
            <a:off x="2145663" y="6098326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52A3FF4D-0ECE-4586-97BF-D0CE19291420}"/>
              </a:ext>
            </a:extLst>
          </p:cNvPr>
          <p:cNvSpPr/>
          <p:nvPr/>
        </p:nvSpPr>
        <p:spPr>
          <a:xfrm>
            <a:off x="2793369" y="2354585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게시판구분코드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[BBS_SE_CD]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163BCC13-FAA0-4023-A594-E75FFED23ABA}"/>
              </a:ext>
            </a:extLst>
          </p:cNvPr>
          <p:cNvCxnSpPr>
            <a:cxnSpLocks/>
          </p:cNvCxnSpPr>
          <p:nvPr/>
        </p:nvCxnSpPr>
        <p:spPr>
          <a:xfrm>
            <a:off x="1680394" y="381977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51BB40FD-BC08-4D5C-8FB8-F32528189DED}"/>
              </a:ext>
            </a:extLst>
          </p:cNvPr>
          <p:cNvSpPr txBox="1"/>
          <p:nvPr/>
        </p:nvSpPr>
        <p:spPr>
          <a:xfrm>
            <a:off x="1680394" y="393245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597BF93-B178-44EB-82E3-CC347ED81782}"/>
              </a:ext>
            </a:extLst>
          </p:cNvPr>
          <p:cNvCxnSpPr>
            <a:cxnSpLocks/>
          </p:cNvCxnSpPr>
          <p:nvPr/>
        </p:nvCxnSpPr>
        <p:spPr>
          <a:xfrm>
            <a:off x="1680394" y="4186061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사각형: 둥근 모서리 79">
            <a:extLst>
              <a:ext uri="{FF2B5EF4-FFF2-40B4-BE49-F238E27FC236}">
                <a16:creationId xmlns:a16="http://schemas.microsoft.com/office/drawing/2014/main" id="{A4DCAE9F-1CBD-4583-A715-A076327C4664}"/>
              </a:ext>
            </a:extLst>
          </p:cNvPr>
          <p:cNvSpPr/>
          <p:nvPr/>
        </p:nvSpPr>
        <p:spPr>
          <a:xfrm>
            <a:off x="2804599" y="3925171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1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입력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BC7DAE7-43C5-49B0-B5B7-D2CDFF2AF5C6}"/>
              </a:ext>
            </a:extLst>
          </p:cNvPr>
          <p:cNvSpPr txBox="1"/>
          <p:nvPr/>
        </p:nvSpPr>
        <p:spPr>
          <a:xfrm>
            <a:off x="2338384" y="384631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DDCE9AF-2996-4A3C-879B-1E22CF622300}"/>
              </a:ext>
            </a:extLst>
          </p:cNvPr>
          <p:cNvSpPr txBox="1"/>
          <p:nvPr/>
        </p:nvSpPr>
        <p:spPr>
          <a:xfrm>
            <a:off x="1680394" y="430670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C2BE0F87-1DE9-4F3C-A44E-9A9D723F68A8}"/>
              </a:ext>
            </a:extLst>
          </p:cNvPr>
          <p:cNvCxnSpPr>
            <a:cxnSpLocks/>
          </p:cNvCxnSpPr>
          <p:nvPr/>
        </p:nvCxnSpPr>
        <p:spPr>
          <a:xfrm>
            <a:off x="1680394" y="456031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BD248E45-7994-4653-B647-377A3020D0E5}"/>
              </a:ext>
            </a:extLst>
          </p:cNvPr>
          <p:cNvSpPr/>
          <p:nvPr/>
        </p:nvSpPr>
        <p:spPr>
          <a:xfrm>
            <a:off x="2804599" y="4299426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1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입력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6EE5A0D-66F1-49E2-B37D-A7255615540F}"/>
              </a:ext>
            </a:extLst>
          </p:cNvPr>
          <p:cNvSpPr txBox="1"/>
          <p:nvPr/>
        </p:nvSpPr>
        <p:spPr>
          <a:xfrm>
            <a:off x="1680394" y="465132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424BEA97-6A5D-4D3F-8CF1-716A87BD4D03}"/>
              </a:ext>
            </a:extLst>
          </p:cNvPr>
          <p:cNvCxnSpPr>
            <a:cxnSpLocks/>
          </p:cNvCxnSpPr>
          <p:nvPr/>
        </p:nvCxnSpPr>
        <p:spPr>
          <a:xfrm>
            <a:off x="1680394" y="490493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사각형: 둥근 모서리 87">
            <a:extLst>
              <a:ext uri="{FF2B5EF4-FFF2-40B4-BE49-F238E27FC236}">
                <a16:creationId xmlns:a16="http://schemas.microsoft.com/office/drawing/2014/main" id="{D5224040-3735-471D-A3B5-B7ECAB4044EB}"/>
              </a:ext>
            </a:extLst>
          </p:cNvPr>
          <p:cNvSpPr/>
          <p:nvPr/>
        </p:nvSpPr>
        <p:spPr>
          <a:xfrm>
            <a:off x="2804599" y="4644045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1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입력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694BE17-5A51-4254-A138-4F30E674C64B}"/>
              </a:ext>
            </a:extLst>
          </p:cNvPr>
          <p:cNvSpPr txBox="1"/>
          <p:nvPr/>
        </p:nvSpPr>
        <p:spPr>
          <a:xfrm>
            <a:off x="1680394" y="499537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393F45CB-8DC6-432C-80F7-D14B9226B435}"/>
              </a:ext>
            </a:extLst>
          </p:cNvPr>
          <p:cNvSpPr/>
          <p:nvPr/>
        </p:nvSpPr>
        <p:spPr>
          <a:xfrm>
            <a:off x="2804599" y="4988091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1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입력</a:t>
            </a:r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A823DE7A-AEB7-44B7-B026-5747E1C17F2F}"/>
              </a:ext>
            </a:extLst>
          </p:cNvPr>
          <p:cNvCxnSpPr>
            <a:cxnSpLocks/>
          </p:cNvCxnSpPr>
          <p:nvPr/>
        </p:nvCxnSpPr>
        <p:spPr>
          <a:xfrm>
            <a:off x="1680394" y="526974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BFD54252-2140-42AB-B315-4B83F39B792E}"/>
              </a:ext>
            </a:extLst>
          </p:cNvPr>
          <p:cNvSpPr txBox="1"/>
          <p:nvPr/>
        </p:nvSpPr>
        <p:spPr>
          <a:xfrm>
            <a:off x="1680394" y="5340099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5" name="사각형: 둥근 모서리 94">
            <a:extLst>
              <a:ext uri="{FF2B5EF4-FFF2-40B4-BE49-F238E27FC236}">
                <a16:creationId xmlns:a16="http://schemas.microsoft.com/office/drawing/2014/main" id="{4CC02F34-7897-4FC6-AF68-FAC1D76CDD58}"/>
              </a:ext>
            </a:extLst>
          </p:cNvPr>
          <p:cNvSpPr/>
          <p:nvPr/>
        </p:nvSpPr>
        <p:spPr>
          <a:xfrm>
            <a:off x="2804599" y="5332819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 err="1">
                <a:solidFill>
                  <a:schemeClr val="bg1">
                    <a:lumMod val="7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1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입력</a:t>
            </a:r>
          </a:p>
        </p:txBody>
      </p: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602FCC5A-CD43-4F7F-BBCF-3B2CB2CC379F}"/>
              </a:ext>
            </a:extLst>
          </p:cNvPr>
          <p:cNvCxnSpPr>
            <a:cxnSpLocks/>
          </p:cNvCxnSpPr>
          <p:nvPr/>
        </p:nvCxnSpPr>
        <p:spPr>
          <a:xfrm>
            <a:off x="1680394" y="561447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>
            <a:extLst>
              <a:ext uri="{FF2B5EF4-FFF2-40B4-BE49-F238E27FC236}">
                <a16:creationId xmlns:a16="http://schemas.microsoft.com/office/drawing/2014/main" id="{D64D5F87-1D98-4709-97B5-95D6894A7857}"/>
              </a:ext>
            </a:extLst>
          </p:cNvPr>
          <p:cNvSpPr txBox="1"/>
          <p:nvPr/>
        </p:nvSpPr>
        <p:spPr>
          <a:xfrm>
            <a:off x="1680394" y="578210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비고</a:t>
            </a:r>
          </a:p>
        </p:txBody>
      </p:sp>
      <p:sp>
        <p:nvSpPr>
          <p:cNvPr id="100" name="사각형: 둥근 모서리 99">
            <a:extLst>
              <a:ext uri="{FF2B5EF4-FFF2-40B4-BE49-F238E27FC236}">
                <a16:creationId xmlns:a16="http://schemas.microsoft.com/office/drawing/2014/main" id="{58E48917-5AB7-417C-9115-6D91A784A246}"/>
              </a:ext>
            </a:extLst>
          </p:cNvPr>
          <p:cNvSpPr/>
          <p:nvPr/>
        </p:nvSpPr>
        <p:spPr>
          <a:xfrm>
            <a:off x="2804599" y="5659696"/>
            <a:ext cx="4108218" cy="373923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비고 입력</a:t>
            </a:r>
          </a:p>
        </p:txBody>
      </p: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BC530F3C-0BDD-44E4-AAAC-FD9ABE9B75CB}"/>
              </a:ext>
            </a:extLst>
          </p:cNvPr>
          <p:cNvCxnSpPr>
            <a:cxnSpLocks/>
          </p:cNvCxnSpPr>
          <p:nvPr/>
        </p:nvCxnSpPr>
        <p:spPr>
          <a:xfrm>
            <a:off x="1680394" y="6073231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8938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게시판 그룹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게시판 그룹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게시판 그룹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게시판 그룹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0E3CE53A-1019-4F5F-93FE-76DB48E93DB6}"/>
              </a:ext>
            </a:extLst>
          </p:cNvPr>
          <p:cNvSpPr/>
          <p:nvPr/>
        </p:nvSpPr>
        <p:spPr>
          <a:xfrm>
            <a:off x="8615103" y="2260430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B6CD483A-93C5-4AD3-946E-93A0B3EC3F08}"/>
              </a:ext>
            </a:extLst>
          </p:cNvPr>
          <p:cNvSpPr/>
          <p:nvPr/>
        </p:nvSpPr>
        <p:spPr>
          <a:xfrm>
            <a:off x="7276777" y="2260430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52A52A76-3EBA-48C4-8C76-3CE1A6B2037D}"/>
              </a:ext>
            </a:extLst>
          </p:cNvPr>
          <p:cNvSpPr/>
          <p:nvPr/>
        </p:nvSpPr>
        <p:spPr>
          <a:xfrm>
            <a:off x="5313190" y="4125592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9B262C57-25A8-4486-ABA6-5C8447EA73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1442799"/>
              </p:ext>
            </p:extLst>
          </p:nvPr>
        </p:nvGraphicFramePr>
        <p:xfrm>
          <a:off x="1531257" y="2538992"/>
          <a:ext cx="7710074" cy="1448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586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1009498">
                  <a:extLst>
                    <a:ext uri="{9D8B030D-6E8A-4147-A177-3AD203B41FA5}">
                      <a16:colId xmlns:a16="http://schemas.microsoft.com/office/drawing/2014/main" val="680519569"/>
                    </a:ext>
                  </a:extLst>
                </a:gridCol>
                <a:gridCol w="760781">
                  <a:extLst>
                    <a:ext uri="{9D8B030D-6E8A-4147-A177-3AD203B41FA5}">
                      <a16:colId xmlns:a16="http://schemas.microsoft.com/office/drawing/2014/main" val="167970061"/>
                    </a:ext>
                  </a:extLst>
                </a:gridCol>
                <a:gridCol w="899769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665683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614770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592238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464131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534625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464284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813030">
                  <a:extLst>
                    <a:ext uri="{9D8B030D-6E8A-4147-A177-3AD203B41FA5}">
                      <a16:colId xmlns:a16="http://schemas.microsoft.com/office/drawing/2014/main" val="285809265"/>
                    </a:ext>
                  </a:extLst>
                </a:gridCol>
                <a:gridCol w="476679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코드이름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상세순번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코드상세이름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상세값</a:t>
                      </a:r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상세값</a:t>
                      </a:r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상세값</a:t>
                      </a:r>
                      <a:r>
                        <a:rPr lang="en-US" altLang="ko-KR" sz="900" dirty="0"/>
                        <a:t>3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상세값</a:t>
                      </a:r>
                      <a:r>
                        <a:rPr lang="en-US" altLang="ko-KR" sz="900" dirty="0"/>
                        <a:t>4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상세값</a:t>
                      </a:r>
                      <a:r>
                        <a:rPr lang="en-US" altLang="ko-KR" sz="900" dirty="0"/>
                        <a:t>5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5444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게시판구분코드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[BBS_SE_CD]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포토형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 photo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2023-12-31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5384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게시판구분코드</a:t>
                      </a:r>
                      <a:endParaRPr lang="en-US" altLang="ko-KR" sz="900" dirty="0"/>
                    </a:p>
                    <a:p>
                      <a:pPr algn="ctr" latinLnBrk="1"/>
                      <a:r>
                        <a:rPr lang="en-US" altLang="ko-KR" sz="900" dirty="0"/>
                        <a:t>[BBS_SE_CD]</a:t>
                      </a:r>
                      <a:endParaRPr lang="ko-KR" altLang="en-US" sz="900" dirty="0"/>
                    </a:p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리스트형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list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2023-12-31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</a:tbl>
          </a:graphicData>
        </a:graphic>
      </p:graphicFrame>
      <p:grpSp>
        <p:nvGrpSpPr>
          <p:cNvPr id="50" name="그룹 49">
            <a:extLst>
              <a:ext uri="{FF2B5EF4-FFF2-40B4-BE49-F238E27FC236}">
                <a16:creationId xmlns:a16="http://schemas.microsoft.com/office/drawing/2014/main" id="{7199321C-E3D3-4039-81DF-2213D39B5AA8}"/>
              </a:ext>
            </a:extLst>
          </p:cNvPr>
          <p:cNvGrpSpPr/>
          <p:nvPr/>
        </p:nvGrpSpPr>
        <p:grpSpPr>
          <a:xfrm>
            <a:off x="5483019" y="2260430"/>
            <a:ext cx="689181" cy="221852"/>
            <a:chOff x="5883564" y="3960551"/>
            <a:chExt cx="689181" cy="221852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CC55A52E-D658-4EB1-83D3-FE2CF729CD90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사용여부</a:t>
              </a:r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D4D45B10-0FB3-4555-9377-0AE45FA9D973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F5612056-A129-4C70-B3BD-E4EE01FF430F}"/>
              </a:ext>
            </a:extLst>
          </p:cNvPr>
          <p:cNvGrpSpPr/>
          <p:nvPr/>
        </p:nvGrpSpPr>
        <p:grpSpPr>
          <a:xfrm>
            <a:off x="6248916" y="2260430"/>
            <a:ext cx="948662" cy="221852"/>
            <a:chOff x="6248916" y="3960551"/>
            <a:chExt cx="948662" cy="221852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19FC85FC-07A3-4F54-AC34-16462152627C}"/>
                </a:ext>
              </a:extLst>
            </p:cNvPr>
            <p:cNvSpPr/>
            <p:nvPr/>
          </p:nvSpPr>
          <p:spPr>
            <a:xfrm>
              <a:off x="6248916" y="3960551"/>
              <a:ext cx="948662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코드상세이름</a:t>
              </a: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C316F140-474B-4257-9A52-E7584F603DC1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CBB22022-B18E-4A41-B5B6-D73FB8C3F9B8}"/>
              </a:ext>
            </a:extLst>
          </p:cNvPr>
          <p:cNvSpPr/>
          <p:nvPr/>
        </p:nvSpPr>
        <p:spPr>
          <a:xfrm>
            <a:off x="1530419" y="4136072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0FA90F2A-3DA8-4936-93F2-6EFC092FE8D8}"/>
              </a:ext>
            </a:extLst>
          </p:cNvPr>
          <p:cNvGrpSpPr/>
          <p:nvPr/>
        </p:nvGrpSpPr>
        <p:grpSpPr>
          <a:xfrm>
            <a:off x="8296611" y="4125592"/>
            <a:ext cx="876812" cy="235209"/>
            <a:chOff x="8296611" y="6136735"/>
            <a:chExt cx="876812" cy="235209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0D97F8D6-5555-43E1-814F-44C8C98887CF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59" name="이등변 삼각형 58">
              <a:extLst>
                <a:ext uri="{FF2B5EF4-FFF2-40B4-BE49-F238E27FC236}">
                  <a16:creationId xmlns:a16="http://schemas.microsoft.com/office/drawing/2014/main" id="{EDA75EF3-27CF-4480-A276-4C2BF505C94C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9325DDD-8163-487D-A887-269B4EF09798}"/>
              </a:ext>
            </a:extLst>
          </p:cNvPr>
          <p:cNvSpPr/>
          <p:nvPr/>
        </p:nvSpPr>
        <p:spPr>
          <a:xfrm>
            <a:off x="8765632" y="305114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472354D8-39B1-46FD-B3DF-C946CFC0A630}"/>
              </a:ext>
            </a:extLst>
          </p:cNvPr>
          <p:cNvSpPr/>
          <p:nvPr/>
        </p:nvSpPr>
        <p:spPr>
          <a:xfrm>
            <a:off x="8765632" y="3596064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20023594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게시판 그룹 상세조회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게시판 그룹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게시판 그룹 상세조회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게시판 그룹 상세조회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58CC0E7-87BA-4968-8B76-D8EF153B3183}"/>
              </a:ext>
            </a:extLst>
          </p:cNvPr>
          <p:cNvSpPr/>
          <p:nvPr/>
        </p:nvSpPr>
        <p:spPr>
          <a:xfrm>
            <a:off x="1538592" y="2268111"/>
            <a:ext cx="7674170" cy="423790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BAE9A43E-90DF-4DD6-B73D-925B749E878D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0A7F4ED-0C6B-48D7-A490-8D9E4ADA83EB}"/>
              </a:ext>
            </a:extLst>
          </p:cNvPr>
          <p:cNvSpPr txBox="1"/>
          <p:nvPr/>
        </p:nvSpPr>
        <p:spPr>
          <a:xfrm>
            <a:off x="1680394" y="270795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코드상세순번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6289B9-81A0-406D-891C-9ACB66937A41}"/>
              </a:ext>
            </a:extLst>
          </p:cNvPr>
          <p:cNvSpPr txBox="1"/>
          <p:nvPr/>
        </p:nvSpPr>
        <p:spPr>
          <a:xfrm>
            <a:off x="1680394" y="306018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코드상세이름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8447A1-FD53-4073-9A1F-133BFCF2310B}"/>
              </a:ext>
            </a:extLst>
          </p:cNvPr>
          <p:cNvSpPr txBox="1"/>
          <p:nvPr/>
        </p:nvSpPr>
        <p:spPr>
          <a:xfrm>
            <a:off x="1680394" y="352864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코드상세설명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78CDCD-2F58-489B-A70B-C00B395AC162}"/>
              </a:ext>
            </a:extLst>
          </p:cNvPr>
          <p:cNvSpPr txBox="1"/>
          <p:nvPr/>
        </p:nvSpPr>
        <p:spPr>
          <a:xfrm>
            <a:off x="1680394" y="620833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사용여부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191EE7BB-2210-48FA-8769-824078336D9C}"/>
              </a:ext>
            </a:extLst>
          </p:cNvPr>
          <p:cNvCxnSpPr>
            <a:cxnSpLocks/>
          </p:cNvCxnSpPr>
          <p:nvPr/>
        </p:nvCxnSpPr>
        <p:spPr>
          <a:xfrm>
            <a:off x="1680394" y="2961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D26822C8-4F89-4855-B853-2CD81866A18E}"/>
              </a:ext>
            </a:extLst>
          </p:cNvPr>
          <p:cNvCxnSpPr>
            <a:cxnSpLocks/>
          </p:cNvCxnSpPr>
          <p:nvPr/>
        </p:nvCxnSpPr>
        <p:spPr>
          <a:xfrm>
            <a:off x="1680394" y="331379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9E3DBC5-819E-46C8-8240-11665E292234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코드이름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7BFCAAB6-0CA8-4C9F-97B6-D22E7655FC6E}"/>
              </a:ext>
            </a:extLst>
          </p:cNvPr>
          <p:cNvSpPr/>
          <p:nvPr/>
        </p:nvSpPr>
        <p:spPr>
          <a:xfrm>
            <a:off x="2804599" y="2707296"/>
            <a:ext cx="4108218" cy="216765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2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03FFF9CC-2240-43CF-9484-3D8C93E51C7F}"/>
              </a:ext>
            </a:extLst>
          </p:cNvPr>
          <p:cNvSpPr/>
          <p:nvPr/>
        </p:nvSpPr>
        <p:spPr>
          <a:xfrm>
            <a:off x="2804599" y="3052907"/>
            <a:ext cx="4108218" cy="216765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포토형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900809C-5D0E-4DE5-B0A9-FC9A817D7307}"/>
              </a:ext>
            </a:extLst>
          </p:cNvPr>
          <p:cNvSpPr/>
          <p:nvPr/>
        </p:nvSpPr>
        <p:spPr>
          <a:xfrm>
            <a:off x="2804599" y="3406235"/>
            <a:ext cx="4108218" cy="373923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 err="1">
                <a:solidFill>
                  <a:schemeClr val="tx1"/>
                </a:solidFill>
              </a:rPr>
              <a:t>포토형게시판입니다</a:t>
            </a:r>
            <a:r>
              <a:rPr lang="en-US" altLang="ko-KR" sz="800" dirty="0">
                <a:solidFill>
                  <a:schemeClr val="tx1"/>
                </a:solidFill>
              </a:rPr>
              <a:t>. … ~~~~~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6065DA7-943F-418A-9137-1E480EF777C1}"/>
              </a:ext>
            </a:extLst>
          </p:cNvPr>
          <p:cNvSpPr/>
          <p:nvPr/>
        </p:nvSpPr>
        <p:spPr>
          <a:xfrm>
            <a:off x="2846894" y="6182599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25486DD-A161-4CF3-AA86-11CFA223959B}"/>
              </a:ext>
            </a:extLst>
          </p:cNvPr>
          <p:cNvSpPr/>
          <p:nvPr/>
        </p:nvSpPr>
        <p:spPr>
          <a:xfrm>
            <a:off x="3076054" y="6197032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9F8AFAE7-3AE0-4289-BFCD-55AE64BACFCE}"/>
              </a:ext>
            </a:extLst>
          </p:cNvPr>
          <p:cNvSpPr/>
          <p:nvPr/>
        </p:nvSpPr>
        <p:spPr>
          <a:xfrm>
            <a:off x="5266500" y="6529954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CAF25732-BD6B-471A-AA7A-752A05C142D3}"/>
              </a:ext>
            </a:extLst>
          </p:cNvPr>
          <p:cNvSpPr/>
          <p:nvPr/>
        </p:nvSpPr>
        <p:spPr>
          <a:xfrm>
            <a:off x="4237546" y="6529954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삭제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11F9D3F-8416-4B8F-8F01-EB18E9C6F6F0}"/>
              </a:ext>
            </a:extLst>
          </p:cNvPr>
          <p:cNvSpPr txBox="1"/>
          <p:nvPr/>
        </p:nvSpPr>
        <p:spPr>
          <a:xfrm>
            <a:off x="2145663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FEC7F2D-D660-4572-BDE2-15D9183C01EF}"/>
              </a:ext>
            </a:extLst>
          </p:cNvPr>
          <p:cNvSpPr txBox="1"/>
          <p:nvPr/>
        </p:nvSpPr>
        <p:spPr>
          <a:xfrm>
            <a:off x="2317676" y="262791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B4A1E-60CE-4175-9CDB-9BF5AABAE935}"/>
              </a:ext>
            </a:extLst>
          </p:cNvPr>
          <p:cNvSpPr txBox="1"/>
          <p:nvPr/>
        </p:nvSpPr>
        <p:spPr>
          <a:xfrm>
            <a:off x="2338384" y="297405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76DED61-CB7A-4453-8DDD-C5A5E0D3514E}"/>
              </a:ext>
            </a:extLst>
          </p:cNvPr>
          <p:cNvSpPr txBox="1"/>
          <p:nvPr/>
        </p:nvSpPr>
        <p:spPr>
          <a:xfrm>
            <a:off x="2145663" y="6098326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E897472-2BC3-4CFD-BA21-7C4060CAB38A}"/>
              </a:ext>
            </a:extLst>
          </p:cNvPr>
          <p:cNvSpPr/>
          <p:nvPr/>
        </p:nvSpPr>
        <p:spPr>
          <a:xfrm>
            <a:off x="2793369" y="2354585"/>
            <a:ext cx="2115024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ysClr val="windowText" lastClr="000000"/>
                </a:solidFill>
              </a:rPr>
              <a:t>게시판구분코드 </a:t>
            </a:r>
            <a:r>
              <a:rPr lang="en-US" altLang="ko-KR" sz="800" dirty="0">
                <a:solidFill>
                  <a:sysClr val="windowText" lastClr="000000"/>
                </a:solidFill>
              </a:rPr>
              <a:t>[BBS_SE_CD]</a:t>
            </a:r>
            <a:endParaRPr lang="ko-KR" altLang="en-US" sz="800" dirty="0">
              <a:solidFill>
                <a:sysClr val="windowText" lastClr="000000"/>
              </a:solidFill>
            </a:endParaRP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57F4B59E-57B2-4D2E-B191-116CE29DAF1D}"/>
              </a:ext>
            </a:extLst>
          </p:cNvPr>
          <p:cNvCxnSpPr>
            <a:cxnSpLocks/>
          </p:cNvCxnSpPr>
          <p:nvPr/>
        </p:nvCxnSpPr>
        <p:spPr>
          <a:xfrm>
            <a:off x="1680394" y="381977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7F6DBAD-130B-4048-BAD1-E078B031DD9A}"/>
              </a:ext>
            </a:extLst>
          </p:cNvPr>
          <p:cNvSpPr txBox="1"/>
          <p:nvPr/>
        </p:nvSpPr>
        <p:spPr>
          <a:xfrm>
            <a:off x="1680394" y="393245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1" name="직선 연결선 40">
            <a:extLst>
              <a:ext uri="{FF2B5EF4-FFF2-40B4-BE49-F238E27FC236}">
                <a16:creationId xmlns:a16="http://schemas.microsoft.com/office/drawing/2014/main" id="{4ADA1034-32E6-453E-9C1F-1AAAAC602F5B}"/>
              </a:ext>
            </a:extLst>
          </p:cNvPr>
          <p:cNvCxnSpPr>
            <a:cxnSpLocks/>
          </p:cNvCxnSpPr>
          <p:nvPr/>
        </p:nvCxnSpPr>
        <p:spPr>
          <a:xfrm>
            <a:off x="1680394" y="4186061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6B2C55E7-0C95-4A5C-BDED-C68E2E87F576}"/>
              </a:ext>
            </a:extLst>
          </p:cNvPr>
          <p:cNvSpPr/>
          <p:nvPr/>
        </p:nvSpPr>
        <p:spPr>
          <a:xfrm>
            <a:off x="2804599" y="3925171"/>
            <a:ext cx="4108218" cy="216765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tx1"/>
                </a:solidFill>
              </a:rPr>
              <a:t>photo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45CD834-B3E9-4035-90AD-07539529FD2C}"/>
              </a:ext>
            </a:extLst>
          </p:cNvPr>
          <p:cNvSpPr txBox="1"/>
          <p:nvPr/>
        </p:nvSpPr>
        <p:spPr>
          <a:xfrm>
            <a:off x="2338384" y="384631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0AFACB-ED41-43C8-A0E0-06493CCC9216}"/>
              </a:ext>
            </a:extLst>
          </p:cNvPr>
          <p:cNvSpPr txBox="1"/>
          <p:nvPr/>
        </p:nvSpPr>
        <p:spPr>
          <a:xfrm>
            <a:off x="1680394" y="430670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CEF73CE5-36B9-4FB8-9953-C31CA34EA55C}"/>
              </a:ext>
            </a:extLst>
          </p:cNvPr>
          <p:cNvCxnSpPr>
            <a:cxnSpLocks/>
          </p:cNvCxnSpPr>
          <p:nvPr/>
        </p:nvCxnSpPr>
        <p:spPr>
          <a:xfrm>
            <a:off x="1680394" y="456031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9EEBA7FE-8B05-4077-A08A-BDE84D652CC6}"/>
              </a:ext>
            </a:extLst>
          </p:cNvPr>
          <p:cNvSpPr/>
          <p:nvPr/>
        </p:nvSpPr>
        <p:spPr>
          <a:xfrm>
            <a:off x="2804599" y="4299426"/>
            <a:ext cx="4108218" cy="216765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A0CB5E-50A2-4718-A4F5-54A5949A35EE}"/>
              </a:ext>
            </a:extLst>
          </p:cNvPr>
          <p:cNvSpPr txBox="1"/>
          <p:nvPr/>
        </p:nvSpPr>
        <p:spPr>
          <a:xfrm>
            <a:off x="1680394" y="465132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5A8996FD-4DF8-472C-B453-7F205BCDB420}"/>
              </a:ext>
            </a:extLst>
          </p:cNvPr>
          <p:cNvCxnSpPr>
            <a:cxnSpLocks/>
          </p:cNvCxnSpPr>
          <p:nvPr/>
        </p:nvCxnSpPr>
        <p:spPr>
          <a:xfrm>
            <a:off x="1680394" y="490493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D698FAB3-65C9-4033-A9B8-4A0B27AC3B95}"/>
              </a:ext>
            </a:extLst>
          </p:cNvPr>
          <p:cNvSpPr/>
          <p:nvPr/>
        </p:nvSpPr>
        <p:spPr>
          <a:xfrm>
            <a:off x="2804599" y="4644045"/>
            <a:ext cx="4108218" cy="216765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9737649-D8ED-42BC-A109-1CA4272B50A0}"/>
              </a:ext>
            </a:extLst>
          </p:cNvPr>
          <p:cNvSpPr txBox="1"/>
          <p:nvPr/>
        </p:nvSpPr>
        <p:spPr>
          <a:xfrm>
            <a:off x="1680394" y="499537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8EB3AA34-D461-404F-ACF1-ED5259DC9D6E}"/>
              </a:ext>
            </a:extLst>
          </p:cNvPr>
          <p:cNvSpPr/>
          <p:nvPr/>
        </p:nvSpPr>
        <p:spPr>
          <a:xfrm>
            <a:off x="2804599" y="4988091"/>
            <a:ext cx="4108218" cy="216765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A1C9866-1C8E-4C15-A88B-8FE3349B2569}"/>
              </a:ext>
            </a:extLst>
          </p:cNvPr>
          <p:cNvCxnSpPr>
            <a:cxnSpLocks/>
          </p:cNvCxnSpPr>
          <p:nvPr/>
        </p:nvCxnSpPr>
        <p:spPr>
          <a:xfrm>
            <a:off x="1680394" y="526974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0ED474CD-A8D0-474B-A0AF-1BBB19C86FC5}"/>
              </a:ext>
            </a:extLst>
          </p:cNvPr>
          <p:cNvSpPr txBox="1"/>
          <p:nvPr/>
        </p:nvSpPr>
        <p:spPr>
          <a:xfrm>
            <a:off x="1680394" y="5340099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코드상세값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F09C3952-5DEB-465C-B54C-8F91A1FBD027}"/>
              </a:ext>
            </a:extLst>
          </p:cNvPr>
          <p:cNvSpPr/>
          <p:nvPr/>
        </p:nvSpPr>
        <p:spPr>
          <a:xfrm>
            <a:off x="2804599" y="5332819"/>
            <a:ext cx="4108218" cy="216765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021278D-F20B-42F1-BC6D-7C44C916D82C}"/>
              </a:ext>
            </a:extLst>
          </p:cNvPr>
          <p:cNvCxnSpPr>
            <a:cxnSpLocks/>
          </p:cNvCxnSpPr>
          <p:nvPr/>
        </p:nvCxnSpPr>
        <p:spPr>
          <a:xfrm>
            <a:off x="1680394" y="561447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96AEE2F5-D14E-4000-837C-6CEC4E29BB96}"/>
              </a:ext>
            </a:extLst>
          </p:cNvPr>
          <p:cNvSpPr txBox="1"/>
          <p:nvPr/>
        </p:nvSpPr>
        <p:spPr>
          <a:xfrm>
            <a:off x="1680394" y="5782101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비고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D1F47CC-7DFE-48AF-878C-12933633B6A9}"/>
              </a:ext>
            </a:extLst>
          </p:cNvPr>
          <p:cNvSpPr/>
          <p:nvPr/>
        </p:nvSpPr>
        <p:spPr>
          <a:xfrm>
            <a:off x="2804599" y="5659696"/>
            <a:ext cx="4108218" cy="373923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</a:rPr>
              <a:t>비고입니다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5326E9B4-229C-4676-979F-FAB6F383F728}"/>
              </a:ext>
            </a:extLst>
          </p:cNvPr>
          <p:cNvCxnSpPr>
            <a:cxnSpLocks/>
          </p:cNvCxnSpPr>
          <p:nvPr/>
        </p:nvCxnSpPr>
        <p:spPr>
          <a:xfrm>
            <a:off x="1680394" y="6073231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6BE8878C-FCC3-4B12-8C2F-1325ECB36580}"/>
              </a:ext>
            </a:extLst>
          </p:cNvPr>
          <p:cNvSpPr/>
          <p:nvPr/>
        </p:nvSpPr>
        <p:spPr>
          <a:xfrm>
            <a:off x="1531277" y="6548570"/>
            <a:ext cx="641337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목록</a:t>
            </a:r>
            <a:endParaRPr lang="en-US" altLang="ko-KR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75262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게시판 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게시판 등록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게시판 등록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게시판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77340677-35C7-4E94-BEEE-1FD5F79A71B9}"/>
              </a:ext>
            </a:extLst>
          </p:cNvPr>
          <p:cNvSpPr/>
          <p:nvPr/>
        </p:nvSpPr>
        <p:spPr>
          <a:xfrm>
            <a:off x="1531277" y="2268112"/>
            <a:ext cx="7674170" cy="300016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87E1983-738B-4113-8A9A-6991C5A6A8A7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F0D773-0B48-4B7B-9386-A2A67CCDDD9B}"/>
              </a:ext>
            </a:extLst>
          </p:cNvPr>
          <p:cNvSpPr txBox="1"/>
          <p:nvPr/>
        </p:nvSpPr>
        <p:spPr>
          <a:xfrm>
            <a:off x="1680394" y="270795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이름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35CA797-E98B-45BC-BF6F-EAB8FCB6A332}"/>
              </a:ext>
            </a:extLst>
          </p:cNvPr>
          <p:cNvSpPr txBox="1"/>
          <p:nvPr/>
        </p:nvSpPr>
        <p:spPr>
          <a:xfrm>
            <a:off x="1680394" y="317698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안내문구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DEF3C5B-E425-4564-9393-D94343049C65}"/>
              </a:ext>
            </a:extLst>
          </p:cNvPr>
          <p:cNvSpPr txBox="1"/>
          <p:nvPr/>
        </p:nvSpPr>
        <p:spPr>
          <a:xfrm>
            <a:off x="1680394" y="410329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댓글 설정여부</a:t>
            </a:r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671B30BD-F01E-4492-A8FD-79FBF30B4F88}"/>
              </a:ext>
            </a:extLst>
          </p:cNvPr>
          <p:cNvCxnSpPr>
            <a:cxnSpLocks/>
          </p:cNvCxnSpPr>
          <p:nvPr/>
        </p:nvCxnSpPr>
        <p:spPr>
          <a:xfrm>
            <a:off x="1680394" y="2961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4C90DE8-2378-4CDB-BD02-9480BECD0411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구분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3CE26991-6C93-4017-94C5-5E419B14A4B8}"/>
              </a:ext>
            </a:extLst>
          </p:cNvPr>
          <p:cNvSpPr/>
          <p:nvPr/>
        </p:nvSpPr>
        <p:spPr>
          <a:xfrm>
            <a:off x="2804599" y="2707296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게시판 이름 입력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5D92CE65-13E9-4D8D-BCBD-3F673DB71801}"/>
              </a:ext>
            </a:extLst>
          </p:cNvPr>
          <p:cNvSpPr/>
          <p:nvPr/>
        </p:nvSpPr>
        <p:spPr>
          <a:xfrm>
            <a:off x="2804599" y="3054579"/>
            <a:ext cx="4108218" cy="373923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게시판 안내문구 입력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B7AA4805-511E-4308-A33C-BB15BE4C487A}"/>
              </a:ext>
            </a:extLst>
          </p:cNvPr>
          <p:cNvGrpSpPr/>
          <p:nvPr/>
        </p:nvGrpSpPr>
        <p:grpSpPr>
          <a:xfrm>
            <a:off x="2846894" y="4131782"/>
            <a:ext cx="428201" cy="215425"/>
            <a:chOff x="2846894" y="4077556"/>
            <a:chExt cx="428201" cy="215425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6E22B1CD-BAF1-4FCC-82EC-EA3FA82957BD}"/>
                </a:ext>
              </a:extLst>
            </p:cNvPr>
            <p:cNvSpPr/>
            <p:nvPr/>
          </p:nvSpPr>
          <p:spPr>
            <a:xfrm>
              <a:off x="2846894" y="4077556"/>
              <a:ext cx="428201" cy="215425"/>
            </a:xfrm>
            <a:prstGeom prst="roundRect">
              <a:avLst>
                <a:gd name="adj" fmla="val 50000"/>
              </a:avLst>
            </a:prstGeom>
            <a:solidFill>
              <a:srgbClr val="BA8AE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40588DD1-2CD6-4465-BD6E-EC3955DD66C2}"/>
                </a:ext>
              </a:extLst>
            </p:cNvPr>
            <p:cNvSpPr/>
            <p:nvPr/>
          </p:nvSpPr>
          <p:spPr>
            <a:xfrm>
              <a:off x="3076054" y="4091989"/>
              <a:ext cx="186558" cy="1865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1BB730A0-CEE0-4A75-BFD5-CFE77BF259D4}"/>
              </a:ext>
            </a:extLst>
          </p:cNvPr>
          <p:cNvSpPr txBox="1"/>
          <p:nvPr/>
        </p:nvSpPr>
        <p:spPr>
          <a:xfrm>
            <a:off x="2281278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E7017A-44FF-4B36-82D5-105CD43F52E4}"/>
              </a:ext>
            </a:extLst>
          </p:cNvPr>
          <p:cNvSpPr txBox="1"/>
          <p:nvPr/>
        </p:nvSpPr>
        <p:spPr>
          <a:xfrm>
            <a:off x="2317676" y="262791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F93EB8D-D546-4F17-9C2C-C115481EB79D}"/>
              </a:ext>
            </a:extLst>
          </p:cNvPr>
          <p:cNvSpPr txBox="1"/>
          <p:nvPr/>
        </p:nvSpPr>
        <p:spPr>
          <a:xfrm>
            <a:off x="2356385" y="399328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847C16DC-9389-40CC-AF38-5FBED573B883}"/>
              </a:ext>
            </a:extLst>
          </p:cNvPr>
          <p:cNvCxnSpPr>
            <a:cxnSpLocks/>
          </p:cNvCxnSpPr>
          <p:nvPr/>
        </p:nvCxnSpPr>
        <p:spPr>
          <a:xfrm>
            <a:off x="1680394" y="480460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48F1AFE-5EFB-4367-BCD9-67DA5FC63972}"/>
              </a:ext>
            </a:extLst>
          </p:cNvPr>
          <p:cNvSpPr txBox="1"/>
          <p:nvPr/>
        </p:nvSpPr>
        <p:spPr>
          <a:xfrm>
            <a:off x="2445479" y="3093376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339A8A06-29E6-4681-B2B6-D8BF6696DF74}"/>
              </a:ext>
            </a:extLst>
          </p:cNvPr>
          <p:cNvGrpSpPr/>
          <p:nvPr/>
        </p:nvGrpSpPr>
        <p:grpSpPr>
          <a:xfrm>
            <a:off x="2804599" y="2376052"/>
            <a:ext cx="1233995" cy="216765"/>
            <a:chOff x="2804599" y="2467855"/>
            <a:chExt cx="1233995" cy="216765"/>
          </a:xfrm>
        </p:grpSpPr>
        <p:sp>
          <p:nvSpPr>
            <p:cNvPr id="58" name="사각형: 둥근 모서리 57">
              <a:extLst>
                <a:ext uri="{FF2B5EF4-FFF2-40B4-BE49-F238E27FC236}">
                  <a16:creationId xmlns:a16="http://schemas.microsoft.com/office/drawing/2014/main" id="{AEC75CC3-A649-4ED6-A3BE-B6AEE14FBB42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게시판 구분 선택</a:t>
              </a:r>
            </a:p>
          </p:txBody>
        </p:sp>
        <p:sp>
          <p:nvSpPr>
            <p:cNvPr id="59" name="이등변 삼각형 58">
              <a:extLst>
                <a:ext uri="{FF2B5EF4-FFF2-40B4-BE49-F238E27FC236}">
                  <a16:creationId xmlns:a16="http://schemas.microsoft.com/office/drawing/2014/main" id="{36FDD727-BC30-48C9-A3E3-D9DB25A68509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0BCFA7E5-97B6-4EC5-95A0-EDDE91B52C48}"/>
              </a:ext>
            </a:extLst>
          </p:cNvPr>
          <p:cNvCxnSpPr>
            <a:cxnSpLocks/>
            <a:stCxn id="58" idx="3"/>
            <a:endCxn id="60" idx="1"/>
          </p:cNvCxnSpPr>
          <p:nvPr/>
        </p:nvCxnSpPr>
        <p:spPr>
          <a:xfrm>
            <a:off x="4038594" y="2484435"/>
            <a:ext cx="5430598" cy="811404"/>
          </a:xfrm>
          <a:prstGeom prst="line">
            <a:avLst/>
          </a:prstGeom>
          <a:ln w="12700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8A6C651-A6A2-4D3F-B24D-F451518DCDDE}"/>
              </a:ext>
            </a:extLst>
          </p:cNvPr>
          <p:cNvSpPr/>
          <p:nvPr/>
        </p:nvSpPr>
        <p:spPr>
          <a:xfrm>
            <a:off x="9469192" y="2845716"/>
            <a:ext cx="2368432" cy="90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/>
              <a:t>공통코드</a:t>
            </a:r>
            <a:r>
              <a:rPr lang="en-US" altLang="ko-KR" sz="1050" dirty="0"/>
              <a:t> (TB_CMMN_CD) </a:t>
            </a:r>
          </a:p>
          <a:p>
            <a:r>
              <a:rPr lang="ko-KR" altLang="en-US" sz="1050" dirty="0"/>
              <a:t> </a:t>
            </a:r>
            <a:r>
              <a:rPr lang="en-US" altLang="ko-KR" sz="1050" dirty="0"/>
              <a:t>&gt; [BBS_SE_CD] </a:t>
            </a:r>
            <a:r>
              <a:rPr lang="ko-KR" altLang="en-US" sz="1050" dirty="0"/>
              <a:t>목록 표출</a:t>
            </a:r>
            <a:endParaRPr lang="en-US" altLang="ko-KR" sz="1050" dirty="0"/>
          </a:p>
          <a:p>
            <a:endParaRPr lang="en-US" altLang="ko-KR" sz="1050" dirty="0"/>
          </a:p>
          <a:p>
            <a:r>
              <a:rPr lang="ko-KR" altLang="en-US" sz="1050" dirty="0"/>
              <a:t> </a:t>
            </a:r>
            <a:r>
              <a:rPr lang="en-US" altLang="ko-KR" sz="1050" dirty="0"/>
              <a:t>- </a:t>
            </a:r>
            <a:r>
              <a:rPr lang="ko-KR" altLang="en-US" sz="1050" dirty="0"/>
              <a:t>포토형</a:t>
            </a:r>
            <a:endParaRPr lang="en-US" altLang="ko-KR" sz="1050" dirty="0"/>
          </a:p>
          <a:p>
            <a:r>
              <a:rPr lang="ko-KR" altLang="en-US" sz="1050" dirty="0"/>
              <a:t> </a:t>
            </a:r>
            <a:r>
              <a:rPr lang="en-US" altLang="ko-KR" sz="1050" dirty="0"/>
              <a:t>- </a:t>
            </a:r>
            <a:r>
              <a:rPr lang="ko-KR" altLang="en-US" sz="1050" dirty="0"/>
              <a:t>리스트형</a:t>
            </a:r>
            <a:endParaRPr lang="en-US" altLang="ko-KR" sz="1050" dirty="0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830080F9-5003-484D-B15D-1622E6AEF040}"/>
              </a:ext>
            </a:extLst>
          </p:cNvPr>
          <p:cNvCxnSpPr>
            <a:cxnSpLocks/>
          </p:cNvCxnSpPr>
          <p:nvPr/>
        </p:nvCxnSpPr>
        <p:spPr>
          <a:xfrm>
            <a:off x="1680394" y="3520789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143977E3-C143-4617-B9AB-7EC2F8E37C6A}"/>
              </a:ext>
            </a:extLst>
          </p:cNvPr>
          <p:cNvSpPr txBox="1"/>
          <p:nvPr/>
        </p:nvSpPr>
        <p:spPr>
          <a:xfrm>
            <a:off x="1680394" y="369654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설명 </a:t>
            </a:r>
          </a:p>
        </p:txBody>
      </p: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82D00847-995C-4B0A-ABC6-7EBE200A14E0}"/>
              </a:ext>
            </a:extLst>
          </p:cNvPr>
          <p:cNvSpPr/>
          <p:nvPr/>
        </p:nvSpPr>
        <p:spPr>
          <a:xfrm>
            <a:off x="2804599" y="3574140"/>
            <a:ext cx="4108218" cy="373923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게시판 설명 입력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FA45BB2-C385-4216-A974-FADC6B7880DF}"/>
              </a:ext>
            </a:extLst>
          </p:cNvPr>
          <p:cNvSpPr txBox="1"/>
          <p:nvPr/>
        </p:nvSpPr>
        <p:spPr>
          <a:xfrm>
            <a:off x="2258695" y="361293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3414ED6F-0505-4BD2-B63F-5D64976D8074}"/>
              </a:ext>
            </a:extLst>
          </p:cNvPr>
          <p:cNvCxnSpPr>
            <a:cxnSpLocks/>
          </p:cNvCxnSpPr>
          <p:nvPr/>
        </p:nvCxnSpPr>
        <p:spPr>
          <a:xfrm>
            <a:off x="1680394" y="404035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2748A8-AA2B-4903-B7B4-78034CACC829}"/>
              </a:ext>
            </a:extLst>
          </p:cNvPr>
          <p:cNvSpPr txBox="1"/>
          <p:nvPr/>
        </p:nvSpPr>
        <p:spPr>
          <a:xfrm>
            <a:off x="1680394" y="448374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공개여부</a:t>
            </a: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5194F64-46F5-4BBF-B457-F9D7122B2280}"/>
              </a:ext>
            </a:extLst>
          </p:cNvPr>
          <p:cNvGrpSpPr/>
          <p:nvPr/>
        </p:nvGrpSpPr>
        <p:grpSpPr>
          <a:xfrm>
            <a:off x="2846894" y="4512238"/>
            <a:ext cx="428201" cy="215425"/>
            <a:chOff x="2846894" y="4077556"/>
            <a:chExt cx="428201" cy="215425"/>
          </a:xfrm>
        </p:grpSpPr>
        <p:sp>
          <p:nvSpPr>
            <p:cNvPr id="70" name="사각형: 둥근 모서리 69">
              <a:extLst>
                <a:ext uri="{FF2B5EF4-FFF2-40B4-BE49-F238E27FC236}">
                  <a16:creationId xmlns:a16="http://schemas.microsoft.com/office/drawing/2014/main" id="{A6A583C7-42E5-4201-9B29-E1CEA25C089A}"/>
                </a:ext>
              </a:extLst>
            </p:cNvPr>
            <p:cNvSpPr/>
            <p:nvPr/>
          </p:nvSpPr>
          <p:spPr>
            <a:xfrm>
              <a:off x="2846894" y="4077556"/>
              <a:ext cx="428201" cy="215425"/>
            </a:xfrm>
            <a:prstGeom prst="roundRect">
              <a:avLst>
                <a:gd name="adj" fmla="val 50000"/>
              </a:avLst>
            </a:prstGeom>
            <a:solidFill>
              <a:srgbClr val="BA8AE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EAB60DA3-1DA5-4A00-8967-4B360698E638}"/>
                </a:ext>
              </a:extLst>
            </p:cNvPr>
            <p:cNvSpPr/>
            <p:nvPr/>
          </p:nvSpPr>
          <p:spPr>
            <a:xfrm>
              <a:off x="3076054" y="4091989"/>
              <a:ext cx="186558" cy="1865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72" name="직선 연결선 71">
            <a:extLst>
              <a:ext uri="{FF2B5EF4-FFF2-40B4-BE49-F238E27FC236}">
                <a16:creationId xmlns:a16="http://schemas.microsoft.com/office/drawing/2014/main" id="{A0D3042C-F88A-4643-AF9A-102BECD377AB}"/>
              </a:ext>
            </a:extLst>
          </p:cNvPr>
          <p:cNvCxnSpPr>
            <a:cxnSpLocks/>
          </p:cNvCxnSpPr>
          <p:nvPr/>
        </p:nvCxnSpPr>
        <p:spPr>
          <a:xfrm>
            <a:off x="1680394" y="442080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2B3A5DD1-C4A3-4798-B742-8B04C2981F9E}"/>
              </a:ext>
            </a:extLst>
          </p:cNvPr>
          <p:cNvSpPr txBox="1"/>
          <p:nvPr/>
        </p:nvSpPr>
        <p:spPr>
          <a:xfrm>
            <a:off x="2192742" y="4432438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graphicFrame>
        <p:nvGraphicFramePr>
          <p:cNvPr id="75" name="표 74">
            <a:extLst>
              <a:ext uri="{FF2B5EF4-FFF2-40B4-BE49-F238E27FC236}">
                <a16:creationId xmlns:a16="http://schemas.microsoft.com/office/drawing/2014/main" id="{CF9FE175-B618-4CF0-83E0-F0E9DC97A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9230692"/>
              </p:ext>
            </p:extLst>
          </p:nvPr>
        </p:nvGraphicFramePr>
        <p:xfrm>
          <a:off x="9517697" y="777497"/>
          <a:ext cx="1233995" cy="17868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995">
                  <a:extLst>
                    <a:ext uri="{9D8B030D-6E8A-4147-A177-3AD203B41FA5}">
                      <a16:colId xmlns:a16="http://schemas.microsoft.com/office/drawing/2014/main" val="2893909895"/>
                    </a:ext>
                  </a:extLst>
                </a:gridCol>
              </a:tblGrid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게시판구분코드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322990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게시판이름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1061543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게시판안내문구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4602778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게시판설명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515750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댓글설정여부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2619048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공개여부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5273588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사용여부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8721014"/>
                  </a:ext>
                </a:extLst>
              </a:tr>
            </a:tbl>
          </a:graphicData>
        </a:graphic>
      </p:graphicFrame>
      <p:graphicFrame>
        <p:nvGraphicFramePr>
          <p:cNvPr id="77" name="표 76">
            <a:extLst>
              <a:ext uri="{FF2B5EF4-FFF2-40B4-BE49-F238E27FC236}">
                <a16:creationId xmlns:a16="http://schemas.microsoft.com/office/drawing/2014/main" id="{F06BD451-55C0-4904-89CE-EE53B0993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0854078"/>
              </p:ext>
            </p:extLst>
          </p:nvPr>
        </p:nvGraphicFramePr>
        <p:xfrm>
          <a:off x="10816446" y="777497"/>
          <a:ext cx="1233995" cy="17868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995">
                  <a:extLst>
                    <a:ext uri="{9D8B030D-6E8A-4147-A177-3AD203B41FA5}">
                      <a16:colId xmlns:a16="http://schemas.microsoft.com/office/drawing/2014/main" val="3539931166"/>
                    </a:ext>
                  </a:extLst>
                </a:gridCol>
              </a:tblGrid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BBS_SE_CD</a:t>
                      </a:r>
                      <a:endParaRPr 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5428183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BBS_NM</a:t>
                      </a:r>
                      <a:endParaRPr 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94308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BBS_GDCC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957580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BBS_DC</a:t>
                      </a:r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3991467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ANSWER_SET_YN</a:t>
                      </a:r>
                      <a:endParaRPr 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227195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OPEN_YN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18508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USE_YN</a:t>
                      </a:r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6071292"/>
                  </a:ext>
                </a:extLst>
              </a:tr>
            </a:tbl>
          </a:graphicData>
        </a:graphic>
      </p:graphicFrame>
      <p:sp>
        <p:nvSpPr>
          <p:cNvPr id="79" name="TextBox 78">
            <a:extLst>
              <a:ext uri="{FF2B5EF4-FFF2-40B4-BE49-F238E27FC236}">
                <a16:creationId xmlns:a16="http://schemas.microsoft.com/office/drawing/2014/main" id="{911B65F0-05EF-45F2-8166-DFE598529C0F}"/>
              </a:ext>
            </a:extLst>
          </p:cNvPr>
          <p:cNvSpPr txBox="1"/>
          <p:nvPr/>
        </p:nvSpPr>
        <p:spPr>
          <a:xfrm>
            <a:off x="1680394" y="484932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사용여부</a:t>
            </a:r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544E7377-6383-4081-B7EB-15EAD76F613E}"/>
              </a:ext>
            </a:extLst>
          </p:cNvPr>
          <p:cNvGrpSpPr/>
          <p:nvPr/>
        </p:nvGrpSpPr>
        <p:grpSpPr>
          <a:xfrm>
            <a:off x="2846894" y="4877812"/>
            <a:ext cx="428201" cy="215425"/>
            <a:chOff x="2846894" y="4077556"/>
            <a:chExt cx="428201" cy="215425"/>
          </a:xfrm>
        </p:grpSpPr>
        <p:sp>
          <p:nvSpPr>
            <p:cNvPr id="81" name="사각형: 둥근 모서리 80">
              <a:extLst>
                <a:ext uri="{FF2B5EF4-FFF2-40B4-BE49-F238E27FC236}">
                  <a16:creationId xmlns:a16="http://schemas.microsoft.com/office/drawing/2014/main" id="{B341E2A1-3DCA-4633-82DA-DEC932817E9F}"/>
                </a:ext>
              </a:extLst>
            </p:cNvPr>
            <p:cNvSpPr/>
            <p:nvPr/>
          </p:nvSpPr>
          <p:spPr>
            <a:xfrm>
              <a:off x="2846894" y="4077556"/>
              <a:ext cx="428201" cy="215425"/>
            </a:xfrm>
            <a:prstGeom prst="roundRect">
              <a:avLst>
                <a:gd name="adj" fmla="val 50000"/>
              </a:avLst>
            </a:prstGeom>
            <a:solidFill>
              <a:srgbClr val="BA8AE3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76A38EFD-C9EC-49B4-9610-7B9F032FB8EB}"/>
                </a:ext>
              </a:extLst>
            </p:cNvPr>
            <p:cNvSpPr/>
            <p:nvPr/>
          </p:nvSpPr>
          <p:spPr>
            <a:xfrm>
              <a:off x="3076054" y="4091989"/>
              <a:ext cx="186558" cy="18655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TextBox 82">
            <a:extLst>
              <a:ext uri="{FF2B5EF4-FFF2-40B4-BE49-F238E27FC236}">
                <a16:creationId xmlns:a16="http://schemas.microsoft.com/office/drawing/2014/main" id="{0A8E8833-48CC-441D-8321-EA32ADB0BABD}"/>
              </a:ext>
            </a:extLst>
          </p:cNvPr>
          <p:cNvSpPr txBox="1"/>
          <p:nvPr/>
        </p:nvSpPr>
        <p:spPr>
          <a:xfrm>
            <a:off x="2222915" y="480599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84" name="사각형: 둥근 모서리 83">
            <a:extLst>
              <a:ext uri="{FF2B5EF4-FFF2-40B4-BE49-F238E27FC236}">
                <a16:creationId xmlns:a16="http://schemas.microsoft.com/office/drawing/2014/main" id="{EF5FA615-4EEE-497B-BFFF-EFF9BB776FFC}"/>
              </a:ext>
            </a:extLst>
          </p:cNvPr>
          <p:cNvSpPr/>
          <p:nvPr/>
        </p:nvSpPr>
        <p:spPr>
          <a:xfrm>
            <a:off x="5266500" y="5400100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:a16="http://schemas.microsoft.com/office/drawing/2014/main" id="{44BBB683-855F-4D63-B273-6875CAE36148}"/>
              </a:ext>
            </a:extLst>
          </p:cNvPr>
          <p:cNvSpPr/>
          <p:nvPr/>
        </p:nvSpPr>
        <p:spPr>
          <a:xfrm>
            <a:off x="4237546" y="5400100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07267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게시판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게시판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게시판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게시판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35F0EC8-95D6-4F90-BF34-37ABA12CD5DB}"/>
              </a:ext>
            </a:extLst>
          </p:cNvPr>
          <p:cNvSpPr/>
          <p:nvPr/>
        </p:nvSpPr>
        <p:spPr>
          <a:xfrm>
            <a:off x="8615103" y="2260430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7C3D82D7-1263-49DA-8481-CCE247205D19}"/>
              </a:ext>
            </a:extLst>
          </p:cNvPr>
          <p:cNvSpPr/>
          <p:nvPr/>
        </p:nvSpPr>
        <p:spPr>
          <a:xfrm>
            <a:off x="7276777" y="2260430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0940CA3-EA32-4446-B84C-5A216AA46B82}"/>
              </a:ext>
            </a:extLst>
          </p:cNvPr>
          <p:cNvSpPr/>
          <p:nvPr/>
        </p:nvSpPr>
        <p:spPr>
          <a:xfrm>
            <a:off x="5313190" y="4125592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9A564890-9C81-44E4-9BE6-2CA9DF012E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6219161"/>
              </p:ext>
            </p:extLst>
          </p:nvPr>
        </p:nvGraphicFramePr>
        <p:xfrm>
          <a:off x="1531257" y="2538992"/>
          <a:ext cx="7668658" cy="14377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359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1098661">
                  <a:extLst>
                    <a:ext uri="{9D8B030D-6E8A-4147-A177-3AD203B41FA5}">
                      <a16:colId xmlns:a16="http://schemas.microsoft.com/office/drawing/2014/main" val="680519569"/>
                    </a:ext>
                  </a:extLst>
                </a:gridCol>
                <a:gridCol w="662108">
                  <a:extLst>
                    <a:ext uri="{9D8B030D-6E8A-4147-A177-3AD203B41FA5}">
                      <a16:colId xmlns:a16="http://schemas.microsoft.com/office/drawing/2014/main" val="167970061"/>
                    </a:ext>
                  </a:extLst>
                </a:gridCol>
                <a:gridCol w="894936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662107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663884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856781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2417822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게시판 구분 코드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댓글사용여부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공개여부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등록일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5444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포토형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이벤트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미사용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2023-12-31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5384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리스트형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공지사항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공개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2023-12-31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B2D46AAB-8685-4C7F-96F7-51C8A6BA628E}"/>
              </a:ext>
            </a:extLst>
          </p:cNvPr>
          <p:cNvGrpSpPr/>
          <p:nvPr/>
        </p:nvGrpSpPr>
        <p:grpSpPr>
          <a:xfrm>
            <a:off x="5883564" y="2260430"/>
            <a:ext cx="689181" cy="221852"/>
            <a:chOff x="5883564" y="3960551"/>
            <a:chExt cx="689181" cy="221852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FE0DAD7C-A8AD-48FE-84FD-BF51F98DC395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사용여부</a:t>
              </a:r>
            </a:p>
          </p:txBody>
        </p:sp>
        <p:sp>
          <p:nvSpPr>
            <p:cNvPr id="20" name="이등변 삼각형 19">
              <a:extLst>
                <a:ext uri="{FF2B5EF4-FFF2-40B4-BE49-F238E27FC236}">
                  <a16:creationId xmlns:a16="http://schemas.microsoft.com/office/drawing/2014/main" id="{5512A0A3-3BC0-4B9B-A43A-BADE230DE287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8C2CD7A2-FD4D-48CF-A87F-50AC94140C7A}"/>
              </a:ext>
            </a:extLst>
          </p:cNvPr>
          <p:cNvGrpSpPr/>
          <p:nvPr/>
        </p:nvGrpSpPr>
        <p:grpSpPr>
          <a:xfrm>
            <a:off x="6651988" y="2260430"/>
            <a:ext cx="545589" cy="221852"/>
            <a:chOff x="6651988" y="3960551"/>
            <a:chExt cx="545589" cy="221852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CD574D73-F941-4C1B-8908-1AB6C1ABF68A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27" name="이등변 삼각형 26">
              <a:extLst>
                <a:ext uri="{FF2B5EF4-FFF2-40B4-BE49-F238E27FC236}">
                  <a16:creationId xmlns:a16="http://schemas.microsoft.com/office/drawing/2014/main" id="{A4400F7E-5021-46F0-BEED-995E474F30E3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A587F9AF-BDFD-4CD2-98E1-AA22626F27E0}"/>
              </a:ext>
            </a:extLst>
          </p:cNvPr>
          <p:cNvSpPr/>
          <p:nvPr/>
        </p:nvSpPr>
        <p:spPr>
          <a:xfrm>
            <a:off x="1530419" y="4136072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6A22E529-A022-45AB-8BB4-30D16B0F31AA}"/>
              </a:ext>
            </a:extLst>
          </p:cNvPr>
          <p:cNvGrpSpPr/>
          <p:nvPr/>
        </p:nvGrpSpPr>
        <p:grpSpPr>
          <a:xfrm>
            <a:off x="8296611" y="4125592"/>
            <a:ext cx="876812" cy="235209"/>
            <a:chOff x="8296611" y="6136735"/>
            <a:chExt cx="876812" cy="235209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B06D6676-55D7-4EEF-98A7-C24817216619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31" name="이등변 삼각형 30">
              <a:extLst>
                <a:ext uri="{FF2B5EF4-FFF2-40B4-BE49-F238E27FC236}">
                  <a16:creationId xmlns:a16="http://schemas.microsoft.com/office/drawing/2014/main" id="{CEFCAD5F-3542-470C-8407-788ABB7315D0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E0C2780-3706-46DF-B86C-D166373A3A95}"/>
              </a:ext>
            </a:extLst>
          </p:cNvPr>
          <p:cNvSpPr/>
          <p:nvPr/>
        </p:nvSpPr>
        <p:spPr>
          <a:xfrm>
            <a:off x="7205826" y="305114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E4F3EA3-FB65-43DB-85C5-E0C32234D5C3}"/>
              </a:ext>
            </a:extLst>
          </p:cNvPr>
          <p:cNvSpPr/>
          <p:nvPr/>
        </p:nvSpPr>
        <p:spPr>
          <a:xfrm>
            <a:off x="7205826" y="3596064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173703B4-A8FA-48DD-A136-3775D8CC81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6159538"/>
              </p:ext>
            </p:extLst>
          </p:nvPr>
        </p:nvGraphicFramePr>
        <p:xfrm>
          <a:off x="9517697" y="777497"/>
          <a:ext cx="1233995" cy="17868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995">
                  <a:extLst>
                    <a:ext uri="{9D8B030D-6E8A-4147-A177-3AD203B41FA5}">
                      <a16:colId xmlns:a16="http://schemas.microsoft.com/office/drawing/2014/main" val="2893909895"/>
                    </a:ext>
                  </a:extLst>
                </a:gridCol>
              </a:tblGrid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게시판구분코드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322990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게시판이름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61061543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게시판안내문구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94602778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게시판설명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515750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댓글설정여부</a:t>
                      </a:r>
                      <a:endParaRPr lang="ko-KR" alt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32619048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>
                          <a:effectLst/>
                        </a:rPr>
                        <a:t>공개여부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5273588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000" u="none" strike="noStrike" dirty="0">
                          <a:effectLst/>
                        </a:rPr>
                        <a:t>사용여부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38721014"/>
                  </a:ext>
                </a:extLst>
              </a:tr>
            </a:tbl>
          </a:graphicData>
        </a:graphic>
      </p:graphicFrame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25AA0F90-3292-4E5B-B721-F5CA278084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868605"/>
              </p:ext>
            </p:extLst>
          </p:nvPr>
        </p:nvGraphicFramePr>
        <p:xfrm>
          <a:off x="10816446" y="777497"/>
          <a:ext cx="1233995" cy="17868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33995">
                  <a:extLst>
                    <a:ext uri="{9D8B030D-6E8A-4147-A177-3AD203B41FA5}">
                      <a16:colId xmlns:a16="http://schemas.microsoft.com/office/drawing/2014/main" val="3539931166"/>
                    </a:ext>
                  </a:extLst>
                </a:gridCol>
              </a:tblGrid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BBS_SE_CD</a:t>
                      </a:r>
                      <a:endParaRPr 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25428183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BBS_NM</a:t>
                      </a:r>
                      <a:endParaRPr 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89430802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BBS_GDCC</a:t>
                      </a:r>
                      <a:endParaRPr lang="en-US" sz="1000" b="0" i="0" u="none" strike="noStrike">
                        <a:effectLst/>
                        <a:latin typeface="Arial" panose="020B0604020202020204" pitchFamily="34" charset="0"/>
                        <a:ea typeface="돋움" panose="020B0600000101010101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957580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BBS_DC</a:t>
                      </a:r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43991467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ANSWER_SET_YN</a:t>
                      </a:r>
                      <a:endParaRPr lang="en-US" sz="1000" b="0" i="0" u="none" strike="noStrike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92271950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>
                          <a:effectLst/>
                        </a:rPr>
                        <a:t>OPEN_YN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185084"/>
                  </a:ext>
                </a:extLst>
              </a:tr>
              <a:tr h="25527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u="none" strike="noStrike" dirty="0">
                          <a:effectLst/>
                        </a:rPr>
                        <a:t>USE_YN</a:t>
                      </a:r>
                      <a:endParaRPr lang="en-US" sz="1000" b="0" i="0" u="none" strike="noStrike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6071292"/>
                  </a:ext>
                </a:extLst>
              </a:tr>
            </a:tbl>
          </a:graphicData>
        </a:graphic>
      </p:graphicFrame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8C04CEE8-F247-4AAE-862C-13D2C585C30E}"/>
              </a:ext>
            </a:extLst>
          </p:cNvPr>
          <p:cNvSpPr/>
          <p:nvPr/>
        </p:nvSpPr>
        <p:spPr>
          <a:xfrm>
            <a:off x="7710319" y="3050091"/>
            <a:ext cx="775313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게시물 관리</a:t>
            </a: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E0064CAA-B2AF-4B53-A0DC-541C7317328D}"/>
              </a:ext>
            </a:extLst>
          </p:cNvPr>
          <p:cNvSpPr/>
          <p:nvPr/>
        </p:nvSpPr>
        <p:spPr>
          <a:xfrm>
            <a:off x="7710319" y="3591226"/>
            <a:ext cx="775313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게시물 관리</a:t>
            </a:r>
          </a:p>
        </p:txBody>
      </p:sp>
    </p:spTree>
    <p:extLst>
      <p:ext uri="{BB962C8B-B14F-4D97-AF65-F5344CB8AC3E}">
        <p14:creationId xmlns:p14="http://schemas.microsoft.com/office/powerpoint/2010/main" val="389499407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게시판 상세조회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게시판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게시판 상세조회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게시판 상세조회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6B61231-9F7A-4FDD-AA62-D8FC7C85859F}"/>
              </a:ext>
            </a:extLst>
          </p:cNvPr>
          <p:cNvSpPr/>
          <p:nvPr/>
        </p:nvSpPr>
        <p:spPr>
          <a:xfrm>
            <a:off x="1531277" y="2268112"/>
            <a:ext cx="7674170" cy="3000165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AFF74D71-E70C-47C9-8427-37F74E08DD4C}"/>
              </a:ext>
            </a:extLst>
          </p:cNvPr>
          <p:cNvCxnSpPr>
            <a:cxnSpLocks/>
          </p:cNvCxnSpPr>
          <p:nvPr/>
        </p:nvCxnSpPr>
        <p:spPr>
          <a:xfrm>
            <a:off x="1680394" y="262022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897DEB2-5619-40BD-B351-7AC0AE5C6846}"/>
              </a:ext>
            </a:extLst>
          </p:cNvPr>
          <p:cNvSpPr txBox="1"/>
          <p:nvPr/>
        </p:nvSpPr>
        <p:spPr>
          <a:xfrm>
            <a:off x="1680394" y="270795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이름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D6FEF9D-F414-4B87-AC97-165F75ED4D1B}"/>
              </a:ext>
            </a:extLst>
          </p:cNvPr>
          <p:cNvSpPr txBox="1"/>
          <p:nvPr/>
        </p:nvSpPr>
        <p:spPr>
          <a:xfrm>
            <a:off x="1680394" y="317698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안내문구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BC057B-3D1D-42EE-96AF-868980DE4E88}"/>
              </a:ext>
            </a:extLst>
          </p:cNvPr>
          <p:cNvSpPr txBox="1"/>
          <p:nvPr/>
        </p:nvSpPr>
        <p:spPr>
          <a:xfrm>
            <a:off x="1680394" y="410329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댓글 설정여부</a:t>
            </a:r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02CDE8D-611B-423C-9F06-587DB26726E6}"/>
              </a:ext>
            </a:extLst>
          </p:cNvPr>
          <p:cNvCxnSpPr>
            <a:cxnSpLocks/>
          </p:cNvCxnSpPr>
          <p:nvPr/>
        </p:nvCxnSpPr>
        <p:spPr>
          <a:xfrm>
            <a:off x="1680394" y="2961085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2571C96-54A3-4D68-855C-176CC55E1E45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구분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2707D9A8-358D-4421-8A04-6550DCB1CD6C}"/>
              </a:ext>
            </a:extLst>
          </p:cNvPr>
          <p:cNvSpPr/>
          <p:nvPr/>
        </p:nvSpPr>
        <p:spPr>
          <a:xfrm>
            <a:off x="2804599" y="2707296"/>
            <a:ext cx="4108218" cy="216765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공지사항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2C90E6B5-5417-46A3-9D50-511A94C36A1B}"/>
              </a:ext>
            </a:extLst>
          </p:cNvPr>
          <p:cNvSpPr/>
          <p:nvPr/>
        </p:nvSpPr>
        <p:spPr>
          <a:xfrm>
            <a:off x="2804599" y="3054579"/>
            <a:ext cx="4108218" cy="373923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</a:rPr>
              <a:t>게시판 안내문구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사용자 화면에 표출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94D3AC1-8EAE-46C8-96A5-E76D07F755E4}"/>
              </a:ext>
            </a:extLst>
          </p:cNvPr>
          <p:cNvSpPr txBox="1"/>
          <p:nvPr/>
        </p:nvSpPr>
        <p:spPr>
          <a:xfrm>
            <a:off x="2281278" y="2331762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9595B5-D3AF-47A8-B56E-EA72E8A47832}"/>
              </a:ext>
            </a:extLst>
          </p:cNvPr>
          <p:cNvSpPr txBox="1"/>
          <p:nvPr/>
        </p:nvSpPr>
        <p:spPr>
          <a:xfrm>
            <a:off x="2317676" y="262791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D378FE-9464-4682-B022-C192CDE86882}"/>
              </a:ext>
            </a:extLst>
          </p:cNvPr>
          <p:cNvSpPr txBox="1"/>
          <p:nvPr/>
        </p:nvSpPr>
        <p:spPr>
          <a:xfrm>
            <a:off x="2356385" y="399328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6C7C436E-3A73-48E8-A216-48C93745AEB7}"/>
              </a:ext>
            </a:extLst>
          </p:cNvPr>
          <p:cNvCxnSpPr>
            <a:cxnSpLocks/>
          </p:cNvCxnSpPr>
          <p:nvPr/>
        </p:nvCxnSpPr>
        <p:spPr>
          <a:xfrm>
            <a:off x="1680394" y="480460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142283A6-9980-4A31-8B1E-3BE999AB9A34}"/>
              </a:ext>
            </a:extLst>
          </p:cNvPr>
          <p:cNvSpPr txBox="1"/>
          <p:nvPr/>
        </p:nvSpPr>
        <p:spPr>
          <a:xfrm>
            <a:off x="2445479" y="3093376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6A9991CB-F032-47F3-A7F4-A22934829A81}"/>
              </a:ext>
            </a:extLst>
          </p:cNvPr>
          <p:cNvGrpSpPr/>
          <p:nvPr/>
        </p:nvGrpSpPr>
        <p:grpSpPr>
          <a:xfrm>
            <a:off x="2804599" y="2376052"/>
            <a:ext cx="1233995" cy="216765"/>
            <a:chOff x="2804599" y="2467855"/>
            <a:chExt cx="1233995" cy="216765"/>
          </a:xfrm>
          <a:solidFill>
            <a:srgbClr val="DCDCDC"/>
          </a:solidFill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40FEF047-6614-41AE-B7E5-9C157A13AC4B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grp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리스트형</a:t>
              </a:r>
            </a:p>
          </p:txBody>
        </p:sp>
        <p:sp>
          <p:nvSpPr>
            <p:cNvPr id="37" name="이등변 삼각형 36">
              <a:extLst>
                <a:ext uri="{FF2B5EF4-FFF2-40B4-BE49-F238E27FC236}">
                  <a16:creationId xmlns:a16="http://schemas.microsoft.com/office/drawing/2014/main" id="{718A8292-191C-434B-832D-FB762EE19790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942CEBA-8D12-4D07-984C-B5D7252C7BC8}"/>
              </a:ext>
            </a:extLst>
          </p:cNvPr>
          <p:cNvCxnSpPr>
            <a:cxnSpLocks/>
          </p:cNvCxnSpPr>
          <p:nvPr/>
        </p:nvCxnSpPr>
        <p:spPr>
          <a:xfrm>
            <a:off x="1680394" y="3520789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FC7E2BE4-96BD-4D3A-AE5E-2B7CE93B24DA}"/>
              </a:ext>
            </a:extLst>
          </p:cNvPr>
          <p:cNvSpPr txBox="1"/>
          <p:nvPr/>
        </p:nvSpPr>
        <p:spPr>
          <a:xfrm>
            <a:off x="1680394" y="3696545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게시판 설명 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FE1DAA9E-B2EF-4206-8E6C-DF2B053B01BE}"/>
              </a:ext>
            </a:extLst>
          </p:cNvPr>
          <p:cNvSpPr/>
          <p:nvPr/>
        </p:nvSpPr>
        <p:spPr>
          <a:xfrm>
            <a:off x="2804599" y="3574140"/>
            <a:ext cx="4108218" cy="373923"/>
          </a:xfrm>
          <a:prstGeom prst="roundRect">
            <a:avLst>
              <a:gd name="adj" fmla="val 4583"/>
            </a:avLst>
          </a:prstGeom>
          <a:solidFill>
            <a:srgbClr val="DCDCDC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tx1"/>
                </a:solidFill>
              </a:rPr>
              <a:t>게시판 설명입니다</a:t>
            </a:r>
            <a:r>
              <a:rPr lang="en-US" altLang="ko-KR" sz="800" dirty="0">
                <a:solidFill>
                  <a:schemeClr val="tx1"/>
                </a:solidFill>
              </a:rPr>
              <a:t>.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1B6744C-C6C7-456C-873A-CD728C506EB8}"/>
              </a:ext>
            </a:extLst>
          </p:cNvPr>
          <p:cNvSpPr txBox="1"/>
          <p:nvPr/>
        </p:nvSpPr>
        <p:spPr>
          <a:xfrm>
            <a:off x="2258695" y="3612937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cxnSp>
        <p:nvCxnSpPr>
          <p:cNvPr id="43" name="직선 연결선 42">
            <a:extLst>
              <a:ext uri="{FF2B5EF4-FFF2-40B4-BE49-F238E27FC236}">
                <a16:creationId xmlns:a16="http://schemas.microsoft.com/office/drawing/2014/main" id="{8C770638-570C-4841-9334-605105D4E48D}"/>
              </a:ext>
            </a:extLst>
          </p:cNvPr>
          <p:cNvCxnSpPr>
            <a:cxnSpLocks/>
          </p:cNvCxnSpPr>
          <p:nvPr/>
        </p:nvCxnSpPr>
        <p:spPr>
          <a:xfrm>
            <a:off x="1680394" y="404035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9D67909-FCB6-4BE1-813F-3A6DB30933CE}"/>
              </a:ext>
            </a:extLst>
          </p:cNvPr>
          <p:cNvSpPr txBox="1"/>
          <p:nvPr/>
        </p:nvSpPr>
        <p:spPr>
          <a:xfrm>
            <a:off x="1680394" y="448374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공개여부</a:t>
            </a:r>
          </a:p>
        </p:txBody>
      </p: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3189CCCA-57DE-4046-B267-4AB2ACF4AFB7}"/>
              </a:ext>
            </a:extLst>
          </p:cNvPr>
          <p:cNvCxnSpPr>
            <a:cxnSpLocks/>
          </p:cNvCxnSpPr>
          <p:nvPr/>
        </p:nvCxnSpPr>
        <p:spPr>
          <a:xfrm>
            <a:off x="1680394" y="442080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7CAC40-3AAF-4AAF-AEA7-8C6A8753A590}"/>
              </a:ext>
            </a:extLst>
          </p:cNvPr>
          <p:cNvSpPr txBox="1"/>
          <p:nvPr/>
        </p:nvSpPr>
        <p:spPr>
          <a:xfrm>
            <a:off x="2192742" y="4432438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3BAE822-CAD5-4390-A46D-9F410EDD7BF6}"/>
              </a:ext>
            </a:extLst>
          </p:cNvPr>
          <p:cNvSpPr txBox="1"/>
          <p:nvPr/>
        </p:nvSpPr>
        <p:spPr>
          <a:xfrm>
            <a:off x="1680394" y="4849322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사용여부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E0E996E-DFF3-4A4B-A8B0-FFC8FEDF297D}"/>
              </a:ext>
            </a:extLst>
          </p:cNvPr>
          <p:cNvSpPr txBox="1"/>
          <p:nvPr/>
        </p:nvSpPr>
        <p:spPr>
          <a:xfrm>
            <a:off x="2222915" y="4805993"/>
            <a:ext cx="271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E3FEF023-3C57-4C7B-92D6-2F7792784400}"/>
              </a:ext>
            </a:extLst>
          </p:cNvPr>
          <p:cNvSpPr/>
          <p:nvPr/>
        </p:nvSpPr>
        <p:spPr>
          <a:xfrm>
            <a:off x="5266500" y="5400100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6C98F6CC-9B9F-4998-971E-F9010814CAD1}"/>
              </a:ext>
            </a:extLst>
          </p:cNvPr>
          <p:cNvSpPr/>
          <p:nvPr/>
        </p:nvSpPr>
        <p:spPr>
          <a:xfrm>
            <a:off x="4237546" y="5400100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F5E60F7-1070-4B0D-86B8-2CAD4BBD3680}"/>
              </a:ext>
            </a:extLst>
          </p:cNvPr>
          <p:cNvSpPr/>
          <p:nvPr/>
        </p:nvSpPr>
        <p:spPr>
          <a:xfrm>
            <a:off x="2804599" y="4910023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196F4B1A-3A55-4853-8798-ACF4E48ABCCA}"/>
              </a:ext>
            </a:extLst>
          </p:cNvPr>
          <p:cNvSpPr/>
          <p:nvPr/>
        </p:nvSpPr>
        <p:spPr>
          <a:xfrm>
            <a:off x="2804599" y="4515977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B4759CD7-EEFC-41E5-8FB5-3C43F96A9F9B}"/>
              </a:ext>
            </a:extLst>
          </p:cNvPr>
          <p:cNvSpPr/>
          <p:nvPr/>
        </p:nvSpPr>
        <p:spPr>
          <a:xfrm>
            <a:off x="2804599" y="4128358"/>
            <a:ext cx="524242" cy="216765"/>
          </a:xfrm>
          <a:prstGeom prst="roundRect">
            <a:avLst>
              <a:gd name="adj" fmla="val 4583"/>
            </a:avLst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Y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9E8C970-D0AB-43AD-B53C-FE1EF9A859DA}"/>
              </a:ext>
            </a:extLst>
          </p:cNvPr>
          <p:cNvSpPr/>
          <p:nvPr/>
        </p:nvSpPr>
        <p:spPr>
          <a:xfrm>
            <a:off x="9470919" y="2331762"/>
            <a:ext cx="23684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 dirty="0"/>
              <a:t>게시판 구분 </a:t>
            </a:r>
            <a:r>
              <a:rPr lang="en-US" altLang="ko-KR" sz="1050" dirty="0"/>
              <a:t>: </a:t>
            </a:r>
            <a:r>
              <a:rPr lang="ko-KR" altLang="en-US" sz="1050" dirty="0"/>
              <a:t>수정불가</a:t>
            </a:r>
            <a:endParaRPr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19442707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게시물 등록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게시물 등록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게시물 등록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게시물 등록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4629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8535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게시물 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게시물 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게시물 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게시물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746CC76-717E-46CD-BB0F-FC1B0C850BA3}"/>
              </a:ext>
            </a:extLst>
          </p:cNvPr>
          <p:cNvGrpSpPr/>
          <p:nvPr/>
        </p:nvGrpSpPr>
        <p:grpSpPr>
          <a:xfrm>
            <a:off x="1534206" y="2590789"/>
            <a:ext cx="1280993" cy="1191182"/>
            <a:chOff x="1534206" y="2590789"/>
            <a:chExt cx="1280993" cy="1676420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D2D5E34A-A07A-455B-A470-C6B43A5BFEAA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843A4CF-AE05-4D3B-A2F7-75E13417082F}"/>
                </a:ext>
              </a:extLst>
            </p:cNvPr>
            <p:cNvSpPr/>
            <p:nvPr/>
          </p:nvSpPr>
          <p:spPr>
            <a:xfrm rot="5400000">
              <a:off x="1924724" y="3376734"/>
              <a:ext cx="1670851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4E6BCAB-A1C8-4D6C-8FEE-BF861638C1E3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2A7A0EE8-78A6-490E-A9DD-1C6B7D885A5D}"/>
              </a:ext>
            </a:extLst>
          </p:cNvPr>
          <p:cNvSpPr txBox="1"/>
          <p:nvPr/>
        </p:nvSpPr>
        <p:spPr>
          <a:xfrm>
            <a:off x="1534206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3896B8-7A93-44B2-94B1-1EC3707E2C11}"/>
              </a:ext>
            </a:extLst>
          </p:cNvPr>
          <p:cNvSpPr txBox="1"/>
          <p:nvPr/>
        </p:nvSpPr>
        <p:spPr>
          <a:xfrm>
            <a:off x="1534206" y="2850670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리스트형</a:t>
            </a:r>
            <a:endParaRPr lang="ko-KR" altLang="en-US" sz="1000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F3221DE-91FA-4398-96BB-C477F96C783F}"/>
              </a:ext>
            </a:extLst>
          </p:cNvPr>
          <p:cNvGrpSpPr/>
          <p:nvPr/>
        </p:nvGrpSpPr>
        <p:grpSpPr>
          <a:xfrm>
            <a:off x="2968192" y="2590789"/>
            <a:ext cx="1278050" cy="1191182"/>
            <a:chOff x="1534206" y="2590789"/>
            <a:chExt cx="1278050" cy="1676420"/>
          </a:xfrm>
        </p:grpSpPr>
        <p:sp>
          <p:nvSpPr>
            <p:cNvPr id="25" name="사각형: 둥근 모서리 24">
              <a:extLst>
                <a:ext uri="{FF2B5EF4-FFF2-40B4-BE49-F238E27FC236}">
                  <a16:creationId xmlns:a16="http://schemas.microsoft.com/office/drawing/2014/main" id="{6AE90DDF-C480-4522-A233-BFC789B22FAB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B52F3A9D-89F4-436B-8927-5E3A6AC447EC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254E9789-51FB-41A9-980D-E76DA51F34F8}"/>
              </a:ext>
            </a:extLst>
          </p:cNvPr>
          <p:cNvSpPr txBox="1"/>
          <p:nvPr/>
        </p:nvSpPr>
        <p:spPr>
          <a:xfrm>
            <a:off x="2979540" y="2640646"/>
            <a:ext cx="11679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전체</a:t>
            </a:r>
            <a:endParaRPr lang="ko-KR" altLang="en-US" sz="1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D457AE-9D80-464D-B1B5-F95F77EFBBFB}"/>
              </a:ext>
            </a:extLst>
          </p:cNvPr>
          <p:cNvSpPr txBox="1"/>
          <p:nvPr/>
        </p:nvSpPr>
        <p:spPr>
          <a:xfrm>
            <a:off x="2979540" y="2850670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포토형</a:t>
            </a:r>
            <a:endParaRPr lang="ko-KR" altLang="en-US" sz="1000" dirty="0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BCDDFB3-4C3F-416F-AEDE-345BECAAB63E}"/>
              </a:ext>
            </a:extLst>
          </p:cNvPr>
          <p:cNvSpPr/>
          <p:nvPr/>
        </p:nvSpPr>
        <p:spPr>
          <a:xfrm>
            <a:off x="8615103" y="391470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27A4279F-9827-4D02-B3C4-3E91F98AB1C7}"/>
              </a:ext>
            </a:extLst>
          </p:cNvPr>
          <p:cNvSpPr/>
          <p:nvPr/>
        </p:nvSpPr>
        <p:spPr>
          <a:xfrm>
            <a:off x="7276777" y="391470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E0C8C7A5-8FB3-408E-9A0A-8EADC3DA315A}"/>
              </a:ext>
            </a:extLst>
          </p:cNvPr>
          <p:cNvSpPr/>
          <p:nvPr/>
        </p:nvSpPr>
        <p:spPr>
          <a:xfrm>
            <a:off x="1531257" y="3913341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복사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8C8331B-37DF-4E24-94E5-CB41FFFF7769}"/>
              </a:ext>
            </a:extLst>
          </p:cNvPr>
          <p:cNvSpPr txBox="1"/>
          <p:nvPr/>
        </p:nvSpPr>
        <p:spPr>
          <a:xfrm>
            <a:off x="1531257" y="3060694"/>
            <a:ext cx="1167946" cy="215444"/>
          </a:xfrm>
          <a:prstGeom prst="rect">
            <a:avLst/>
          </a:prstGeom>
          <a:solidFill>
            <a:srgbClr val="A792DC"/>
          </a:solidFill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포토형</a:t>
            </a:r>
            <a:endParaRPr lang="ko-KR" altLang="en-US" sz="1000" dirty="0"/>
          </a:p>
        </p:txBody>
      </p: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58AE79F5-37C6-41AE-A38F-8B9DB83A716C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65DB0BD-195B-4A62-9A5F-438DFE8AD006}"/>
              </a:ext>
            </a:extLst>
          </p:cNvPr>
          <p:cNvSpPr/>
          <p:nvPr/>
        </p:nvSpPr>
        <p:spPr>
          <a:xfrm>
            <a:off x="5313190" y="5725038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83E457AB-9A6D-4D7F-B182-6446FD94C2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14857"/>
              </p:ext>
            </p:extLst>
          </p:nvPr>
        </p:nvGraphicFramePr>
        <p:xfrm>
          <a:off x="1531256" y="4239113"/>
          <a:ext cx="7668658" cy="14290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0969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489806">
                  <a:extLst>
                    <a:ext uri="{9D8B030D-6E8A-4147-A177-3AD203B41FA5}">
                      <a16:colId xmlns:a16="http://schemas.microsoft.com/office/drawing/2014/main" val="3994526603"/>
                    </a:ext>
                  </a:extLst>
                </a:gridCol>
                <a:gridCol w="569086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2910993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1085737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1085737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196330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순번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[</a:t>
                      </a:r>
                      <a:r>
                        <a:rPr lang="ko-KR" altLang="en-US" sz="900" dirty="0"/>
                        <a:t>클래스 제목</a:t>
                      </a:r>
                      <a:r>
                        <a:rPr lang="en-US" altLang="ko-KR" sz="900" dirty="0"/>
                        <a:t>] </a:t>
                      </a:r>
                    </a:p>
                    <a:p>
                      <a:pPr algn="ctr" latinLnBrk="1"/>
                      <a:r>
                        <a:rPr lang="ko-KR" altLang="en-US" sz="900" dirty="0"/>
                        <a:t>수업 제목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수강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모집인원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수강 </a:t>
                      </a:r>
                      <a:r>
                        <a:rPr lang="en-US" altLang="ko-KR" sz="900" dirty="0"/>
                        <a:t>/ </a:t>
                      </a:r>
                      <a:r>
                        <a:rPr lang="ko-KR" altLang="en-US" sz="900" dirty="0"/>
                        <a:t>예비인원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4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16 / 20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 / 10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11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24 / 30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54429">
                <a:tc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3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토요일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[</a:t>
                      </a:r>
                      <a:r>
                        <a:rPr lang="ko-KR" altLang="en-US" sz="800" dirty="0">
                          <a:solidFill>
                            <a:sysClr val="windowText" lastClr="000000"/>
                          </a:solidFill>
                        </a:rPr>
                        <a:t>인기 라이브 영어 연습 전문가 초빙</a:t>
                      </a:r>
                      <a:r>
                        <a:rPr lang="en-US" altLang="ko-KR" sz="800" dirty="0">
                          <a:solidFill>
                            <a:sysClr val="windowText" lastClr="000000"/>
                          </a:solidFill>
                        </a:rPr>
                        <a:t>]</a:t>
                      </a:r>
                      <a:endParaRPr lang="ko-KR" altLang="en-US" sz="800" dirty="0">
                        <a:solidFill>
                          <a:sysClr val="windowText" lastClr="000000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12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17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일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월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 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오전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10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시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30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분 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(50,000</a:t>
                      </a:r>
                      <a:r>
                        <a:rPr lang="ko-KR" altLang="en-US" sz="800" u="sng" dirty="0">
                          <a:solidFill>
                            <a:schemeClr val="accent1"/>
                          </a:solidFill>
                        </a:rPr>
                        <a:t>원</a:t>
                      </a:r>
                      <a:r>
                        <a:rPr lang="en-US" altLang="ko-KR" sz="800" u="sng" dirty="0">
                          <a:solidFill>
                            <a:schemeClr val="accent1"/>
                          </a:solidFill>
                        </a:rPr>
                        <a:t>)</a:t>
                      </a:r>
                      <a:endParaRPr lang="ko-KR" altLang="en-US" sz="800" u="sng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2 / 15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N</a:t>
                      </a:r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38" name="Box">
            <a:extLst>
              <a:ext uri="{FF2B5EF4-FFF2-40B4-BE49-F238E27FC236}">
                <a16:creationId xmlns:a16="http://schemas.microsoft.com/office/drawing/2014/main" id="{6DFD790B-9A25-41C2-A168-60D1F519F48D}"/>
              </a:ext>
            </a:extLst>
          </p:cNvPr>
          <p:cNvSpPr/>
          <p:nvPr/>
        </p:nvSpPr>
        <p:spPr>
          <a:xfrm>
            <a:off x="161280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9" name="Box">
            <a:extLst>
              <a:ext uri="{FF2B5EF4-FFF2-40B4-BE49-F238E27FC236}">
                <a16:creationId xmlns:a16="http://schemas.microsoft.com/office/drawing/2014/main" id="{30A01328-AB7C-48F5-931D-C223D9434884}"/>
              </a:ext>
            </a:extLst>
          </p:cNvPr>
          <p:cNvSpPr/>
          <p:nvPr/>
        </p:nvSpPr>
        <p:spPr>
          <a:xfrm>
            <a:off x="1612804" y="4705057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0" name="Box">
            <a:extLst>
              <a:ext uri="{FF2B5EF4-FFF2-40B4-BE49-F238E27FC236}">
                <a16:creationId xmlns:a16="http://schemas.microsoft.com/office/drawing/2014/main" id="{C61C91A0-FA88-413E-9582-C806CF61AC0F}"/>
              </a:ext>
            </a:extLst>
          </p:cNvPr>
          <p:cNvSpPr/>
          <p:nvPr/>
        </p:nvSpPr>
        <p:spPr>
          <a:xfrm>
            <a:off x="1612803" y="5049581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Box">
            <a:extLst>
              <a:ext uri="{FF2B5EF4-FFF2-40B4-BE49-F238E27FC236}">
                <a16:creationId xmlns:a16="http://schemas.microsoft.com/office/drawing/2014/main" id="{8BE88D51-C764-4BFA-89E6-698B965D3895}"/>
              </a:ext>
            </a:extLst>
          </p:cNvPr>
          <p:cNvSpPr/>
          <p:nvPr/>
        </p:nvSpPr>
        <p:spPr>
          <a:xfrm>
            <a:off x="1612803" y="5410282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2" name="L 도형 41">
            <a:extLst>
              <a:ext uri="{FF2B5EF4-FFF2-40B4-BE49-F238E27FC236}">
                <a16:creationId xmlns:a16="http://schemas.microsoft.com/office/drawing/2014/main" id="{53168B13-F182-463C-8E25-581C56932443}"/>
              </a:ext>
            </a:extLst>
          </p:cNvPr>
          <p:cNvSpPr/>
          <p:nvPr/>
        </p:nvSpPr>
        <p:spPr>
          <a:xfrm rot="18935460">
            <a:off x="1642626" y="4717924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DE0695A5-C1DB-4489-8F3D-C110671588EE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615B3CB2-77D0-4964-88FC-7C61E154990A}"/>
              </a:ext>
            </a:extLst>
          </p:cNvPr>
          <p:cNvGrpSpPr/>
          <p:nvPr/>
        </p:nvGrpSpPr>
        <p:grpSpPr>
          <a:xfrm>
            <a:off x="6651988" y="3914707"/>
            <a:ext cx="545589" cy="221852"/>
            <a:chOff x="6651988" y="3960551"/>
            <a:chExt cx="545589" cy="221852"/>
          </a:xfrm>
        </p:grpSpPr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6B2EBB4E-B512-4C2D-9DFA-99B2F45840E7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46" name="이등변 삼각형 45">
              <a:extLst>
                <a:ext uri="{FF2B5EF4-FFF2-40B4-BE49-F238E27FC236}">
                  <a16:creationId xmlns:a16="http://schemas.microsoft.com/office/drawing/2014/main" id="{53483847-7290-430E-B9E3-4E991361D79F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4078D56A-5FA1-4A7D-A137-5683F1947271}"/>
              </a:ext>
            </a:extLst>
          </p:cNvPr>
          <p:cNvSpPr/>
          <p:nvPr/>
        </p:nvSpPr>
        <p:spPr>
          <a:xfrm>
            <a:off x="1530419" y="5735518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등록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3CB11CC4-2BEA-432E-BF13-43E73C255597}"/>
              </a:ext>
            </a:extLst>
          </p:cNvPr>
          <p:cNvGrpSpPr/>
          <p:nvPr/>
        </p:nvGrpSpPr>
        <p:grpSpPr>
          <a:xfrm>
            <a:off x="8296611" y="5735518"/>
            <a:ext cx="876812" cy="235209"/>
            <a:chOff x="8296611" y="6136735"/>
            <a:chExt cx="876812" cy="235209"/>
          </a:xfrm>
        </p:grpSpPr>
        <p:sp>
          <p:nvSpPr>
            <p:cNvPr id="49" name="사각형: 둥근 모서리 48">
              <a:extLst>
                <a:ext uri="{FF2B5EF4-FFF2-40B4-BE49-F238E27FC236}">
                  <a16:creationId xmlns:a16="http://schemas.microsoft.com/office/drawing/2014/main" id="{37A308A4-84C0-4B2F-AC50-BD009BC31784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50" name="이등변 삼각형 49">
              <a:extLst>
                <a:ext uri="{FF2B5EF4-FFF2-40B4-BE49-F238E27FC236}">
                  <a16:creationId xmlns:a16="http://schemas.microsoft.com/office/drawing/2014/main" id="{63B4C892-A9CD-4ACE-84C5-7E85474FA2AD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03F359B-62CE-45B7-8369-4557A9D11B11}"/>
              </a:ext>
            </a:extLst>
          </p:cNvPr>
          <p:cNvSpPr/>
          <p:nvPr/>
        </p:nvSpPr>
        <p:spPr>
          <a:xfrm>
            <a:off x="8271793" y="4652902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2D4753-2A55-4B52-925E-61967917F239}"/>
              </a:ext>
            </a:extLst>
          </p:cNvPr>
          <p:cNvSpPr txBox="1"/>
          <p:nvPr/>
        </p:nvSpPr>
        <p:spPr>
          <a:xfrm>
            <a:off x="2928513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게시판</a:t>
            </a:r>
            <a:endParaRPr lang="ko-KR" altLang="en-US" sz="14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9BF8901D-727B-4765-819E-910AFB6FB4CD}"/>
              </a:ext>
            </a:extLst>
          </p:cNvPr>
          <p:cNvGrpSpPr/>
          <p:nvPr/>
        </p:nvGrpSpPr>
        <p:grpSpPr>
          <a:xfrm>
            <a:off x="4131379" y="2595376"/>
            <a:ext cx="110098" cy="1187457"/>
            <a:chOff x="4155271" y="2595376"/>
            <a:chExt cx="110098" cy="1187457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F9BEC7A3-F1F1-4ED6-9D0B-D6C7C024D4EB}"/>
                </a:ext>
              </a:extLst>
            </p:cNvPr>
            <p:cNvSpPr/>
            <p:nvPr/>
          </p:nvSpPr>
          <p:spPr>
            <a:xfrm rot="5400000">
              <a:off x="3616707" y="3134172"/>
              <a:ext cx="1187225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15EE9F8-D381-4724-A6B9-C6E5BA7A4D2B}"/>
                </a:ext>
              </a:extLst>
            </p:cNvPr>
            <p:cNvSpPr/>
            <p:nvPr/>
          </p:nvSpPr>
          <p:spPr>
            <a:xfrm rot="5400000">
              <a:off x="4068465" y="2687848"/>
              <a:ext cx="280644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205136DC-F2D3-48D6-BA24-ADB6BD50A805}"/>
              </a:ext>
            </a:extLst>
          </p:cNvPr>
          <p:cNvSpPr/>
          <p:nvPr/>
        </p:nvSpPr>
        <p:spPr>
          <a:xfrm>
            <a:off x="8271793" y="5008040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A54FAA6C-3F67-4FC9-ABB4-B218A506205F}"/>
              </a:ext>
            </a:extLst>
          </p:cNvPr>
          <p:cNvSpPr/>
          <p:nvPr/>
        </p:nvSpPr>
        <p:spPr>
          <a:xfrm>
            <a:off x="8271793" y="5387246"/>
            <a:ext cx="669298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신청 현황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3740B8F-0812-4CCA-AC81-085DA2A29127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게시판 그룹</a:t>
            </a:r>
            <a:endParaRPr lang="ko-KR" altLang="en-US" sz="1400" dirty="0"/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F7753B42-7306-4A89-B639-58BAABFAAD22}"/>
              </a:ext>
            </a:extLst>
          </p:cNvPr>
          <p:cNvSpPr/>
          <p:nvPr/>
        </p:nvSpPr>
        <p:spPr>
          <a:xfrm>
            <a:off x="8613185" y="314165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목록 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다운로드</a:t>
            </a:r>
            <a:endParaRPr lang="ko-KR" altLang="en-US" sz="600" dirty="0">
              <a:solidFill>
                <a:schemeClr val="bg1"/>
              </a:solidFill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4E7A8CA0-E5B2-4F1B-AA2A-3EC72FACD4C0}"/>
              </a:ext>
            </a:extLst>
          </p:cNvPr>
          <p:cNvSpPr/>
          <p:nvPr/>
        </p:nvSpPr>
        <p:spPr>
          <a:xfrm>
            <a:off x="8613185" y="2784902"/>
            <a:ext cx="584811" cy="277987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수업</a:t>
            </a:r>
            <a:endParaRPr lang="en-US" altLang="ko-KR" sz="700" dirty="0">
              <a:solidFill>
                <a:schemeClr val="bg1"/>
              </a:solidFill>
            </a:endParaRPr>
          </a:p>
          <a:p>
            <a:pPr algn="ctr"/>
            <a:r>
              <a:rPr lang="ko-KR" altLang="en-US" sz="700" dirty="0">
                <a:solidFill>
                  <a:schemeClr val="bg1"/>
                </a:solidFill>
              </a:rPr>
              <a:t>일괄등록</a:t>
            </a:r>
            <a:endParaRPr lang="en-US" altLang="ko-KR" sz="700" dirty="0">
              <a:solidFill>
                <a:schemeClr val="bg1"/>
              </a:solidFill>
            </a:endParaRPr>
          </a:p>
        </p:txBody>
      </p:sp>
      <p:cxnSp>
        <p:nvCxnSpPr>
          <p:cNvPr id="76" name="연결선: 꺾임 75">
            <a:extLst>
              <a:ext uri="{FF2B5EF4-FFF2-40B4-BE49-F238E27FC236}">
                <a16:creationId xmlns:a16="http://schemas.microsoft.com/office/drawing/2014/main" id="{D61A7544-3175-47B8-B5CA-4CFE784B702D}"/>
              </a:ext>
            </a:extLst>
          </p:cNvPr>
          <p:cNvCxnSpPr>
            <a:cxnSpLocks/>
            <a:stCxn id="74" idx="3"/>
          </p:cNvCxnSpPr>
          <p:nvPr/>
        </p:nvCxnSpPr>
        <p:spPr>
          <a:xfrm>
            <a:off x="9197996" y="3280646"/>
            <a:ext cx="367194" cy="127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60741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게시물 상세조회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게시물 상세조회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217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게시물 상세조회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게시물 상세조회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9546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47">
            <a:extLst>
              <a:ext uri="{FF2B5EF4-FFF2-40B4-BE49-F238E27FC236}">
                <a16:creationId xmlns:a16="http://schemas.microsoft.com/office/drawing/2014/main" id="{218BB9EA-0376-4A23-B946-600706F24AF3}"/>
              </a:ext>
            </a:extLst>
          </p:cNvPr>
          <p:cNvSpPr txBox="1"/>
          <p:nvPr/>
        </p:nvSpPr>
        <p:spPr>
          <a:xfrm>
            <a:off x="1691640" y="1943100"/>
            <a:ext cx="915162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dirty="0"/>
              <a:t>레퍼런스</a:t>
            </a:r>
          </a:p>
        </p:txBody>
      </p:sp>
    </p:spTree>
    <p:extLst>
      <p:ext uri="{BB962C8B-B14F-4D97-AF65-F5344CB8AC3E}">
        <p14:creationId xmlns:p14="http://schemas.microsoft.com/office/powerpoint/2010/main" val="24824402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회원가입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회원가입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PONADMRGOOOOP</a:t>
            </a:r>
            <a:endParaRPr lang="ko-KR" altLang="en-US" sz="1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A9579-0093-4536-905C-462F50A88C39}"/>
              </a:ext>
            </a:extLst>
          </p:cNvPr>
          <p:cNvSpPr txBox="1"/>
          <p:nvPr/>
        </p:nvSpPr>
        <p:spPr>
          <a:xfrm>
            <a:off x="3514725" y="1857375"/>
            <a:ext cx="21265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회원가입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1FAF73-9615-45BA-BC50-ADDFE07C0988}"/>
              </a:ext>
            </a:extLst>
          </p:cNvPr>
          <p:cNvSpPr txBox="1"/>
          <p:nvPr/>
        </p:nvSpPr>
        <p:spPr>
          <a:xfrm>
            <a:off x="1981200" y="2443149"/>
            <a:ext cx="419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8DFD6D94-CE5F-4666-AC1C-D19A99E9F90D}"/>
              </a:ext>
            </a:extLst>
          </p:cNvPr>
          <p:cNvSpPr/>
          <p:nvPr/>
        </p:nvSpPr>
        <p:spPr>
          <a:xfrm>
            <a:off x="1727626" y="2307311"/>
            <a:ext cx="5873324" cy="4266484"/>
          </a:xfrm>
          <a:prstGeom prst="roundRect">
            <a:avLst>
              <a:gd name="adj" fmla="val 3117"/>
            </a:avLst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9ACAE74E-DC8F-4906-A7E8-A3AA6500B75B}"/>
              </a:ext>
            </a:extLst>
          </p:cNvPr>
          <p:cNvCxnSpPr/>
          <p:nvPr/>
        </p:nvCxnSpPr>
        <p:spPr>
          <a:xfrm>
            <a:off x="2958071" y="2435289"/>
            <a:ext cx="0" cy="3257434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59EE1124-0BE3-49F4-8369-4EA1036744D6}"/>
              </a:ext>
            </a:extLst>
          </p:cNvPr>
          <p:cNvSpPr/>
          <p:nvPr/>
        </p:nvSpPr>
        <p:spPr>
          <a:xfrm>
            <a:off x="3394128" y="2537210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이름 입력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1C0781E5-B731-413F-826E-AFA11B1C55DD}"/>
              </a:ext>
            </a:extLst>
          </p:cNvPr>
          <p:cNvGrpSpPr/>
          <p:nvPr/>
        </p:nvGrpSpPr>
        <p:grpSpPr>
          <a:xfrm>
            <a:off x="1947555" y="2505280"/>
            <a:ext cx="673752" cy="277815"/>
            <a:chOff x="7613950" y="4270076"/>
            <a:chExt cx="673752" cy="277815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AFDC5CCF-DF60-4DA7-A0AB-B1411CA63BE6}"/>
                </a:ext>
              </a:extLst>
            </p:cNvPr>
            <p:cNvSpPr txBox="1"/>
            <p:nvPr/>
          </p:nvSpPr>
          <p:spPr>
            <a:xfrm>
              <a:off x="7613950" y="4293975"/>
              <a:ext cx="67375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/>
                <a:t>이름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A35EDA6-8262-4A86-87EB-3050E030C433}"/>
                </a:ext>
              </a:extLst>
            </p:cNvPr>
            <p:cNvSpPr txBox="1"/>
            <p:nvPr/>
          </p:nvSpPr>
          <p:spPr>
            <a:xfrm>
              <a:off x="7917181" y="4270076"/>
              <a:ext cx="271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</a:rPr>
                <a:t>*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EB4CFCA2-6FDE-482A-A828-390C96B46C57}"/>
              </a:ext>
            </a:extLst>
          </p:cNvPr>
          <p:cNvGrpSpPr/>
          <p:nvPr/>
        </p:nvGrpSpPr>
        <p:grpSpPr>
          <a:xfrm>
            <a:off x="1947555" y="3284643"/>
            <a:ext cx="673752" cy="277815"/>
            <a:chOff x="7613950" y="4270076"/>
            <a:chExt cx="673752" cy="277815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A66E30D-36F8-4CD1-88FF-0CF00CBE8F58}"/>
                </a:ext>
              </a:extLst>
            </p:cNvPr>
            <p:cNvSpPr txBox="1"/>
            <p:nvPr/>
          </p:nvSpPr>
          <p:spPr>
            <a:xfrm>
              <a:off x="7613950" y="4293975"/>
              <a:ext cx="67375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/>
                <a:t>성별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2D937737-DB38-4702-B4C4-59B879C770D8}"/>
                </a:ext>
              </a:extLst>
            </p:cNvPr>
            <p:cNvSpPr txBox="1"/>
            <p:nvPr/>
          </p:nvSpPr>
          <p:spPr>
            <a:xfrm>
              <a:off x="7917181" y="4270076"/>
              <a:ext cx="271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</a:rPr>
                <a:t>*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5B6E4E58-86A4-469A-A0C0-D3F92167B222}"/>
              </a:ext>
            </a:extLst>
          </p:cNvPr>
          <p:cNvGrpSpPr/>
          <p:nvPr/>
        </p:nvGrpSpPr>
        <p:grpSpPr>
          <a:xfrm>
            <a:off x="1947555" y="4064822"/>
            <a:ext cx="723975" cy="276999"/>
            <a:chOff x="7613950" y="4270892"/>
            <a:chExt cx="723975" cy="276999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35B8BA3-A47E-40C6-8055-B1D1C58C5E2C}"/>
                </a:ext>
              </a:extLst>
            </p:cNvPr>
            <p:cNvSpPr txBox="1"/>
            <p:nvPr/>
          </p:nvSpPr>
          <p:spPr>
            <a:xfrm>
              <a:off x="7613950" y="4293975"/>
              <a:ext cx="67375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/>
                <a:t>이메일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574B289-6646-441D-8E6A-5D8636F85E9B}"/>
                </a:ext>
              </a:extLst>
            </p:cNvPr>
            <p:cNvSpPr txBox="1"/>
            <p:nvPr/>
          </p:nvSpPr>
          <p:spPr>
            <a:xfrm>
              <a:off x="8066695" y="4270892"/>
              <a:ext cx="271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</a:rPr>
                <a:t>*</a:t>
              </a: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5D2094BE-39BD-4B21-9078-D526E52AE1BD}"/>
              </a:ext>
            </a:extLst>
          </p:cNvPr>
          <p:cNvGrpSpPr/>
          <p:nvPr/>
        </p:nvGrpSpPr>
        <p:grpSpPr>
          <a:xfrm>
            <a:off x="1939805" y="4843369"/>
            <a:ext cx="849087" cy="277815"/>
            <a:chOff x="7613949" y="4270076"/>
            <a:chExt cx="849087" cy="27781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CEA2C97-668A-4C61-99A4-CE2871E6E555}"/>
                </a:ext>
              </a:extLst>
            </p:cNvPr>
            <p:cNvSpPr txBox="1"/>
            <p:nvPr/>
          </p:nvSpPr>
          <p:spPr>
            <a:xfrm>
              <a:off x="7613949" y="4293975"/>
              <a:ext cx="849087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/>
                <a:t>비밀번호</a:t>
              </a:r>
              <a:endParaRPr lang="ko-KR" altLang="en-US" sz="1050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8895CCD-CD3F-47CD-A610-015FE0CDB611}"/>
                </a:ext>
              </a:extLst>
            </p:cNvPr>
            <p:cNvSpPr txBox="1"/>
            <p:nvPr/>
          </p:nvSpPr>
          <p:spPr>
            <a:xfrm>
              <a:off x="8185243" y="4270076"/>
              <a:ext cx="271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</a:rPr>
                <a:t>*</a:t>
              </a: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B09C5884-54AC-4579-9CC1-297DEE8BEC16}"/>
              </a:ext>
            </a:extLst>
          </p:cNvPr>
          <p:cNvGrpSpPr/>
          <p:nvPr/>
        </p:nvGrpSpPr>
        <p:grpSpPr>
          <a:xfrm>
            <a:off x="3394127" y="3385809"/>
            <a:ext cx="2034540" cy="245069"/>
            <a:chOff x="3386576" y="3530964"/>
            <a:chExt cx="2034540" cy="24506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8575DAD6-9A9A-43FF-B8B8-4B108D67DC10}"/>
                </a:ext>
              </a:extLst>
            </p:cNvPr>
            <p:cNvSpPr/>
            <p:nvPr/>
          </p:nvSpPr>
          <p:spPr>
            <a:xfrm>
              <a:off x="3386576" y="3530964"/>
              <a:ext cx="1017270" cy="245069"/>
            </a:xfrm>
            <a:prstGeom prst="roundRect">
              <a:avLst>
                <a:gd name="adj" fmla="val 2375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남자</a:t>
              </a:r>
            </a:p>
          </p:txBody>
        </p:sp>
        <p:sp>
          <p:nvSpPr>
            <p:cNvPr id="48" name="사각형: 둥근 모서리 47">
              <a:extLst>
                <a:ext uri="{FF2B5EF4-FFF2-40B4-BE49-F238E27FC236}">
                  <a16:creationId xmlns:a16="http://schemas.microsoft.com/office/drawing/2014/main" id="{FF40C375-4C4F-4106-9DAF-6771E277E8AB}"/>
                </a:ext>
              </a:extLst>
            </p:cNvPr>
            <p:cNvSpPr/>
            <p:nvPr/>
          </p:nvSpPr>
          <p:spPr>
            <a:xfrm>
              <a:off x="4403846" y="3530964"/>
              <a:ext cx="1017270" cy="245069"/>
            </a:xfrm>
            <a:prstGeom prst="roundRect">
              <a:avLst>
                <a:gd name="adj" fmla="val 2375"/>
              </a:avLst>
            </a:prstGeom>
            <a:solidFill>
              <a:srgbClr val="BA8AE3"/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bg1"/>
                  </a:solidFill>
                </a:rPr>
                <a:t>여자</a:t>
              </a:r>
            </a:p>
          </p:txBody>
        </p:sp>
      </p:grp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FE746133-6D4F-4630-BBFF-F7AFF3C70B93}"/>
              </a:ext>
            </a:extLst>
          </p:cNvPr>
          <p:cNvSpPr/>
          <p:nvPr/>
        </p:nvSpPr>
        <p:spPr>
          <a:xfrm>
            <a:off x="3390474" y="4096752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이메일 입력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919A8F96-7214-4DDE-80FE-9E1E048F9BFC}"/>
              </a:ext>
            </a:extLst>
          </p:cNvPr>
          <p:cNvSpPr/>
          <p:nvPr/>
        </p:nvSpPr>
        <p:spPr>
          <a:xfrm>
            <a:off x="3394127" y="4775764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 입력</a:t>
            </a:r>
          </a:p>
        </p:txBody>
      </p: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24AA09E-B2BC-4E03-868E-97DB9A9B13CD}"/>
              </a:ext>
            </a:extLst>
          </p:cNvPr>
          <p:cNvSpPr/>
          <p:nvPr/>
        </p:nvSpPr>
        <p:spPr>
          <a:xfrm>
            <a:off x="3394127" y="5081275"/>
            <a:ext cx="203454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 재입력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39B9797-D1E8-40B6-9ABD-66F54EA75EC4}"/>
              </a:ext>
            </a:extLst>
          </p:cNvPr>
          <p:cNvSpPr txBox="1"/>
          <p:nvPr/>
        </p:nvSpPr>
        <p:spPr>
          <a:xfrm>
            <a:off x="3355663" y="5354748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영문 </a:t>
            </a:r>
            <a:r>
              <a:rPr lang="en-US" altLang="ko-KR" sz="700" dirty="0"/>
              <a:t>(</a:t>
            </a:r>
            <a:r>
              <a:rPr lang="ko-KR" altLang="en-US" sz="700" dirty="0"/>
              <a:t>대소문자 구분</a:t>
            </a:r>
            <a:r>
              <a:rPr lang="en-US" altLang="ko-KR" sz="700" dirty="0"/>
              <a:t>), </a:t>
            </a:r>
            <a:r>
              <a:rPr lang="ko-KR" altLang="en-US" sz="700" dirty="0"/>
              <a:t>숫자</a:t>
            </a:r>
            <a:r>
              <a:rPr lang="en-US" altLang="ko-KR" sz="700" dirty="0"/>
              <a:t>, </a:t>
            </a:r>
            <a:r>
              <a:rPr lang="ko-KR" altLang="en-US" sz="700" dirty="0"/>
              <a:t>특수문자를 포함하여 최소 </a:t>
            </a:r>
            <a:r>
              <a:rPr lang="en-US" altLang="ko-KR" sz="700" dirty="0"/>
              <a:t>8</a:t>
            </a:r>
            <a:r>
              <a:rPr lang="ko-KR" altLang="en-US" sz="700" dirty="0"/>
              <a:t>자리로 구성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869F3E7-6732-4CAF-9FAA-1B21274F8DE4}"/>
              </a:ext>
            </a:extLst>
          </p:cNvPr>
          <p:cNvSpPr/>
          <p:nvPr/>
        </p:nvSpPr>
        <p:spPr>
          <a:xfrm>
            <a:off x="3390474" y="5930740"/>
            <a:ext cx="2018915" cy="328100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가입</a:t>
            </a: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78BBC7F3-7A25-4932-9104-879F0E05783A}"/>
              </a:ext>
            </a:extLst>
          </p:cNvPr>
          <p:cNvSpPr/>
          <p:nvPr/>
        </p:nvSpPr>
        <p:spPr>
          <a:xfrm>
            <a:off x="5519149" y="5924352"/>
            <a:ext cx="1176082" cy="3281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bg1"/>
                </a:solidFill>
              </a:rPr>
              <a:t>닫기</a:t>
            </a:r>
            <a:endParaRPr lang="ko-KR" altLang="en-US" sz="1100" dirty="0">
              <a:solidFill>
                <a:schemeClr val="bg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5F42CF2-158D-416B-991F-EE9DF7458AF7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2F4A85C-EC17-4869-A185-2A25D6BE24C2}"/>
              </a:ext>
            </a:extLst>
          </p:cNvPr>
          <p:cNvSpPr txBox="1"/>
          <p:nvPr/>
        </p:nvSpPr>
        <p:spPr>
          <a:xfrm>
            <a:off x="3355663" y="4373320"/>
            <a:ext cx="40666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아이디</a:t>
            </a:r>
            <a:r>
              <a:rPr lang="en-US" altLang="ko-KR" sz="700" dirty="0"/>
              <a:t>, </a:t>
            </a:r>
            <a:r>
              <a:rPr lang="ko-KR" altLang="en-US" sz="700" dirty="0"/>
              <a:t>비밀번호 찾기 시 해당 이메일로 인증번호를 발송합니다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A8CA1AB-4A21-4FB0-817C-C1C29D435588}"/>
              </a:ext>
            </a:extLst>
          </p:cNvPr>
          <p:cNvSpPr txBox="1"/>
          <p:nvPr/>
        </p:nvSpPr>
        <p:spPr>
          <a:xfrm>
            <a:off x="3355663" y="3640534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추후 변경이 </a:t>
            </a:r>
            <a:r>
              <a:rPr lang="ko-KR" altLang="en-US" sz="700" dirty="0" err="1"/>
              <a:t>불가하오니</a:t>
            </a:r>
            <a:r>
              <a:rPr lang="ko-KR" altLang="en-US" sz="700" dirty="0"/>
              <a:t> 신중히 선택하여 주세요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695217-8715-4922-ABC6-9620F2C301FF}"/>
              </a:ext>
            </a:extLst>
          </p:cNvPr>
          <p:cNvSpPr txBox="1"/>
          <p:nvPr/>
        </p:nvSpPr>
        <p:spPr>
          <a:xfrm>
            <a:off x="3355663" y="2759438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최소 </a:t>
            </a:r>
            <a:r>
              <a:rPr lang="en-US" altLang="ko-KR" sz="700" dirty="0"/>
              <a:t>2</a:t>
            </a:r>
            <a:r>
              <a:rPr lang="ko-KR" altLang="en-US" sz="700" dirty="0"/>
              <a:t>자 이상 </a:t>
            </a:r>
            <a:r>
              <a:rPr lang="en-US" altLang="ko-KR" sz="700" dirty="0"/>
              <a:t>, 10</a:t>
            </a:r>
            <a:r>
              <a:rPr lang="ko-KR" altLang="en-US" sz="700" dirty="0"/>
              <a:t>자 이하로 입력해주세요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</p:spTree>
    <p:extLst>
      <p:ext uri="{BB962C8B-B14F-4D97-AF65-F5344CB8AC3E}">
        <p14:creationId xmlns:p14="http://schemas.microsoft.com/office/powerpoint/2010/main" val="186736168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대시보드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PONADMDBOOOOH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배너 조회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8820FF8-3DF1-420C-B2AD-6CE7AE7F7FA6}"/>
              </a:ext>
            </a:extLst>
          </p:cNvPr>
          <p:cNvGrpSpPr/>
          <p:nvPr/>
        </p:nvGrpSpPr>
        <p:grpSpPr>
          <a:xfrm>
            <a:off x="1534206" y="2590789"/>
            <a:ext cx="1280992" cy="1191183"/>
            <a:chOff x="1534206" y="2590789"/>
            <a:chExt cx="1280992" cy="1676421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8FC93A0-ACD3-4CDD-A904-5800F9DFCB9D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9B770F2-E7B9-4BC7-9D5D-FE7BAB9D4FDF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289BBF4-8C32-4D57-8A72-3A454A5CAE4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18DD6CC-E648-4A19-ACA0-5750AE86EE2F}"/>
              </a:ext>
            </a:extLst>
          </p:cNvPr>
          <p:cNvSpPr txBox="1"/>
          <p:nvPr/>
        </p:nvSpPr>
        <p:spPr>
          <a:xfrm>
            <a:off x="1534206" y="2640646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전체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880365-6CA0-41A9-8785-CFFBA8EB208E}"/>
              </a:ext>
            </a:extLst>
          </p:cNvPr>
          <p:cNvSpPr txBox="1"/>
          <p:nvPr/>
        </p:nvSpPr>
        <p:spPr>
          <a:xfrm>
            <a:off x="1534206" y="290782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메인상단배너</a:t>
            </a:r>
            <a:endParaRPr lang="ko-KR" altLang="en-US" sz="11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배너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38B99CB-28F4-4829-B3C3-EB05C9C70581}"/>
              </a:ext>
            </a:extLst>
          </p:cNvPr>
          <p:cNvGrpSpPr/>
          <p:nvPr/>
        </p:nvGrpSpPr>
        <p:grpSpPr>
          <a:xfrm>
            <a:off x="2992084" y="2590789"/>
            <a:ext cx="1280992" cy="1191183"/>
            <a:chOff x="1534206" y="2590789"/>
            <a:chExt cx="1280992" cy="1676421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13A8C1A-C72B-4D44-8461-32E54EC6799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AE7F9D8-2100-479B-BF4E-5ECC6A42AC72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F0FCFEE-2D63-4D97-AADA-8F768A798C73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71CAA4B-9186-4F0A-9DED-A704B49D5241}"/>
              </a:ext>
            </a:extLst>
          </p:cNvPr>
          <p:cNvSpPr txBox="1"/>
          <p:nvPr/>
        </p:nvSpPr>
        <p:spPr>
          <a:xfrm>
            <a:off x="3003432" y="2640646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강력추천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76A92A-6B5A-43F9-A576-75B748E79318}"/>
              </a:ext>
            </a:extLst>
          </p:cNvPr>
          <p:cNvSpPr txBox="1"/>
          <p:nvPr/>
        </p:nvSpPr>
        <p:spPr>
          <a:xfrm>
            <a:off x="3003432" y="290782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추석 한정 투어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A24FBF-7D63-454C-BE21-E1885435EA29}"/>
              </a:ext>
            </a:extLst>
          </p:cNvPr>
          <p:cNvSpPr txBox="1"/>
          <p:nvPr/>
        </p:nvSpPr>
        <p:spPr>
          <a:xfrm>
            <a:off x="3003432" y="320359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원어민 영어</a:t>
            </a:r>
            <a:endParaRPr lang="ko-KR" alt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AF35DB-700E-4AB8-AA91-AAB811D10CD4}"/>
              </a:ext>
            </a:extLst>
          </p:cNvPr>
          <p:cNvSpPr txBox="1"/>
          <p:nvPr/>
        </p:nvSpPr>
        <p:spPr>
          <a:xfrm>
            <a:off x="3003432" y="3498687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질리지않는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E02DD6-5B07-40E0-8EB9-F499D35A06F3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배너분류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9AB4-3623-4CA0-A04F-EF6367118C16}"/>
              </a:ext>
            </a:extLst>
          </p:cNvPr>
          <p:cNvSpPr txBox="1"/>
          <p:nvPr/>
        </p:nvSpPr>
        <p:spPr>
          <a:xfrm>
            <a:off x="2952405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배너상세분류</a:t>
            </a:r>
            <a:endParaRPr lang="ko-KR" altLang="en-US" sz="14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5BB145-0033-4F37-920B-6D8DDC580FA1}"/>
              </a:ext>
            </a:extLst>
          </p:cNvPr>
          <p:cNvSpPr/>
          <p:nvPr/>
        </p:nvSpPr>
        <p:spPr>
          <a:xfrm>
            <a:off x="8615103" y="3960551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262C54B-236D-4627-B339-1C1D1BDD1DEF}"/>
              </a:ext>
            </a:extLst>
          </p:cNvPr>
          <p:cNvSpPr/>
          <p:nvPr/>
        </p:nvSpPr>
        <p:spPr>
          <a:xfrm>
            <a:off x="7276777" y="3960551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4A77CD1-804A-44B5-8161-3DCE4DF3F8A1}"/>
              </a:ext>
            </a:extLst>
          </p:cNvPr>
          <p:cNvSpPr/>
          <p:nvPr/>
        </p:nvSpPr>
        <p:spPr>
          <a:xfrm>
            <a:off x="1531257" y="3958276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삭제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F684C1-FB65-4DAE-99D1-EB183926600A}"/>
              </a:ext>
            </a:extLst>
          </p:cNvPr>
          <p:cNvSpPr txBox="1"/>
          <p:nvPr/>
        </p:nvSpPr>
        <p:spPr>
          <a:xfrm>
            <a:off x="1531257" y="320359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메인클래스영역</a:t>
            </a:r>
            <a:endParaRPr lang="ko-KR" altLang="en-US" sz="11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12A53F0-7EEB-4576-A629-BA180AA5C516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사각형: 둥근 모서리 63">
            <a:extLst>
              <a:ext uri="{FF2B5EF4-FFF2-40B4-BE49-F238E27FC236}">
                <a16:creationId xmlns:a16="http://schemas.microsoft.com/office/drawing/2014/main" id="{FEE8A2F5-4333-429C-97F8-6CF24C35A0AD}"/>
              </a:ext>
            </a:extLst>
          </p:cNvPr>
          <p:cNvSpPr/>
          <p:nvPr/>
        </p:nvSpPr>
        <p:spPr>
          <a:xfrm>
            <a:off x="5313190" y="6136735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D0DBD290-B6DD-4F28-85D8-7F1331DC0F62}"/>
              </a:ext>
            </a:extLst>
          </p:cNvPr>
          <p:cNvGraphicFramePr>
            <a:graphicFrameLocks noGrp="1"/>
          </p:cNvGraphicFramePr>
          <p:nvPr/>
        </p:nvGraphicFramePr>
        <p:xfrm>
          <a:off x="1531257" y="4239113"/>
          <a:ext cx="7668658" cy="1837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488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1044255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66240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698400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094400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85809265"/>
                    </a:ext>
                  </a:extLst>
                </a:gridCol>
                <a:gridCol w="610315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배너이름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노출시작일시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노출종료일시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544483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메인상단배너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여름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2023.02.02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2023.12.31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538486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메인클래스영역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강력추천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994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메인클래스영역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강력추천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운동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54" name="Box">
            <a:extLst>
              <a:ext uri="{FF2B5EF4-FFF2-40B4-BE49-F238E27FC236}">
                <a16:creationId xmlns:a16="http://schemas.microsoft.com/office/drawing/2014/main" id="{4BBED969-7F29-454C-BC34-6C08A3CD47F3}"/>
              </a:ext>
            </a:extLst>
          </p:cNvPr>
          <p:cNvSpPr/>
          <p:nvPr/>
        </p:nvSpPr>
        <p:spPr>
          <a:xfrm>
            <a:off x="167376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5418FA99-B90D-4EDE-9029-C92F5FC3BF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40140" y="4682208"/>
            <a:ext cx="546100" cy="409575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E5ECB5-D90F-4F79-A67E-9B8B976D80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40140" y="5263032"/>
            <a:ext cx="576906" cy="271846"/>
          </a:xfrm>
          <a:prstGeom prst="rect">
            <a:avLst/>
          </a:prstGeom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48818019-2D1B-41CC-940A-22BCB1B395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79346" y="5733701"/>
            <a:ext cx="546100" cy="298032"/>
          </a:xfrm>
          <a:prstGeom prst="rect">
            <a:avLst/>
          </a:prstGeom>
        </p:spPr>
      </p:pic>
      <p:sp>
        <p:nvSpPr>
          <p:cNvPr id="61" name="Box">
            <a:extLst>
              <a:ext uri="{FF2B5EF4-FFF2-40B4-BE49-F238E27FC236}">
                <a16:creationId xmlns:a16="http://schemas.microsoft.com/office/drawing/2014/main" id="{7BC7AE6E-B86B-479E-8202-601BEAB6A08B}"/>
              </a:ext>
            </a:extLst>
          </p:cNvPr>
          <p:cNvSpPr/>
          <p:nvPr/>
        </p:nvSpPr>
        <p:spPr>
          <a:xfrm>
            <a:off x="1673763" y="4827071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Box">
            <a:extLst>
              <a:ext uri="{FF2B5EF4-FFF2-40B4-BE49-F238E27FC236}">
                <a16:creationId xmlns:a16="http://schemas.microsoft.com/office/drawing/2014/main" id="{0882E2CC-27A5-4A6E-8800-E614B7CACF47}"/>
              </a:ext>
            </a:extLst>
          </p:cNvPr>
          <p:cNvSpPr/>
          <p:nvPr/>
        </p:nvSpPr>
        <p:spPr>
          <a:xfrm>
            <a:off x="1673763" y="5333177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Box">
            <a:extLst>
              <a:ext uri="{FF2B5EF4-FFF2-40B4-BE49-F238E27FC236}">
                <a16:creationId xmlns:a16="http://schemas.microsoft.com/office/drawing/2014/main" id="{A1C9F25F-286D-4423-95D1-59260E9E1002}"/>
              </a:ext>
            </a:extLst>
          </p:cNvPr>
          <p:cNvSpPr/>
          <p:nvPr/>
        </p:nvSpPr>
        <p:spPr>
          <a:xfrm>
            <a:off x="1673763" y="5803027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L 도형 65">
            <a:extLst>
              <a:ext uri="{FF2B5EF4-FFF2-40B4-BE49-F238E27FC236}">
                <a16:creationId xmlns:a16="http://schemas.microsoft.com/office/drawing/2014/main" id="{DF38F4E8-2309-4E7E-B613-86C3CD791AAD}"/>
              </a:ext>
            </a:extLst>
          </p:cNvPr>
          <p:cNvSpPr/>
          <p:nvPr/>
        </p:nvSpPr>
        <p:spPr>
          <a:xfrm rot="18935460">
            <a:off x="1703585" y="4839938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2E55421-D278-4BB5-92C9-E40FA18D5696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43FC7F4-6659-4115-88D0-C328438FD789}"/>
              </a:ext>
            </a:extLst>
          </p:cNvPr>
          <p:cNvGrpSpPr/>
          <p:nvPr/>
        </p:nvGrpSpPr>
        <p:grpSpPr>
          <a:xfrm>
            <a:off x="5883564" y="3960551"/>
            <a:ext cx="689181" cy="221852"/>
            <a:chOff x="5883564" y="3960551"/>
            <a:chExt cx="689181" cy="221852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5EE85B5-8A3E-4F54-90F4-B1D28B33428D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사용여부</a:t>
              </a:r>
            </a:p>
          </p:txBody>
        </p:sp>
        <p:sp>
          <p:nvSpPr>
            <p:cNvPr id="74" name="이등변 삼각형 73">
              <a:extLst>
                <a:ext uri="{FF2B5EF4-FFF2-40B4-BE49-F238E27FC236}">
                  <a16:creationId xmlns:a16="http://schemas.microsoft.com/office/drawing/2014/main" id="{48E00EC0-C844-4CF7-A8C7-D1F5BFCC6A7C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3938087-E15D-4EB8-BC62-124DF42AE23B}"/>
              </a:ext>
            </a:extLst>
          </p:cNvPr>
          <p:cNvGrpSpPr/>
          <p:nvPr/>
        </p:nvGrpSpPr>
        <p:grpSpPr>
          <a:xfrm>
            <a:off x="6651988" y="3960551"/>
            <a:ext cx="545589" cy="221852"/>
            <a:chOff x="6651988" y="3960551"/>
            <a:chExt cx="545589" cy="221852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2AA38147-8D9A-4203-8E34-78EAA925DBDC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75" name="이등변 삼각형 74">
              <a:extLst>
                <a:ext uri="{FF2B5EF4-FFF2-40B4-BE49-F238E27FC236}">
                  <a16:creationId xmlns:a16="http://schemas.microsoft.com/office/drawing/2014/main" id="{0079ECC4-D5F0-417B-B4D8-03093FE738CD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CDC7BDD3-66D4-4A81-A102-398E81E59BD6}"/>
              </a:ext>
            </a:extLst>
          </p:cNvPr>
          <p:cNvSpPr/>
          <p:nvPr/>
        </p:nvSpPr>
        <p:spPr>
          <a:xfrm>
            <a:off x="1530419" y="6147215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D7036B34-0DBC-4D97-883F-A98063F6C252}"/>
              </a:ext>
            </a:extLst>
          </p:cNvPr>
          <p:cNvGrpSpPr/>
          <p:nvPr/>
        </p:nvGrpSpPr>
        <p:grpSpPr>
          <a:xfrm>
            <a:off x="8296611" y="6136735"/>
            <a:ext cx="876812" cy="235209"/>
            <a:chOff x="8296611" y="6136735"/>
            <a:chExt cx="876812" cy="235209"/>
          </a:xfrm>
        </p:grpSpPr>
        <p:sp>
          <p:nvSpPr>
            <p:cNvPr id="47" name="사각형: 둥근 모서리 46">
              <a:extLst>
                <a:ext uri="{FF2B5EF4-FFF2-40B4-BE49-F238E27FC236}">
                  <a16:creationId xmlns:a16="http://schemas.microsoft.com/office/drawing/2014/main" id="{B0CF332E-F2B9-4E5D-A00D-33D2C727F9FC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77" name="이등변 삼각형 76">
              <a:extLst>
                <a:ext uri="{FF2B5EF4-FFF2-40B4-BE49-F238E27FC236}">
                  <a16:creationId xmlns:a16="http://schemas.microsoft.com/office/drawing/2014/main" id="{B34A6AFC-1239-429C-BAD7-5C8862C7B12C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5B2A9E9-DA16-4DEB-B30C-86FCF96404D8}"/>
              </a:ext>
            </a:extLst>
          </p:cNvPr>
          <p:cNvSpPr txBox="1"/>
          <p:nvPr/>
        </p:nvSpPr>
        <p:spPr>
          <a:xfrm rot="2691253">
            <a:off x="6405633" y="399690"/>
            <a:ext cx="5667924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레퍼런스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3388E682-7D3D-4910-A7BF-316C40204D22}"/>
              </a:ext>
            </a:extLst>
          </p:cNvPr>
          <p:cNvSpPr/>
          <p:nvPr/>
        </p:nvSpPr>
        <p:spPr>
          <a:xfrm>
            <a:off x="8699797" y="4751263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A39C445-ED0F-4CA7-9776-D2FD5724D5B9}"/>
              </a:ext>
            </a:extLst>
          </p:cNvPr>
          <p:cNvSpPr/>
          <p:nvPr/>
        </p:nvSpPr>
        <p:spPr>
          <a:xfrm>
            <a:off x="8699797" y="5296185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25A28333-3289-448F-A4E5-9AC8448603EE}"/>
              </a:ext>
            </a:extLst>
          </p:cNvPr>
          <p:cNvSpPr/>
          <p:nvPr/>
        </p:nvSpPr>
        <p:spPr>
          <a:xfrm>
            <a:off x="8699797" y="576511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</p:spTree>
    <p:extLst>
      <p:ext uri="{BB962C8B-B14F-4D97-AF65-F5344CB8AC3E}">
        <p14:creationId xmlns:p14="http://schemas.microsoft.com/office/powerpoint/2010/main" val="402416254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대시보드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PONADMDBOOOOH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배너 조회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8820FF8-3DF1-420C-B2AD-6CE7AE7F7FA6}"/>
              </a:ext>
            </a:extLst>
          </p:cNvPr>
          <p:cNvGrpSpPr/>
          <p:nvPr/>
        </p:nvGrpSpPr>
        <p:grpSpPr>
          <a:xfrm>
            <a:off x="1534206" y="3754985"/>
            <a:ext cx="1280992" cy="1191183"/>
            <a:chOff x="1534206" y="2590789"/>
            <a:chExt cx="1280992" cy="1676421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78FC93A0-ACD3-4CDD-A904-5800F9DFCB9D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9B770F2-E7B9-4BC7-9D5D-FE7BAB9D4FDF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289BBF4-8C32-4D57-8A72-3A454A5CAE49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18DD6CC-E648-4A19-ACA0-5750AE86EE2F}"/>
              </a:ext>
            </a:extLst>
          </p:cNvPr>
          <p:cNvSpPr txBox="1"/>
          <p:nvPr/>
        </p:nvSpPr>
        <p:spPr>
          <a:xfrm>
            <a:off x="1534206" y="380484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전체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880365-6CA0-41A9-8785-CFFBA8EB208E}"/>
              </a:ext>
            </a:extLst>
          </p:cNvPr>
          <p:cNvSpPr txBox="1"/>
          <p:nvPr/>
        </p:nvSpPr>
        <p:spPr>
          <a:xfrm>
            <a:off x="1534206" y="4072018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메인상단배너</a:t>
            </a:r>
            <a:endParaRPr lang="ko-KR" altLang="en-US" sz="11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810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배너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접기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8100000">
            <a:off x="8857869" y="192076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C38B99CB-28F4-4829-B3C3-EB05C9C70581}"/>
              </a:ext>
            </a:extLst>
          </p:cNvPr>
          <p:cNvGrpSpPr/>
          <p:nvPr/>
        </p:nvGrpSpPr>
        <p:grpSpPr>
          <a:xfrm>
            <a:off x="2992084" y="3754985"/>
            <a:ext cx="1280992" cy="1191183"/>
            <a:chOff x="1534206" y="2590789"/>
            <a:chExt cx="1280992" cy="1676421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613A8C1A-C72B-4D44-8461-32E54EC67996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FAE7F9D8-2100-479B-BF4E-5ECC6A42AC72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F0FCFEE-2D63-4D97-AADA-8F768A798C73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971CAA4B-9186-4F0A-9DED-A704B49D5241}"/>
              </a:ext>
            </a:extLst>
          </p:cNvPr>
          <p:cNvSpPr txBox="1"/>
          <p:nvPr/>
        </p:nvSpPr>
        <p:spPr>
          <a:xfrm>
            <a:off x="3003432" y="380484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강력추천</a:t>
            </a:r>
            <a:endParaRPr lang="ko-KR" altLang="en-US" sz="11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76A92A-6B5A-43F9-A576-75B748E79318}"/>
              </a:ext>
            </a:extLst>
          </p:cNvPr>
          <p:cNvSpPr txBox="1"/>
          <p:nvPr/>
        </p:nvSpPr>
        <p:spPr>
          <a:xfrm>
            <a:off x="3003432" y="4072018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추석 한정 투어</a:t>
            </a:r>
            <a:endParaRPr lang="ko-KR" altLang="en-US" sz="11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A24FBF-7D63-454C-BE21-E1885435EA29}"/>
              </a:ext>
            </a:extLst>
          </p:cNvPr>
          <p:cNvSpPr txBox="1"/>
          <p:nvPr/>
        </p:nvSpPr>
        <p:spPr>
          <a:xfrm>
            <a:off x="3003432" y="4367788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원어민 영어</a:t>
            </a:r>
            <a:endParaRPr lang="ko-KR" altLang="en-US" sz="11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AF35DB-700E-4AB8-AA91-AAB811D10CD4}"/>
              </a:ext>
            </a:extLst>
          </p:cNvPr>
          <p:cNvSpPr txBox="1"/>
          <p:nvPr/>
        </p:nvSpPr>
        <p:spPr>
          <a:xfrm>
            <a:off x="3003432" y="4662883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질리지않는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E02DD6-5B07-40E0-8EB9-F499D35A06F3}"/>
              </a:ext>
            </a:extLst>
          </p:cNvPr>
          <p:cNvSpPr txBox="1"/>
          <p:nvPr/>
        </p:nvSpPr>
        <p:spPr>
          <a:xfrm>
            <a:off x="1496797" y="3447209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배너분류</a:t>
            </a:r>
            <a:endParaRPr lang="ko-KR" altLang="en-US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06D9AB4-3623-4CA0-A04F-EF6367118C16}"/>
              </a:ext>
            </a:extLst>
          </p:cNvPr>
          <p:cNvSpPr txBox="1"/>
          <p:nvPr/>
        </p:nvSpPr>
        <p:spPr>
          <a:xfrm>
            <a:off x="2952405" y="3447209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배너상세분류</a:t>
            </a:r>
            <a:endParaRPr lang="ko-KR" altLang="en-US" sz="1400" dirty="0"/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195BB145-0033-4F37-920B-6D8DDC580FA1}"/>
              </a:ext>
            </a:extLst>
          </p:cNvPr>
          <p:cNvSpPr/>
          <p:nvPr/>
        </p:nvSpPr>
        <p:spPr>
          <a:xfrm>
            <a:off x="8615103" y="5124747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E262C54B-236D-4627-B339-1C1D1BDD1DEF}"/>
              </a:ext>
            </a:extLst>
          </p:cNvPr>
          <p:cNvSpPr/>
          <p:nvPr/>
        </p:nvSpPr>
        <p:spPr>
          <a:xfrm>
            <a:off x="7276777" y="5124747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04A77CD1-804A-44B5-8161-3DCE4DF3F8A1}"/>
              </a:ext>
            </a:extLst>
          </p:cNvPr>
          <p:cNvSpPr/>
          <p:nvPr/>
        </p:nvSpPr>
        <p:spPr>
          <a:xfrm>
            <a:off x="1531257" y="5122472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삭제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FF684C1-FB65-4DAE-99D1-EB183926600A}"/>
              </a:ext>
            </a:extLst>
          </p:cNvPr>
          <p:cNvSpPr txBox="1"/>
          <p:nvPr/>
        </p:nvSpPr>
        <p:spPr>
          <a:xfrm>
            <a:off x="1531257" y="4367788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메인클래스영역</a:t>
            </a:r>
            <a:endParaRPr lang="ko-KR" altLang="en-US" sz="1100" dirty="0"/>
          </a:p>
        </p:txBody>
      </p: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C12A53F0-7EEB-4576-A629-BA180AA5C516}"/>
              </a:ext>
            </a:extLst>
          </p:cNvPr>
          <p:cNvCxnSpPr/>
          <p:nvPr/>
        </p:nvCxnSpPr>
        <p:spPr>
          <a:xfrm flipV="1">
            <a:off x="1531257" y="4980950"/>
            <a:ext cx="7668658" cy="18287"/>
          </a:xfrm>
          <a:prstGeom prst="line">
            <a:avLst/>
          </a:prstGeom>
          <a:ln w="28575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표 52">
            <a:extLst>
              <a:ext uri="{FF2B5EF4-FFF2-40B4-BE49-F238E27FC236}">
                <a16:creationId xmlns:a16="http://schemas.microsoft.com/office/drawing/2014/main" id="{D0DBD290-B6DD-4F28-85D8-7F1331DC0F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605502"/>
              </p:ext>
            </p:extLst>
          </p:nvPr>
        </p:nvGraphicFramePr>
        <p:xfrm>
          <a:off x="1531257" y="5403309"/>
          <a:ext cx="7668658" cy="143778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488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1044255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66240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698400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094400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85809265"/>
                    </a:ext>
                  </a:extLst>
                </a:gridCol>
                <a:gridCol w="610315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배너이름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노출시작일시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노출종료일시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544483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메인상단배너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여름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2023.02.02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2023.12.31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538486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메인클래스영역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강력추천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</a:tbl>
          </a:graphicData>
        </a:graphic>
      </p:graphicFrame>
      <p:sp>
        <p:nvSpPr>
          <p:cNvPr id="54" name="Box">
            <a:extLst>
              <a:ext uri="{FF2B5EF4-FFF2-40B4-BE49-F238E27FC236}">
                <a16:creationId xmlns:a16="http://schemas.microsoft.com/office/drawing/2014/main" id="{4BBED969-7F29-454C-BC34-6C08A3CD47F3}"/>
              </a:ext>
            </a:extLst>
          </p:cNvPr>
          <p:cNvSpPr/>
          <p:nvPr/>
        </p:nvSpPr>
        <p:spPr>
          <a:xfrm>
            <a:off x="1673763" y="5508552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5418FA99-B90D-4EDE-9029-C92F5FC3BF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40140" y="5846404"/>
            <a:ext cx="546100" cy="409575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C0E5ECB5-D90F-4F79-A67E-9B8B976D80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40140" y="6427228"/>
            <a:ext cx="576906" cy="271846"/>
          </a:xfrm>
          <a:prstGeom prst="rect">
            <a:avLst/>
          </a:prstGeom>
        </p:spPr>
      </p:pic>
      <p:sp>
        <p:nvSpPr>
          <p:cNvPr id="61" name="Box">
            <a:extLst>
              <a:ext uri="{FF2B5EF4-FFF2-40B4-BE49-F238E27FC236}">
                <a16:creationId xmlns:a16="http://schemas.microsoft.com/office/drawing/2014/main" id="{7BC7AE6E-B86B-479E-8202-601BEAB6A08B}"/>
              </a:ext>
            </a:extLst>
          </p:cNvPr>
          <p:cNvSpPr/>
          <p:nvPr/>
        </p:nvSpPr>
        <p:spPr>
          <a:xfrm>
            <a:off x="1673763" y="5991267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2" name="Box">
            <a:extLst>
              <a:ext uri="{FF2B5EF4-FFF2-40B4-BE49-F238E27FC236}">
                <a16:creationId xmlns:a16="http://schemas.microsoft.com/office/drawing/2014/main" id="{0882E2CC-27A5-4A6E-8800-E614B7CACF47}"/>
              </a:ext>
            </a:extLst>
          </p:cNvPr>
          <p:cNvSpPr/>
          <p:nvPr/>
        </p:nvSpPr>
        <p:spPr>
          <a:xfrm>
            <a:off x="1673763" y="6497373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6" name="L 도형 65">
            <a:extLst>
              <a:ext uri="{FF2B5EF4-FFF2-40B4-BE49-F238E27FC236}">
                <a16:creationId xmlns:a16="http://schemas.microsoft.com/office/drawing/2014/main" id="{DF38F4E8-2309-4E7E-B613-86C3CD791AAD}"/>
              </a:ext>
            </a:extLst>
          </p:cNvPr>
          <p:cNvSpPr/>
          <p:nvPr/>
        </p:nvSpPr>
        <p:spPr>
          <a:xfrm rot="18935460">
            <a:off x="1703585" y="6004134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E2E55421-D278-4BB5-92C9-E40FA18D5696}"/>
              </a:ext>
            </a:extLst>
          </p:cNvPr>
          <p:cNvSpPr/>
          <p:nvPr/>
        </p:nvSpPr>
        <p:spPr>
          <a:xfrm>
            <a:off x="8615103" y="4663106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243FC7F4-6659-4115-88D0-C328438FD789}"/>
              </a:ext>
            </a:extLst>
          </p:cNvPr>
          <p:cNvGrpSpPr/>
          <p:nvPr/>
        </p:nvGrpSpPr>
        <p:grpSpPr>
          <a:xfrm>
            <a:off x="5883564" y="5124747"/>
            <a:ext cx="689181" cy="221852"/>
            <a:chOff x="5883564" y="3960551"/>
            <a:chExt cx="689181" cy="221852"/>
          </a:xfrm>
        </p:grpSpPr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25EE85B5-8A3E-4F54-90F4-B1D28B33428D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사용여부</a:t>
              </a:r>
            </a:p>
          </p:txBody>
        </p:sp>
        <p:sp>
          <p:nvSpPr>
            <p:cNvPr id="74" name="이등변 삼각형 73">
              <a:extLst>
                <a:ext uri="{FF2B5EF4-FFF2-40B4-BE49-F238E27FC236}">
                  <a16:creationId xmlns:a16="http://schemas.microsoft.com/office/drawing/2014/main" id="{48E00EC0-C844-4CF7-A8C7-D1F5BFCC6A7C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43938087-E15D-4EB8-BC62-124DF42AE23B}"/>
              </a:ext>
            </a:extLst>
          </p:cNvPr>
          <p:cNvGrpSpPr/>
          <p:nvPr/>
        </p:nvGrpSpPr>
        <p:grpSpPr>
          <a:xfrm>
            <a:off x="6651988" y="5124747"/>
            <a:ext cx="545589" cy="221852"/>
            <a:chOff x="6651988" y="3960551"/>
            <a:chExt cx="545589" cy="221852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2AA38147-8D9A-4203-8E34-78EAA925DBDC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75" name="이등변 삼각형 74">
              <a:extLst>
                <a:ext uri="{FF2B5EF4-FFF2-40B4-BE49-F238E27FC236}">
                  <a16:creationId xmlns:a16="http://schemas.microsoft.com/office/drawing/2014/main" id="{0079ECC4-D5F0-417B-B4D8-03093FE738CD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5B2A9E9-DA16-4DEB-B30C-86FCF96404D8}"/>
              </a:ext>
            </a:extLst>
          </p:cNvPr>
          <p:cNvSpPr txBox="1"/>
          <p:nvPr/>
        </p:nvSpPr>
        <p:spPr>
          <a:xfrm rot="2691253">
            <a:off x="6838902" y="253958"/>
            <a:ext cx="5667924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레퍼런스</a:t>
            </a:r>
          </a:p>
        </p:txBody>
      </p:sp>
      <p:sp>
        <p:nvSpPr>
          <p:cNvPr id="71" name="사각형: 둥근 모서리 70">
            <a:extLst>
              <a:ext uri="{FF2B5EF4-FFF2-40B4-BE49-F238E27FC236}">
                <a16:creationId xmlns:a16="http://schemas.microsoft.com/office/drawing/2014/main" id="{3388E682-7D3D-4910-A7BF-316C40204D22}"/>
              </a:ext>
            </a:extLst>
          </p:cNvPr>
          <p:cNvSpPr/>
          <p:nvPr/>
        </p:nvSpPr>
        <p:spPr>
          <a:xfrm>
            <a:off x="8699797" y="5915459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7A39C445-ED0F-4CA7-9776-D2FD5724D5B9}"/>
              </a:ext>
            </a:extLst>
          </p:cNvPr>
          <p:cNvSpPr/>
          <p:nvPr/>
        </p:nvSpPr>
        <p:spPr>
          <a:xfrm>
            <a:off x="8699797" y="6460381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68" name="사각형: 둥근 모서리 67">
            <a:extLst>
              <a:ext uri="{FF2B5EF4-FFF2-40B4-BE49-F238E27FC236}">
                <a16:creationId xmlns:a16="http://schemas.microsoft.com/office/drawing/2014/main" id="{8FAA66A1-2F18-4B32-A6BC-560A41242D09}"/>
              </a:ext>
            </a:extLst>
          </p:cNvPr>
          <p:cNvSpPr/>
          <p:nvPr/>
        </p:nvSpPr>
        <p:spPr>
          <a:xfrm>
            <a:off x="1532920" y="2142394"/>
            <a:ext cx="7666994" cy="1219725"/>
          </a:xfrm>
          <a:prstGeom prst="roundRect">
            <a:avLst>
              <a:gd name="adj" fmla="val 797"/>
            </a:avLst>
          </a:prstGeom>
          <a:solidFill>
            <a:srgbClr val="F2F2F2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</a:rPr>
              <a:t>상세설명</a:t>
            </a:r>
            <a:endParaRPr lang="en-US" altLang="ko-KR" sz="900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tx1"/>
                </a:solidFill>
              </a:rPr>
              <a:t>상세설명입니다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</a:rPr>
              <a:t>상세설명</a:t>
            </a:r>
            <a:r>
              <a:rPr lang="en-US" altLang="ko-KR" sz="900" dirty="0">
                <a:solidFill>
                  <a:schemeClr val="tx1"/>
                </a:solidFill>
              </a:rPr>
              <a:t>….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</a:rPr>
              <a:t>매뉴얼 혹은 링크 혹은 권한 등등</a:t>
            </a:r>
            <a:r>
              <a:rPr lang="en-US" altLang="ko-KR" sz="900" dirty="0">
                <a:solidFill>
                  <a:schemeClr val="tx1"/>
                </a:solidFill>
              </a:rPr>
              <a:t>… </a:t>
            </a:r>
            <a:r>
              <a:rPr lang="ko-KR" altLang="en-US" sz="900" dirty="0" err="1">
                <a:solidFill>
                  <a:schemeClr val="tx1"/>
                </a:solidFill>
              </a:rPr>
              <a:t>설명하면됩니다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</a:rPr>
              <a:t>메뉴설명은 </a:t>
            </a:r>
            <a:r>
              <a:rPr lang="ko-KR" altLang="en-US" sz="900" dirty="0" err="1">
                <a:solidFill>
                  <a:schemeClr val="tx1"/>
                </a:solidFill>
              </a:rPr>
              <a:t>여러줄로</a:t>
            </a:r>
            <a:r>
              <a:rPr lang="ko-KR" altLang="en-US" sz="900" dirty="0">
                <a:solidFill>
                  <a:schemeClr val="tx1"/>
                </a:solidFill>
              </a:rPr>
              <a:t> 설명이 가능합니다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chemeClr val="tx1"/>
                </a:solidFill>
              </a:rPr>
              <a:t>자동적으로 늘어납니다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하지만 최대 높이는 </a:t>
            </a:r>
            <a:r>
              <a:rPr lang="ko-KR" altLang="en-US" sz="900" dirty="0" err="1">
                <a:solidFill>
                  <a:schemeClr val="tx1"/>
                </a:solidFill>
              </a:rPr>
              <a:t>정해져있어서</a:t>
            </a:r>
            <a:r>
              <a:rPr lang="ko-KR" altLang="en-US" sz="900" dirty="0">
                <a:solidFill>
                  <a:schemeClr val="tx1"/>
                </a:solidFill>
              </a:rPr>
              <a:t> 너무 많은 줄을 쓰면 안됩니다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80993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대시보드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PONADMDBOOOOH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416A6-E590-4EF9-B446-056242BE7A05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메뉴명</a:t>
            </a:r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4BF6FD-E423-4CA6-8A22-73512614ACA3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0AA1AE92-3D25-485F-997C-E838DAF37449}"/>
              </a:ext>
            </a:extLst>
          </p:cNvPr>
          <p:cNvGrpSpPr/>
          <p:nvPr/>
        </p:nvGrpSpPr>
        <p:grpSpPr>
          <a:xfrm>
            <a:off x="1534206" y="2590789"/>
            <a:ext cx="1280992" cy="1191183"/>
            <a:chOff x="1534206" y="2590789"/>
            <a:chExt cx="1280992" cy="1676421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ABD49E9-05E0-48E5-AD51-DDA0E41CFAAB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FC4E61D-C304-44BC-9FDA-E24E493C4358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CAA6620-7C9B-460C-A058-EA70DB412A0D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9C808A2A-1211-4F14-A5E1-433031B9B75B}"/>
              </a:ext>
            </a:extLst>
          </p:cNvPr>
          <p:cNvSpPr txBox="1"/>
          <p:nvPr/>
        </p:nvSpPr>
        <p:spPr>
          <a:xfrm>
            <a:off x="1534206" y="2640646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8AF46F-8012-4F7A-B0E8-26D2B2D74FDC}"/>
              </a:ext>
            </a:extLst>
          </p:cNvPr>
          <p:cNvSpPr txBox="1"/>
          <p:nvPr/>
        </p:nvSpPr>
        <p:spPr>
          <a:xfrm>
            <a:off x="1534206" y="290782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7D47234-0D8D-465C-939A-BD250A26AFA0}"/>
              </a:ext>
            </a:extLst>
          </p:cNvPr>
          <p:cNvCxnSpPr/>
          <p:nvPr/>
        </p:nvCxnSpPr>
        <p:spPr>
          <a:xfrm>
            <a:off x="1534206" y="1224000"/>
            <a:ext cx="0" cy="563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9F62E1D-A6C7-4241-85DE-322F2CC68BC5}"/>
              </a:ext>
            </a:extLst>
          </p:cNvPr>
          <p:cNvSpPr/>
          <p:nvPr/>
        </p:nvSpPr>
        <p:spPr>
          <a:xfrm>
            <a:off x="1496797" y="1696440"/>
            <a:ext cx="770865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>
                <a:solidFill>
                  <a:schemeClr val="tx1"/>
                </a:solidFill>
              </a:rPr>
              <a:t>메뉴설명입니다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4A1580E-09E7-484F-8B0B-5FCF2E22371C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3C154FA-CBEF-4695-B2A4-2E44B0834379}"/>
              </a:ext>
            </a:extLst>
          </p:cNvPr>
          <p:cNvCxnSpPr>
            <a:cxnSpLocks/>
          </p:cNvCxnSpPr>
          <p:nvPr/>
        </p:nvCxnSpPr>
        <p:spPr>
          <a:xfrm>
            <a:off x="9205446" y="1238718"/>
            <a:ext cx="0" cy="56192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ABD34A8-BE7B-46E1-8185-2E3224152747}"/>
              </a:ext>
            </a:extLst>
          </p:cNvPr>
          <p:cNvSpPr/>
          <p:nvPr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7" name="L 도형 36">
            <a:extLst>
              <a:ext uri="{FF2B5EF4-FFF2-40B4-BE49-F238E27FC236}">
                <a16:creationId xmlns:a16="http://schemas.microsoft.com/office/drawing/2014/main" id="{366B23D9-52EA-40A6-A77D-BEF8BBD17540}"/>
              </a:ext>
            </a:extLst>
          </p:cNvPr>
          <p:cNvSpPr/>
          <p:nvPr/>
        </p:nvSpPr>
        <p:spPr>
          <a:xfrm rot="18882919">
            <a:off x="1187944" y="383484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066E695-1318-4C20-9DAA-0169D4B8DD3B}"/>
              </a:ext>
            </a:extLst>
          </p:cNvPr>
          <p:cNvGrpSpPr/>
          <p:nvPr/>
        </p:nvGrpSpPr>
        <p:grpSpPr>
          <a:xfrm>
            <a:off x="-27382" y="3070334"/>
            <a:ext cx="1367481" cy="601558"/>
            <a:chOff x="-27382" y="3070334"/>
            <a:chExt cx="1367481" cy="601558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2D40885-B431-4DC4-A48A-DCEDDE09B97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ADC640E6-9956-418A-A443-EF89ED4CDCA1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A049B38-03D6-4875-8995-CFB6ADE1C005}"/>
                </a:ext>
              </a:extLst>
            </p:cNvPr>
            <p:cNvSpPr/>
            <p:nvPr userDrawn="1"/>
          </p:nvSpPr>
          <p:spPr>
            <a:xfrm>
              <a:off x="0" y="3070335"/>
              <a:ext cx="1340099" cy="589666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FF87D04-BD6B-422B-B6BA-C2275C5EF3FC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57F380"/>
                  </a:solidFill>
                </a:rPr>
                <a:t> </a:t>
              </a:r>
              <a:r>
                <a:rPr lang="ko-KR" altLang="en-US" sz="800" b="1" dirty="0">
                  <a:solidFill>
                    <a:srgbClr val="57F380"/>
                  </a:solidFill>
                </a:rPr>
                <a:t>배너 등록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1ACA81D-80C3-4E9D-974F-94E5CAC6A635}"/>
                </a:ext>
              </a:extLst>
            </p:cNvPr>
            <p:cNvSpPr/>
            <p:nvPr userDrawn="1"/>
          </p:nvSpPr>
          <p:spPr>
            <a:xfrm>
              <a:off x="-27382" y="337744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DCDCDC"/>
                  </a:solidFill>
                </a:rPr>
                <a:t> </a:t>
              </a:r>
              <a:r>
                <a:rPr lang="ko-KR" altLang="en-US" sz="800" b="1" dirty="0">
                  <a:solidFill>
                    <a:srgbClr val="DCDCDC"/>
                  </a:solidFill>
                </a:rPr>
                <a:t>배너 조회 </a:t>
              </a:r>
            </a:p>
          </p:txBody>
        </p:sp>
      </p:grpSp>
      <p:sp>
        <p:nvSpPr>
          <p:cNvPr id="44" name="L 도형 43">
            <a:extLst>
              <a:ext uri="{FF2B5EF4-FFF2-40B4-BE49-F238E27FC236}">
                <a16:creationId xmlns:a16="http://schemas.microsoft.com/office/drawing/2014/main" id="{30DB78DB-B2A5-4701-895E-446EEC6F7C48}"/>
              </a:ext>
            </a:extLst>
          </p:cNvPr>
          <p:cNvSpPr/>
          <p:nvPr/>
        </p:nvSpPr>
        <p:spPr>
          <a:xfrm rot="8183059">
            <a:off x="1187944" y="286805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E2E7C13E-0F5C-4820-9DA3-84BD150F68B8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852F9CF-CFE1-40B0-B43B-E93BBFE821E3}"/>
              </a:ext>
            </a:extLst>
          </p:cNvPr>
          <p:cNvSpPr/>
          <p:nvPr/>
        </p:nvSpPr>
        <p:spPr>
          <a:xfrm>
            <a:off x="1496797" y="2247029"/>
            <a:ext cx="7822082" cy="1624715"/>
          </a:xfrm>
          <a:prstGeom prst="roundRect">
            <a:avLst>
              <a:gd name="adj" fmla="val 4167"/>
            </a:avLst>
          </a:prstGeom>
          <a:noFill/>
          <a:ln w="3810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BB556462-C5D3-4673-A7CE-20B100AC802B}"/>
              </a:ext>
            </a:extLst>
          </p:cNvPr>
          <p:cNvSpPr/>
          <p:nvPr/>
        </p:nvSpPr>
        <p:spPr>
          <a:xfrm>
            <a:off x="1496798" y="1629470"/>
            <a:ext cx="7822082" cy="564505"/>
          </a:xfrm>
          <a:prstGeom prst="roundRect">
            <a:avLst>
              <a:gd name="adj" fmla="val 4167"/>
            </a:avLst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5CEF4EF-6762-43C7-83F7-6B185E809574}"/>
              </a:ext>
            </a:extLst>
          </p:cNvPr>
          <p:cNvSpPr txBox="1"/>
          <p:nvPr/>
        </p:nvSpPr>
        <p:spPr>
          <a:xfrm>
            <a:off x="1534206" y="320359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53EEE77-2F0D-4509-B20E-BEADD3951389}"/>
              </a:ext>
            </a:extLst>
          </p:cNvPr>
          <p:cNvSpPr txBox="1"/>
          <p:nvPr/>
        </p:nvSpPr>
        <p:spPr>
          <a:xfrm>
            <a:off x="1534206" y="3498687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11C04268-BFCD-485A-A0EA-D7D134B6269E}"/>
              </a:ext>
            </a:extLst>
          </p:cNvPr>
          <p:cNvGrpSpPr/>
          <p:nvPr/>
        </p:nvGrpSpPr>
        <p:grpSpPr>
          <a:xfrm>
            <a:off x="2992084" y="2590789"/>
            <a:ext cx="1280992" cy="1191183"/>
            <a:chOff x="1534206" y="2590789"/>
            <a:chExt cx="1280992" cy="1676421"/>
          </a:xfrm>
        </p:grpSpPr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D5B2B8AE-8569-4065-B8E7-69A268CA5E18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153A7B6-1E1D-46ED-9B46-3F7F8F8FD44F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2BC88074-83AF-4A92-9DFF-203B22208A26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9491060A-C139-494C-A685-485FE3E6EB0F}"/>
              </a:ext>
            </a:extLst>
          </p:cNvPr>
          <p:cNvSpPr txBox="1"/>
          <p:nvPr/>
        </p:nvSpPr>
        <p:spPr>
          <a:xfrm>
            <a:off x="3003432" y="2640646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2321B4-16D2-4AA7-B588-96595EBCCA93}"/>
              </a:ext>
            </a:extLst>
          </p:cNvPr>
          <p:cNvSpPr txBox="1"/>
          <p:nvPr/>
        </p:nvSpPr>
        <p:spPr>
          <a:xfrm>
            <a:off x="3003432" y="290782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4E2FFC4-6E2E-443D-AF4C-974EBBCD0976}"/>
              </a:ext>
            </a:extLst>
          </p:cNvPr>
          <p:cNvSpPr txBox="1"/>
          <p:nvPr/>
        </p:nvSpPr>
        <p:spPr>
          <a:xfrm>
            <a:off x="3003432" y="320359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F3B36A-D500-4DED-8052-A728142FACF4}"/>
              </a:ext>
            </a:extLst>
          </p:cNvPr>
          <p:cNvSpPr txBox="1"/>
          <p:nvPr/>
        </p:nvSpPr>
        <p:spPr>
          <a:xfrm>
            <a:off x="3003432" y="3498687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E83B1E-4CBF-4ACC-9E08-267F3E0C2C60}"/>
              </a:ext>
            </a:extLst>
          </p:cNvPr>
          <p:cNvSpPr txBox="1"/>
          <p:nvPr/>
        </p:nvSpPr>
        <p:spPr>
          <a:xfrm>
            <a:off x="1496797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소제목명</a:t>
            </a:r>
            <a:endParaRPr lang="ko-KR" altLang="en-US" sz="14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86BACA-4CD2-4424-BACF-6302F03484A6}"/>
              </a:ext>
            </a:extLst>
          </p:cNvPr>
          <p:cNvSpPr txBox="1"/>
          <p:nvPr/>
        </p:nvSpPr>
        <p:spPr>
          <a:xfrm>
            <a:off x="2952405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소제목명</a:t>
            </a:r>
            <a:r>
              <a:rPr lang="en-US" altLang="ko-KR" sz="1200" dirty="0"/>
              <a:t>2</a:t>
            </a:r>
            <a:endParaRPr lang="ko-KR" altLang="en-US" sz="1400" dirty="0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D805C2C9-9810-4C63-992E-F0B57C22D541}"/>
              </a:ext>
            </a:extLst>
          </p:cNvPr>
          <p:cNvSpPr/>
          <p:nvPr/>
        </p:nvSpPr>
        <p:spPr>
          <a:xfrm>
            <a:off x="4442659" y="2590790"/>
            <a:ext cx="1278050" cy="1191181"/>
          </a:xfrm>
          <a:prstGeom prst="roundRect">
            <a:avLst>
              <a:gd name="adj" fmla="val 2020"/>
            </a:avLst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68F76F-7969-4279-AA84-29A17FE3B5EE}"/>
              </a:ext>
            </a:extLst>
          </p:cNvPr>
          <p:cNvSpPr txBox="1"/>
          <p:nvPr/>
        </p:nvSpPr>
        <p:spPr>
          <a:xfrm>
            <a:off x="4497711" y="3038627"/>
            <a:ext cx="116794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데이터가 없습니다</a:t>
            </a:r>
            <a:r>
              <a:rPr lang="en-US" altLang="ko-KR" sz="900" dirty="0"/>
              <a:t>.</a:t>
            </a:r>
            <a:endParaRPr lang="ko-KR" altLang="en-US" sz="105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2A50B25-78A4-4A9B-AF0D-DAE53B6B35F9}"/>
              </a:ext>
            </a:extLst>
          </p:cNvPr>
          <p:cNvSpPr txBox="1"/>
          <p:nvPr/>
        </p:nvSpPr>
        <p:spPr>
          <a:xfrm>
            <a:off x="4402980" y="2283013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소제목명</a:t>
            </a:r>
            <a:r>
              <a:rPr lang="en-US" altLang="ko-KR" sz="1200" dirty="0"/>
              <a:t>2</a:t>
            </a:r>
            <a:endParaRPr lang="ko-KR" altLang="en-US" sz="14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7CB202-2468-4396-B49A-E4DE76BEF7AE}"/>
              </a:ext>
            </a:extLst>
          </p:cNvPr>
          <p:cNvSpPr txBox="1"/>
          <p:nvPr/>
        </p:nvSpPr>
        <p:spPr>
          <a:xfrm rot="2691253">
            <a:off x="6101746" y="-1909873"/>
            <a:ext cx="2568853" cy="280076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레퍼런스</a:t>
            </a: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94BE73FC-4A87-4A7A-87C9-A58EECBDEA93}"/>
              </a:ext>
            </a:extLst>
          </p:cNvPr>
          <p:cNvCxnSpPr/>
          <p:nvPr/>
        </p:nvCxnSpPr>
        <p:spPr>
          <a:xfrm flipV="1">
            <a:off x="1531257" y="3816754"/>
            <a:ext cx="7668658" cy="18287"/>
          </a:xfrm>
          <a:prstGeom prst="line">
            <a:avLst/>
          </a:prstGeom>
          <a:ln w="19050">
            <a:solidFill>
              <a:srgbClr val="BA8AE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F6496B1B-9639-4D26-B265-E7AAF6EB6E0C}"/>
              </a:ext>
            </a:extLst>
          </p:cNvPr>
          <p:cNvCxnSpPr>
            <a:cxnSpLocks/>
            <a:stCxn id="46" idx="3"/>
          </p:cNvCxnSpPr>
          <p:nvPr/>
        </p:nvCxnSpPr>
        <p:spPr>
          <a:xfrm>
            <a:off x="9318880" y="1911723"/>
            <a:ext cx="687926" cy="325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D38A006E-5225-47F4-B7EF-227A062786FB}"/>
              </a:ext>
            </a:extLst>
          </p:cNvPr>
          <p:cNvSpPr/>
          <p:nvPr/>
        </p:nvSpPr>
        <p:spPr>
          <a:xfrm>
            <a:off x="8615103" y="3960551"/>
            <a:ext cx="584811" cy="235209"/>
          </a:xfrm>
          <a:prstGeom prst="roundRect">
            <a:avLst>
              <a:gd name="adj" fmla="val 3506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</a:t>
            </a:r>
          </a:p>
        </p:txBody>
      </p:sp>
      <p:sp>
        <p:nvSpPr>
          <p:cNvPr id="97" name="사각형: 둥근 모서리 96">
            <a:extLst>
              <a:ext uri="{FF2B5EF4-FFF2-40B4-BE49-F238E27FC236}">
                <a16:creationId xmlns:a16="http://schemas.microsoft.com/office/drawing/2014/main" id="{6EC122BB-AD3B-479F-BD84-292195D7DFDC}"/>
              </a:ext>
            </a:extLst>
          </p:cNvPr>
          <p:cNvSpPr/>
          <p:nvPr/>
        </p:nvSpPr>
        <p:spPr>
          <a:xfrm>
            <a:off x="7276777" y="3960551"/>
            <a:ext cx="1261611" cy="219577"/>
          </a:xfrm>
          <a:prstGeom prst="round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검색어 입력</a:t>
            </a:r>
          </a:p>
        </p:txBody>
      </p:sp>
      <p:sp>
        <p:nvSpPr>
          <p:cNvPr id="98" name="사각형: 둥근 모서리 97">
            <a:extLst>
              <a:ext uri="{FF2B5EF4-FFF2-40B4-BE49-F238E27FC236}">
                <a16:creationId xmlns:a16="http://schemas.microsoft.com/office/drawing/2014/main" id="{226A3061-0348-47CA-ABD0-023E1D957080}"/>
              </a:ext>
            </a:extLst>
          </p:cNvPr>
          <p:cNvSpPr/>
          <p:nvPr/>
        </p:nvSpPr>
        <p:spPr>
          <a:xfrm>
            <a:off x="1531257" y="3958276"/>
            <a:ext cx="689181" cy="221852"/>
          </a:xfrm>
          <a:prstGeom prst="roundRect">
            <a:avLst>
              <a:gd name="adj" fmla="val 1640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</a:rPr>
              <a:t>선택 삭제</a:t>
            </a:r>
          </a:p>
        </p:txBody>
      </p:sp>
      <p:sp>
        <p:nvSpPr>
          <p:cNvPr id="99" name="사각형: 둥근 모서리 98">
            <a:extLst>
              <a:ext uri="{FF2B5EF4-FFF2-40B4-BE49-F238E27FC236}">
                <a16:creationId xmlns:a16="http://schemas.microsoft.com/office/drawing/2014/main" id="{473CD339-1514-47B2-98A1-5D762159A0A8}"/>
              </a:ext>
            </a:extLst>
          </p:cNvPr>
          <p:cNvSpPr/>
          <p:nvPr/>
        </p:nvSpPr>
        <p:spPr>
          <a:xfrm>
            <a:off x="5313190" y="6136735"/>
            <a:ext cx="198120" cy="23520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graphicFrame>
        <p:nvGraphicFramePr>
          <p:cNvPr id="100" name="표 99">
            <a:extLst>
              <a:ext uri="{FF2B5EF4-FFF2-40B4-BE49-F238E27FC236}">
                <a16:creationId xmlns:a16="http://schemas.microsoft.com/office/drawing/2014/main" id="{8F3B3F01-5B0E-4497-9F50-7D7E641E4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9644857"/>
              </p:ext>
            </p:extLst>
          </p:nvPr>
        </p:nvGraphicFramePr>
        <p:xfrm>
          <a:off x="1531257" y="4239113"/>
          <a:ext cx="7668658" cy="18372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76488">
                  <a:extLst>
                    <a:ext uri="{9D8B030D-6E8A-4147-A177-3AD203B41FA5}">
                      <a16:colId xmlns:a16="http://schemas.microsoft.com/office/drawing/2014/main" val="4269811407"/>
                    </a:ext>
                  </a:extLst>
                </a:gridCol>
                <a:gridCol w="1044255">
                  <a:extLst>
                    <a:ext uri="{9D8B030D-6E8A-4147-A177-3AD203B41FA5}">
                      <a16:colId xmlns:a16="http://schemas.microsoft.com/office/drawing/2014/main" val="588442697"/>
                    </a:ext>
                  </a:extLst>
                </a:gridCol>
                <a:gridCol w="669600">
                  <a:extLst>
                    <a:ext uri="{9D8B030D-6E8A-4147-A177-3AD203B41FA5}">
                      <a16:colId xmlns:a16="http://schemas.microsoft.com/office/drawing/2014/main" val="279824739"/>
                    </a:ext>
                  </a:extLst>
                </a:gridCol>
                <a:gridCol w="691200">
                  <a:extLst>
                    <a:ext uri="{9D8B030D-6E8A-4147-A177-3AD203B41FA5}">
                      <a16:colId xmlns:a16="http://schemas.microsoft.com/office/drawing/2014/main" val="2808291583"/>
                    </a:ext>
                  </a:extLst>
                </a:gridCol>
                <a:gridCol w="662400">
                  <a:extLst>
                    <a:ext uri="{9D8B030D-6E8A-4147-A177-3AD203B41FA5}">
                      <a16:colId xmlns:a16="http://schemas.microsoft.com/office/drawing/2014/main" val="718158548"/>
                    </a:ext>
                  </a:extLst>
                </a:gridCol>
                <a:gridCol w="705600">
                  <a:extLst>
                    <a:ext uri="{9D8B030D-6E8A-4147-A177-3AD203B41FA5}">
                      <a16:colId xmlns:a16="http://schemas.microsoft.com/office/drawing/2014/main" val="1719859586"/>
                    </a:ext>
                  </a:extLst>
                </a:gridCol>
                <a:gridCol w="698400">
                  <a:extLst>
                    <a:ext uri="{9D8B030D-6E8A-4147-A177-3AD203B41FA5}">
                      <a16:colId xmlns:a16="http://schemas.microsoft.com/office/drawing/2014/main" val="349775895"/>
                    </a:ext>
                  </a:extLst>
                </a:gridCol>
                <a:gridCol w="1094400">
                  <a:extLst>
                    <a:ext uri="{9D8B030D-6E8A-4147-A177-3AD203B41FA5}">
                      <a16:colId xmlns:a16="http://schemas.microsoft.com/office/drawing/2014/main" val="2682357640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85809265"/>
                    </a:ext>
                  </a:extLst>
                </a:gridCol>
                <a:gridCol w="610315">
                  <a:extLst>
                    <a:ext uri="{9D8B030D-6E8A-4147-A177-3AD203B41FA5}">
                      <a16:colId xmlns:a16="http://schemas.microsoft.com/office/drawing/2014/main" val="3392886181"/>
                    </a:ext>
                  </a:extLst>
                </a:gridCol>
              </a:tblGrid>
              <a:tr h="3548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상세분류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노출순서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배너이름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이미지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사용여부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노출시작일시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노출종료일시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8327791"/>
                  </a:ext>
                </a:extLst>
              </a:tr>
              <a:tr h="544483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메인상단배너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여름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2023.02.02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2023.12.31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230471"/>
                  </a:ext>
                </a:extLst>
              </a:tr>
              <a:tr h="538486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메인클래스영역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강력추천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노을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-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190894"/>
                  </a:ext>
                </a:extLst>
              </a:tr>
              <a:tr h="399418"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/>
                        <a:t>메인클래스영역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강력추천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/>
                        <a:t>운동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Y</a:t>
                      </a:r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252339"/>
                  </a:ext>
                </a:extLst>
              </a:tr>
            </a:tbl>
          </a:graphicData>
        </a:graphic>
      </p:graphicFrame>
      <p:sp>
        <p:nvSpPr>
          <p:cNvPr id="101" name="Box">
            <a:extLst>
              <a:ext uri="{FF2B5EF4-FFF2-40B4-BE49-F238E27FC236}">
                <a16:creationId xmlns:a16="http://schemas.microsoft.com/office/drawing/2014/main" id="{489C6868-3CE7-43A4-ABE6-C164C8036BF3}"/>
              </a:ext>
            </a:extLst>
          </p:cNvPr>
          <p:cNvSpPr/>
          <p:nvPr/>
        </p:nvSpPr>
        <p:spPr>
          <a:xfrm>
            <a:off x="1673763" y="4344356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02" name="그림 101">
            <a:extLst>
              <a:ext uri="{FF2B5EF4-FFF2-40B4-BE49-F238E27FC236}">
                <a16:creationId xmlns:a16="http://schemas.microsoft.com/office/drawing/2014/main" id="{6E3AE5A1-62E3-4D53-92D6-0979462B34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040140" y="4682208"/>
            <a:ext cx="546100" cy="409575"/>
          </a:xfrm>
          <a:prstGeom prst="rect">
            <a:avLst/>
          </a:prstGeom>
        </p:spPr>
      </p:pic>
      <p:pic>
        <p:nvPicPr>
          <p:cNvPr id="103" name="그림 102">
            <a:extLst>
              <a:ext uri="{FF2B5EF4-FFF2-40B4-BE49-F238E27FC236}">
                <a16:creationId xmlns:a16="http://schemas.microsoft.com/office/drawing/2014/main" id="{A115879F-65A0-4237-9802-DF5E6CD11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5040140" y="5263032"/>
            <a:ext cx="576906" cy="271846"/>
          </a:xfrm>
          <a:prstGeom prst="rect">
            <a:avLst/>
          </a:prstGeom>
        </p:spPr>
      </p:pic>
      <p:pic>
        <p:nvPicPr>
          <p:cNvPr id="104" name="그림 103">
            <a:extLst>
              <a:ext uri="{FF2B5EF4-FFF2-40B4-BE49-F238E27FC236}">
                <a16:creationId xmlns:a16="http://schemas.microsoft.com/office/drawing/2014/main" id="{91486EE2-C7C1-44A1-B818-E7D8AAF18B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079346" y="5733701"/>
            <a:ext cx="546100" cy="298032"/>
          </a:xfrm>
          <a:prstGeom prst="rect">
            <a:avLst/>
          </a:prstGeom>
        </p:spPr>
      </p:pic>
      <p:sp>
        <p:nvSpPr>
          <p:cNvPr id="105" name="Box">
            <a:extLst>
              <a:ext uri="{FF2B5EF4-FFF2-40B4-BE49-F238E27FC236}">
                <a16:creationId xmlns:a16="http://schemas.microsoft.com/office/drawing/2014/main" id="{0EBB3391-A9FE-4D4F-92B4-4EA2758D3B8D}"/>
              </a:ext>
            </a:extLst>
          </p:cNvPr>
          <p:cNvSpPr/>
          <p:nvPr/>
        </p:nvSpPr>
        <p:spPr>
          <a:xfrm>
            <a:off x="1673763" y="4827071"/>
            <a:ext cx="131556" cy="131556"/>
          </a:xfrm>
          <a:prstGeom prst="rect">
            <a:avLst/>
          </a:prstGeom>
          <a:solidFill>
            <a:srgbClr val="BA8AE3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Box">
            <a:extLst>
              <a:ext uri="{FF2B5EF4-FFF2-40B4-BE49-F238E27FC236}">
                <a16:creationId xmlns:a16="http://schemas.microsoft.com/office/drawing/2014/main" id="{5235ACF8-3550-4772-A486-DB49BB2DBA02}"/>
              </a:ext>
            </a:extLst>
          </p:cNvPr>
          <p:cNvSpPr/>
          <p:nvPr/>
        </p:nvSpPr>
        <p:spPr>
          <a:xfrm>
            <a:off x="1673763" y="5333177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Box">
            <a:extLst>
              <a:ext uri="{FF2B5EF4-FFF2-40B4-BE49-F238E27FC236}">
                <a16:creationId xmlns:a16="http://schemas.microsoft.com/office/drawing/2014/main" id="{10974DE3-AA0A-4F6F-8A5F-DC127825E5A2}"/>
              </a:ext>
            </a:extLst>
          </p:cNvPr>
          <p:cNvSpPr/>
          <p:nvPr/>
        </p:nvSpPr>
        <p:spPr>
          <a:xfrm>
            <a:off x="1673763" y="5803027"/>
            <a:ext cx="131556" cy="1315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8" name="L 도형 107">
            <a:extLst>
              <a:ext uri="{FF2B5EF4-FFF2-40B4-BE49-F238E27FC236}">
                <a16:creationId xmlns:a16="http://schemas.microsoft.com/office/drawing/2014/main" id="{D961871B-EF67-4798-8AC5-7FB38105718B}"/>
              </a:ext>
            </a:extLst>
          </p:cNvPr>
          <p:cNvSpPr/>
          <p:nvPr/>
        </p:nvSpPr>
        <p:spPr>
          <a:xfrm rot="18935460">
            <a:off x="1703585" y="4839938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4316FD05-B578-4A6C-BA97-79B227646986}"/>
              </a:ext>
            </a:extLst>
          </p:cNvPr>
          <p:cNvGrpSpPr/>
          <p:nvPr/>
        </p:nvGrpSpPr>
        <p:grpSpPr>
          <a:xfrm>
            <a:off x="5883564" y="3960551"/>
            <a:ext cx="689181" cy="221852"/>
            <a:chOff x="5883564" y="3960551"/>
            <a:chExt cx="689181" cy="221852"/>
          </a:xfrm>
        </p:grpSpPr>
        <p:sp>
          <p:nvSpPr>
            <p:cNvPr id="110" name="사각형: 둥근 모서리 109">
              <a:extLst>
                <a:ext uri="{FF2B5EF4-FFF2-40B4-BE49-F238E27FC236}">
                  <a16:creationId xmlns:a16="http://schemas.microsoft.com/office/drawing/2014/main" id="{71326183-FC84-4E49-A4AC-AB83D4793963}"/>
                </a:ext>
              </a:extLst>
            </p:cNvPr>
            <p:cNvSpPr/>
            <p:nvPr/>
          </p:nvSpPr>
          <p:spPr>
            <a:xfrm>
              <a:off x="5883564" y="3960551"/>
              <a:ext cx="689181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사용여부</a:t>
              </a:r>
            </a:p>
          </p:txBody>
        </p:sp>
        <p:sp>
          <p:nvSpPr>
            <p:cNvPr id="111" name="이등변 삼각형 110">
              <a:extLst>
                <a:ext uri="{FF2B5EF4-FFF2-40B4-BE49-F238E27FC236}">
                  <a16:creationId xmlns:a16="http://schemas.microsoft.com/office/drawing/2014/main" id="{B0AD7B2C-A1C8-49B9-B6C5-2EC36173DFA4}"/>
                </a:ext>
              </a:extLst>
            </p:cNvPr>
            <p:cNvSpPr/>
            <p:nvPr/>
          </p:nvSpPr>
          <p:spPr>
            <a:xfrm rot="10800000">
              <a:off x="6439430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3B6D02A4-E260-4D07-A7E1-BB841783EB80}"/>
              </a:ext>
            </a:extLst>
          </p:cNvPr>
          <p:cNvGrpSpPr/>
          <p:nvPr/>
        </p:nvGrpSpPr>
        <p:grpSpPr>
          <a:xfrm>
            <a:off x="6651988" y="3960551"/>
            <a:ext cx="545589" cy="221852"/>
            <a:chOff x="6651988" y="3960551"/>
            <a:chExt cx="545589" cy="221852"/>
          </a:xfrm>
        </p:grpSpPr>
        <p:sp>
          <p:nvSpPr>
            <p:cNvPr id="113" name="사각형: 둥근 모서리 112">
              <a:extLst>
                <a:ext uri="{FF2B5EF4-FFF2-40B4-BE49-F238E27FC236}">
                  <a16:creationId xmlns:a16="http://schemas.microsoft.com/office/drawing/2014/main" id="{820B7474-EB10-409B-A16C-A7E84C1C85D9}"/>
                </a:ext>
              </a:extLst>
            </p:cNvPr>
            <p:cNvSpPr/>
            <p:nvPr/>
          </p:nvSpPr>
          <p:spPr>
            <a:xfrm>
              <a:off x="6651988" y="3960551"/>
              <a:ext cx="545589" cy="221852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제목</a:t>
              </a:r>
            </a:p>
          </p:txBody>
        </p:sp>
        <p:sp>
          <p:nvSpPr>
            <p:cNvPr id="114" name="이등변 삼각형 113">
              <a:extLst>
                <a:ext uri="{FF2B5EF4-FFF2-40B4-BE49-F238E27FC236}">
                  <a16:creationId xmlns:a16="http://schemas.microsoft.com/office/drawing/2014/main" id="{3EEFD6B9-A870-42A0-ADC2-E39F7CA93F68}"/>
                </a:ext>
              </a:extLst>
            </p:cNvPr>
            <p:cNvSpPr/>
            <p:nvPr/>
          </p:nvSpPr>
          <p:spPr>
            <a:xfrm rot="10800000">
              <a:off x="7038156" y="4048123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5" name="사각형: 둥근 모서리 114">
            <a:extLst>
              <a:ext uri="{FF2B5EF4-FFF2-40B4-BE49-F238E27FC236}">
                <a16:creationId xmlns:a16="http://schemas.microsoft.com/office/drawing/2014/main" id="{FA8C03AF-501C-4F3A-9243-D1B792B82724}"/>
              </a:ext>
            </a:extLst>
          </p:cNvPr>
          <p:cNvSpPr/>
          <p:nvPr/>
        </p:nvSpPr>
        <p:spPr>
          <a:xfrm>
            <a:off x="1530419" y="6147215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4E3A4B3D-A903-4CA9-8A8C-376AA389EAE1}"/>
              </a:ext>
            </a:extLst>
          </p:cNvPr>
          <p:cNvGrpSpPr/>
          <p:nvPr/>
        </p:nvGrpSpPr>
        <p:grpSpPr>
          <a:xfrm>
            <a:off x="8296611" y="6136735"/>
            <a:ext cx="876812" cy="235209"/>
            <a:chOff x="8296611" y="6136735"/>
            <a:chExt cx="876812" cy="235209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F25976D9-3816-428C-B73D-E870CC6D60A8}"/>
                </a:ext>
              </a:extLst>
            </p:cNvPr>
            <p:cNvSpPr/>
            <p:nvPr/>
          </p:nvSpPr>
          <p:spPr>
            <a:xfrm>
              <a:off x="8296611" y="6136735"/>
              <a:ext cx="876812" cy="235209"/>
            </a:xfrm>
            <a:prstGeom prst="round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50000"/>
                    </a:schemeClr>
                  </a:solidFill>
                </a:rPr>
                <a:t>10</a:t>
              </a:r>
              <a:r>
                <a:rPr lang="ko-KR" altLang="en-US" sz="800" dirty="0">
                  <a:solidFill>
                    <a:schemeClr val="bg1">
                      <a:lumMod val="50000"/>
                    </a:schemeClr>
                  </a:solidFill>
                </a:rPr>
                <a:t>개씩 보기</a:t>
              </a:r>
            </a:p>
          </p:txBody>
        </p:sp>
        <p:sp>
          <p:nvSpPr>
            <p:cNvPr id="118" name="이등변 삼각형 117">
              <a:extLst>
                <a:ext uri="{FF2B5EF4-FFF2-40B4-BE49-F238E27FC236}">
                  <a16:creationId xmlns:a16="http://schemas.microsoft.com/office/drawing/2014/main" id="{6F5AF586-EE5F-48C0-92EB-136EE1484C5D}"/>
                </a:ext>
              </a:extLst>
            </p:cNvPr>
            <p:cNvSpPr/>
            <p:nvPr/>
          </p:nvSpPr>
          <p:spPr>
            <a:xfrm rot="10800000">
              <a:off x="9036430" y="6228191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119" name="사각형: 둥근 모서리 118">
            <a:extLst>
              <a:ext uri="{FF2B5EF4-FFF2-40B4-BE49-F238E27FC236}">
                <a16:creationId xmlns:a16="http://schemas.microsoft.com/office/drawing/2014/main" id="{8EFB4A9A-8782-461A-8AA3-B94FF81D63DA}"/>
              </a:ext>
            </a:extLst>
          </p:cNvPr>
          <p:cNvSpPr/>
          <p:nvPr/>
        </p:nvSpPr>
        <p:spPr>
          <a:xfrm>
            <a:off x="8699797" y="4751263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0" name="사각형: 둥근 모서리 119">
            <a:extLst>
              <a:ext uri="{FF2B5EF4-FFF2-40B4-BE49-F238E27FC236}">
                <a16:creationId xmlns:a16="http://schemas.microsoft.com/office/drawing/2014/main" id="{296EAD7D-438A-4957-91D4-7D46DA8237A9}"/>
              </a:ext>
            </a:extLst>
          </p:cNvPr>
          <p:cNvSpPr/>
          <p:nvPr/>
        </p:nvSpPr>
        <p:spPr>
          <a:xfrm>
            <a:off x="8699797" y="5296185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8A6F58D3-70CA-4D26-9A6F-45C2131525A7}"/>
              </a:ext>
            </a:extLst>
          </p:cNvPr>
          <p:cNvSpPr/>
          <p:nvPr/>
        </p:nvSpPr>
        <p:spPr>
          <a:xfrm>
            <a:off x="8699797" y="576511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58716E5-FBD1-4929-9B66-902EB5C4B134}"/>
              </a:ext>
            </a:extLst>
          </p:cNvPr>
          <p:cNvSpPr/>
          <p:nvPr/>
        </p:nvSpPr>
        <p:spPr>
          <a:xfrm>
            <a:off x="8615103" y="3498910"/>
            <a:ext cx="584811" cy="232755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보기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D1819EF4-4E6B-4FF2-897D-97A4B2D0576F}"/>
              </a:ext>
            </a:extLst>
          </p:cNvPr>
          <p:cNvCxnSpPr>
            <a:cxnSpLocks/>
          </p:cNvCxnSpPr>
          <p:nvPr/>
        </p:nvCxnSpPr>
        <p:spPr>
          <a:xfrm flipV="1">
            <a:off x="9205439" y="3038626"/>
            <a:ext cx="80136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사각형: 둥근 모서리 123">
            <a:extLst>
              <a:ext uri="{FF2B5EF4-FFF2-40B4-BE49-F238E27FC236}">
                <a16:creationId xmlns:a16="http://schemas.microsoft.com/office/drawing/2014/main" id="{6393C5E5-0759-460E-BD24-2F4E984592E9}"/>
              </a:ext>
            </a:extLst>
          </p:cNvPr>
          <p:cNvSpPr/>
          <p:nvPr/>
        </p:nvSpPr>
        <p:spPr>
          <a:xfrm>
            <a:off x="1496797" y="3896648"/>
            <a:ext cx="7787605" cy="2737514"/>
          </a:xfrm>
          <a:prstGeom prst="roundRect">
            <a:avLst>
              <a:gd name="adj" fmla="val 4167"/>
            </a:avLst>
          </a:prstGeom>
          <a:noFill/>
          <a:ln w="571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35EAE902-527C-40A4-94F3-F74855338225}"/>
              </a:ext>
            </a:extLst>
          </p:cNvPr>
          <p:cNvCxnSpPr>
            <a:cxnSpLocks/>
          </p:cNvCxnSpPr>
          <p:nvPr/>
        </p:nvCxnSpPr>
        <p:spPr>
          <a:xfrm flipV="1">
            <a:off x="9205439" y="5176679"/>
            <a:ext cx="801367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FAC0CC6C-3ACD-46C9-A9E3-4B48A0631CAB}"/>
              </a:ext>
            </a:extLst>
          </p:cNvPr>
          <p:cNvSpPr txBox="1"/>
          <p:nvPr/>
        </p:nvSpPr>
        <p:spPr>
          <a:xfrm>
            <a:off x="10162716" y="1823451"/>
            <a:ext cx="1767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설명영역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C5B5BE92-E74F-412A-B218-BA0EB29B483E}"/>
              </a:ext>
            </a:extLst>
          </p:cNvPr>
          <p:cNvSpPr txBox="1"/>
          <p:nvPr/>
        </p:nvSpPr>
        <p:spPr>
          <a:xfrm>
            <a:off x="10162716" y="2969643"/>
            <a:ext cx="1767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 조회 영역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24896C6-9912-4978-8A1E-0FA1AAF14E06}"/>
              </a:ext>
            </a:extLst>
          </p:cNvPr>
          <p:cNvSpPr txBox="1"/>
          <p:nvPr/>
        </p:nvSpPr>
        <p:spPr>
          <a:xfrm>
            <a:off x="10162716" y="5086956"/>
            <a:ext cx="1767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데이터 조회 영역</a:t>
            </a:r>
          </a:p>
        </p:txBody>
      </p:sp>
    </p:spTree>
    <p:extLst>
      <p:ext uri="{BB962C8B-B14F-4D97-AF65-F5344CB8AC3E}">
        <p14:creationId xmlns:p14="http://schemas.microsoft.com/office/powerpoint/2010/main" val="125351962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대시보드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PONADMDBOOOOH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9EBC707-D607-4CAE-B72E-7ADCCBD9909A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0AABC14-750F-4D32-B111-0614305F7423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배너 등록</a:t>
            </a: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A331EE3E-7F4A-4939-82A1-77FAA685454D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tx1"/>
                </a:solidFill>
              </a:rPr>
              <a:t>배너 조회 메뉴입니다</a:t>
            </a:r>
            <a:r>
              <a:rPr lang="en-US" altLang="ko-KR" sz="900" dirty="0">
                <a:solidFill>
                  <a:schemeClr val="tx1"/>
                </a:solidFill>
              </a:rPr>
              <a:t>. </a:t>
            </a:r>
            <a:r>
              <a:rPr lang="ko-KR" altLang="en-US" sz="900" dirty="0">
                <a:solidFill>
                  <a:schemeClr val="tx1"/>
                </a:solidFill>
              </a:rPr>
              <a:t> </a:t>
            </a:r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상세설명 펼치기 </a:t>
            </a:r>
            <a:r>
              <a:rPr lang="ko-KR" altLang="en-US" sz="900" dirty="0" err="1">
                <a:solidFill>
                  <a:schemeClr val="tx1"/>
                </a:solidFill>
              </a:rPr>
              <a:t>클릭시</a:t>
            </a:r>
            <a:r>
              <a:rPr lang="ko-KR" altLang="en-US" sz="900" dirty="0">
                <a:solidFill>
                  <a:schemeClr val="tx1"/>
                </a:solidFill>
              </a:rPr>
              <a:t> 상세설명</a:t>
            </a:r>
            <a:r>
              <a:rPr lang="en-US" altLang="ko-KR" sz="900" dirty="0">
                <a:solidFill>
                  <a:schemeClr val="tx1"/>
                </a:solidFill>
              </a:rPr>
              <a:t>)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B1C0F164-6C35-40AC-AC10-96FDF8909F93}"/>
              </a:ext>
            </a:extLst>
          </p:cNvPr>
          <p:cNvSpPr/>
          <p:nvPr/>
        </p:nvSpPr>
        <p:spPr>
          <a:xfrm>
            <a:off x="7802879" y="1796525"/>
            <a:ext cx="1276413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펼치기</a:t>
            </a:r>
          </a:p>
        </p:txBody>
      </p:sp>
      <p:sp>
        <p:nvSpPr>
          <p:cNvPr id="24" name="L 도형 23">
            <a:extLst>
              <a:ext uri="{FF2B5EF4-FFF2-40B4-BE49-F238E27FC236}">
                <a16:creationId xmlns:a16="http://schemas.microsoft.com/office/drawing/2014/main" id="{1237488A-47AF-4E5E-A77B-3AE508849F14}"/>
              </a:ext>
            </a:extLst>
          </p:cNvPr>
          <p:cNvSpPr/>
          <p:nvPr/>
        </p:nvSpPr>
        <p:spPr>
          <a:xfrm rot="18935460">
            <a:off x="8857869" y="1889017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1" name="사각형: 둥근 모서리 90">
            <a:extLst>
              <a:ext uri="{FF2B5EF4-FFF2-40B4-BE49-F238E27FC236}">
                <a16:creationId xmlns:a16="http://schemas.microsoft.com/office/drawing/2014/main" id="{8CFC1B54-1B09-452F-ADD7-52EEABCEFE37}"/>
              </a:ext>
            </a:extLst>
          </p:cNvPr>
          <p:cNvSpPr/>
          <p:nvPr/>
        </p:nvSpPr>
        <p:spPr>
          <a:xfrm>
            <a:off x="1531277" y="2223351"/>
            <a:ext cx="7674170" cy="4185069"/>
          </a:xfrm>
          <a:prstGeom prst="roundRect">
            <a:avLst>
              <a:gd name="adj" fmla="val 533"/>
            </a:avLst>
          </a:prstGeom>
          <a:solidFill>
            <a:srgbClr val="F9F9F9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8CA410EB-DB63-49FA-AE4D-0CF42C2E12D3}"/>
              </a:ext>
            </a:extLst>
          </p:cNvPr>
          <p:cNvCxnSpPr>
            <a:cxnSpLocks/>
          </p:cNvCxnSpPr>
          <p:nvPr/>
        </p:nvCxnSpPr>
        <p:spPr>
          <a:xfrm>
            <a:off x="1680394" y="2751242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F92D1911-7284-48D8-9410-93FFB97FC9C2}"/>
              </a:ext>
            </a:extLst>
          </p:cNvPr>
          <p:cNvSpPr txBox="1"/>
          <p:nvPr/>
        </p:nvSpPr>
        <p:spPr>
          <a:xfrm>
            <a:off x="1680394" y="2902289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순번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A223BBD4-C22E-4A3E-8EAB-8C070C41A5D8}"/>
              </a:ext>
            </a:extLst>
          </p:cNvPr>
          <p:cNvSpPr/>
          <p:nvPr/>
        </p:nvSpPr>
        <p:spPr>
          <a:xfrm>
            <a:off x="9808800" y="15440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dirty="0"/>
              <a:t>분류 </a:t>
            </a:r>
          </a:p>
          <a:p>
            <a:r>
              <a:rPr lang="ko-KR" altLang="en-US" dirty="0"/>
              <a:t>순번</a:t>
            </a:r>
          </a:p>
          <a:p>
            <a:r>
              <a:rPr lang="ko-KR" altLang="en-US" dirty="0"/>
              <a:t>이름</a:t>
            </a:r>
          </a:p>
          <a:p>
            <a:r>
              <a:rPr lang="ko-KR" altLang="en-US" dirty="0"/>
              <a:t>설명</a:t>
            </a:r>
          </a:p>
          <a:p>
            <a:r>
              <a:rPr lang="ko-KR" altLang="en-US" dirty="0"/>
              <a:t>첨부파일</a:t>
            </a:r>
          </a:p>
          <a:p>
            <a:r>
              <a:rPr lang="ko-KR" altLang="en-US" dirty="0"/>
              <a:t>URL</a:t>
            </a:r>
          </a:p>
          <a:p>
            <a:r>
              <a:rPr lang="ko-KR" altLang="en-US" dirty="0"/>
              <a:t>배너기간설정여부</a:t>
            </a:r>
          </a:p>
          <a:p>
            <a:r>
              <a:rPr lang="ko-KR" altLang="en-US" dirty="0"/>
              <a:t>배너사용여부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869C6E7F-26BE-4C8A-B385-DEDC676124BA}"/>
              </a:ext>
            </a:extLst>
          </p:cNvPr>
          <p:cNvSpPr txBox="1"/>
          <p:nvPr/>
        </p:nvSpPr>
        <p:spPr>
          <a:xfrm>
            <a:off x="1680394" y="3421246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이름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D4095739-8B1E-451C-9977-AE3A221F1E42}"/>
              </a:ext>
            </a:extLst>
          </p:cNvPr>
          <p:cNvSpPr txBox="1"/>
          <p:nvPr/>
        </p:nvSpPr>
        <p:spPr>
          <a:xfrm>
            <a:off x="1680394" y="3940203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설명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F1A59C7-EDCD-498B-8AD1-92220AEF64DB}"/>
              </a:ext>
            </a:extLst>
          </p:cNvPr>
          <p:cNvSpPr txBox="1"/>
          <p:nvPr/>
        </p:nvSpPr>
        <p:spPr>
          <a:xfrm>
            <a:off x="1680394" y="4459160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첨부파일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2DBA5E10-2F5D-4955-B655-609419E45A2A}"/>
              </a:ext>
            </a:extLst>
          </p:cNvPr>
          <p:cNvSpPr txBox="1"/>
          <p:nvPr/>
        </p:nvSpPr>
        <p:spPr>
          <a:xfrm>
            <a:off x="1680394" y="4978117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URL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91313CA-7B30-4D37-8447-07BC9E9C2DA8}"/>
              </a:ext>
            </a:extLst>
          </p:cNvPr>
          <p:cNvSpPr txBox="1"/>
          <p:nvPr/>
        </p:nvSpPr>
        <p:spPr>
          <a:xfrm>
            <a:off x="1680394" y="5497074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배너기간설정여부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E67DB64-6D92-4C58-BEB4-0CE8864E930C}"/>
              </a:ext>
            </a:extLst>
          </p:cNvPr>
          <p:cNvSpPr txBox="1"/>
          <p:nvPr/>
        </p:nvSpPr>
        <p:spPr>
          <a:xfrm>
            <a:off x="1680394" y="6016028"/>
            <a:ext cx="10246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배너사용여부</a:t>
            </a: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0CBF01D5-56F1-4633-8360-A60DA149DAD6}"/>
              </a:ext>
            </a:extLst>
          </p:cNvPr>
          <p:cNvCxnSpPr>
            <a:cxnSpLocks/>
          </p:cNvCxnSpPr>
          <p:nvPr/>
        </p:nvCxnSpPr>
        <p:spPr>
          <a:xfrm>
            <a:off x="1680394" y="3270199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75519E0B-4609-4DD2-8A9F-B74E8E548733}"/>
              </a:ext>
            </a:extLst>
          </p:cNvPr>
          <p:cNvCxnSpPr>
            <a:cxnSpLocks/>
          </p:cNvCxnSpPr>
          <p:nvPr/>
        </p:nvCxnSpPr>
        <p:spPr>
          <a:xfrm>
            <a:off x="1680394" y="3789156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연결선 109">
            <a:extLst>
              <a:ext uri="{FF2B5EF4-FFF2-40B4-BE49-F238E27FC236}">
                <a16:creationId xmlns:a16="http://schemas.microsoft.com/office/drawing/2014/main" id="{A842DCCA-09F6-4AB3-A64E-632D13F4A1EF}"/>
              </a:ext>
            </a:extLst>
          </p:cNvPr>
          <p:cNvCxnSpPr>
            <a:cxnSpLocks/>
          </p:cNvCxnSpPr>
          <p:nvPr/>
        </p:nvCxnSpPr>
        <p:spPr>
          <a:xfrm>
            <a:off x="1680394" y="4308113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C2B9427D-BEA3-4752-94F1-7FE31CAD8A87}"/>
              </a:ext>
            </a:extLst>
          </p:cNvPr>
          <p:cNvCxnSpPr>
            <a:cxnSpLocks/>
          </p:cNvCxnSpPr>
          <p:nvPr/>
        </p:nvCxnSpPr>
        <p:spPr>
          <a:xfrm>
            <a:off x="1680394" y="4827070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직선 연결선 111">
            <a:extLst>
              <a:ext uri="{FF2B5EF4-FFF2-40B4-BE49-F238E27FC236}">
                <a16:creationId xmlns:a16="http://schemas.microsoft.com/office/drawing/2014/main" id="{FA9EB1E0-6CD5-4E30-8978-515C841CF679}"/>
              </a:ext>
            </a:extLst>
          </p:cNvPr>
          <p:cNvCxnSpPr>
            <a:cxnSpLocks/>
          </p:cNvCxnSpPr>
          <p:nvPr/>
        </p:nvCxnSpPr>
        <p:spPr>
          <a:xfrm>
            <a:off x="1680394" y="5346027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>
            <a:extLst>
              <a:ext uri="{FF2B5EF4-FFF2-40B4-BE49-F238E27FC236}">
                <a16:creationId xmlns:a16="http://schemas.microsoft.com/office/drawing/2014/main" id="{08292849-653D-4F92-8DE3-E5AE104121A3}"/>
              </a:ext>
            </a:extLst>
          </p:cNvPr>
          <p:cNvCxnSpPr>
            <a:cxnSpLocks/>
          </p:cNvCxnSpPr>
          <p:nvPr/>
        </p:nvCxnSpPr>
        <p:spPr>
          <a:xfrm>
            <a:off x="1680394" y="5864984"/>
            <a:ext cx="7416092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70A191EC-1397-4401-9042-03C5C688627D}"/>
              </a:ext>
            </a:extLst>
          </p:cNvPr>
          <p:cNvGrpSpPr/>
          <p:nvPr/>
        </p:nvGrpSpPr>
        <p:grpSpPr>
          <a:xfrm>
            <a:off x="2804599" y="2376052"/>
            <a:ext cx="1233995" cy="216765"/>
            <a:chOff x="2804599" y="2467855"/>
            <a:chExt cx="1233995" cy="216765"/>
          </a:xfrm>
        </p:grpSpPr>
        <p:sp>
          <p:nvSpPr>
            <p:cNvPr id="116" name="사각형: 둥근 모서리 115">
              <a:extLst>
                <a:ext uri="{FF2B5EF4-FFF2-40B4-BE49-F238E27FC236}">
                  <a16:creationId xmlns:a16="http://schemas.microsoft.com/office/drawing/2014/main" id="{71F0903A-3EF0-4561-9E9C-AC7A3FB350A3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메인클래스영역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17" name="이등변 삼각형 116">
              <a:extLst>
                <a:ext uri="{FF2B5EF4-FFF2-40B4-BE49-F238E27FC236}">
                  <a16:creationId xmlns:a16="http://schemas.microsoft.com/office/drawing/2014/main" id="{AD575256-BE00-4A6B-BF45-973CF5AC9AEE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118" name="그룹 117">
            <a:extLst>
              <a:ext uri="{FF2B5EF4-FFF2-40B4-BE49-F238E27FC236}">
                <a16:creationId xmlns:a16="http://schemas.microsoft.com/office/drawing/2014/main" id="{233AE1BE-52FE-4A7D-B7F2-593BE5532C9E}"/>
              </a:ext>
            </a:extLst>
          </p:cNvPr>
          <p:cNvGrpSpPr/>
          <p:nvPr/>
        </p:nvGrpSpPr>
        <p:grpSpPr>
          <a:xfrm>
            <a:off x="4237547" y="2376052"/>
            <a:ext cx="1233995" cy="216765"/>
            <a:chOff x="2804599" y="2467855"/>
            <a:chExt cx="1233995" cy="216765"/>
          </a:xfrm>
        </p:grpSpPr>
        <p:sp>
          <p:nvSpPr>
            <p:cNvPr id="119" name="사각형: 둥근 모서리 118">
              <a:extLst>
                <a:ext uri="{FF2B5EF4-FFF2-40B4-BE49-F238E27FC236}">
                  <a16:creationId xmlns:a16="http://schemas.microsoft.com/office/drawing/2014/main" id="{62B02950-34F9-49FF-A195-E909682C66B4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강력추천</a:t>
              </a:r>
            </a:p>
          </p:txBody>
        </p:sp>
        <p:sp>
          <p:nvSpPr>
            <p:cNvPr id="120" name="이등변 삼각형 119">
              <a:extLst>
                <a:ext uri="{FF2B5EF4-FFF2-40B4-BE49-F238E27FC236}">
                  <a16:creationId xmlns:a16="http://schemas.microsoft.com/office/drawing/2014/main" id="{028808D2-E604-4445-A894-FD902D2FDFAA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34B5A38D-D117-4A22-B2B4-2082FF37F2F6}"/>
              </a:ext>
            </a:extLst>
          </p:cNvPr>
          <p:cNvGrpSpPr/>
          <p:nvPr/>
        </p:nvGrpSpPr>
        <p:grpSpPr>
          <a:xfrm>
            <a:off x="5678822" y="2376052"/>
            <a:ext cx="1233995" cy="216765"/>
            <a:chOff x="2804599" y="2467855"/>
            <a:chExt cx="1233995" cy="216765"/>
          </a:xfrm>
        </p:grpSpPr>
        <p:sp>
          <p:nvSpPr>
            <p:cNvPr id="122" name="사각형: 둥근 모서리 121">
              <a:extLst>
                <a:ext uri="{FF2B5EF4-FFF2-40B4-BE49-F238E27FC236}">
                  <a16:creationId xmlns:a16="http://schemas.microsoft.com/office/drawing/2014/main" id="{0C9CE5CE-354C-4A02-90E7-2DEA3F0DCD2D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클래스선택</a:t>
              </a:r>
            </a:p>
          </p:txBody>
        </p:sp>
        <p:sp>
          <p:nvSpPr>
            <p:cNvPr id="123" name="이등변 삼각형 122">
              <a:extLst>
                <a:ext uri="{FF2B5EF4-FFF2-40B4-BE49-F238E27FC236}">
                  <a16:creationId xmlns:a16="http://schemas.microsoft.com/office/drawing/2014/main" id="{200F397D-F622-4A53-98A2-361956B377D1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25" name="TextBox 124">
            <a:extLst>
              <a:ext uri="{FF2B5EF4-FFF2-40B4-BE49-F238E27FC236}">
                <a16:creationId xmlns:a16="http://schemas.microsoft.com/office/drawing/2014/main" id="{DE22C473-CE0F-48DE-AF42-4832AB3703D4}"/>
              </a:ext>
            </a:extLst>
          </p:cNvPr>
          <p:cNvSpPr txBox="1"/>
          <p:nvPr/>
        </p:nvSpPr>
        <p:spPr>
          <a:xfrm>
            <a:off x="1680393" y="2383332"/>
            <a:ext cx="10246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분류</a:t>
            </a:r>
          </a:p>
        </p:txBody>
      </p:sp>
      <p:sp>
        <p:nvSpPr>
          <p:cNvPr id="127" name="사각형: 둥근 모서리 126">
            <a:extLst>
              <a:ext uri="{FF2B5EF4-FFF2-40B4-BE49-F238E27FC236}">
                <a16:creationId xmlns:a16="http://schemas.microsoft.com/office/drawing/2014/main" id="{DA623214-16DF-4BDD-A40D-3461C5EDC4A1}"/>
              </a:ext>
            </a:extLst>
          </p:cNvPr>
          <p:cNvSpPr/>
          <p:nvPr/>
        </p:nvSpPr>
        <p:spPr>
          <a:xfrm>
            <a:off x="2804599" y="2901628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순번 입력</a:t>
            </a:r>
          </a:p>
        </p:txBody>
      </p:sp>
      <p:sp>
        <p:nvSpPr>
          <p:cNvPr id="129" name="사각형: 둥근 모서리 128">
            <a:extLst>
              <a:ext uri="{FF2B5EF4-FFF2-40B4-BE49-F238E27FC236}">
                <a16:creationId xmlns:a16="http://schemas.microsoft.com/office/drawing/2014/main" id="{7FB1DC34-BA6A-44D0-87D0-E5E45B2BC331}"/>
              </a:ext>
            </a:extLst>
          </p:cNvPr>
          <p:cNvSpPr/>
          <p:nvPr/>
        </p:nvSpPr>
        <p:spPr>
          <a:xfrm>
            <a:off x="2804599" y="3413966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>
                <a:solidFill>
                  <a:schemeClr val="bg1">
                    <a:lumMod val="75000"/>
                  </a:schemeClr>
                </a:solidFill>
              </a:rPr>
              <a:t>이름 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입력</a:t>
            </a:r>
          </a:p>
        </p:txBody>
      </p:sp>
      <p:sp>
        <p:nvSpPr>
          <p:cNvPr id="130" name="사각형: 둥근 모서리 129">
            <a:extLst>
              <a:ext uri="{FF2B5EF4-FFF2-40B4-BE49-F238E27FC236}">
                <a16:creationId xmlns:a16="http://schemas.microsoft.com/office/drawing/2014/main" id="{FE5A8ED0-9849-4929-A3AE-B6F4779A536E}"/>
              </a:ext>
            </a:extLst>
          </p:cNvPr>
          <p:cNvSpPr/>
          <p:nvPr/>
        </p:nvSpPr>
        <p:spPr>
          <a:xfrm>
            <a:off x="2804599" y="3817797"/>
            <a:ext cx="4108218" cy="49031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설명 입력</a:t>
            </a:r>
          </a:p>
        </p:txBody>
      </p:sp>
      <p:sp>
        <p:nvSpPr>
          <p:cNvPr id="131" name="사각형: 둥근 모서리 130">
            <a:extLst>
              <a:ext uri="{FF2B5EF4-FFF2-40B4-BE49-F238E27FC236}">
                <a16:creationId xmlns:a16="http://schemas.microsoft.com/office/drawing/2014/main" id="{3EE7AF7E-C7A2-4DA9-AB86-65B7E08FB90F}"/>
              </a:ext>
            </a:extLst>
          </p:cNvPr>
          <p:cNvSpPr/>
          <p:nvPr/>
        </p:nvSpPr>
        <p:spPr>
          <a:xfrm>
            <a:off x="2804599" y="4437574"/>
            <a:ext cx="998378" cy="229837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</a:rPr>
              <a:t>첨부파일</a:t>
            </a:r>
          </a:p>
        </p:txBody>
      </p:sp>
      <p:sp>
        <p:nvSpPr>
          <p:cNvPr id="132" name="사각형: 둥근 모서리 131">
            <a:extLst>
              <a:ext uri="{FF2B5EF4-FFF2-40B4-BE49-F238E27FC236}">
                <a16:creationId xmlns:a16="http://schemas.microsoft.com/office/drawing/2014/main" id="{52C1A08B-9CAD-4027-BCA0-AE85BC251631}"/>
              </a:ext>
            </a:extLst>
          </p:cNvPr>
          <p:cNvSpPr/>
          <p:nvPr/>
        </p:nvSpPr>
        <p:spPr>
          <a:xfrm>
            <a:off x="2804599" y="4958194"/>
            <a:ext cx="4108218" cy="216765"/>
          </a:xfrm>
          <a:prstGeom prst="roundRect">
            <a:avLst>
              <a:gd name="adj" fmla="val 458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800" dirty="0">
                <a:solidFill>
                  <a:schemeClr val="bg1">
                    <a:lumMod val="75000"/>
                  </a:schemeClr>
                </a:solidFill>
              </a:rPr>
              <a:t>URL</a:t>
            </a:r>
            <a:r>
              <a:rPr lang="ko-KR" altLang="en-US" sz="800" dirty="0">
                <a:solidFill>
                  <a:schemeClr val="bg1">
                    <a:lumMod val="75000"/>
                  </a:schemeClr>
                </a:solidFill>
              </a:rPr>
              <a:t> 입력</a:t>
            </a:r>
          </a:p>
        </p:txBody>
      </p:sp>
      <p:sp>
        <p:nvSpPr>
          <p:cNvPr id="136" name="사각형: 둥근 모서리 135">
            <a:extLst>
              <a:ext uri="{FF2B5EF4-FFF2-40B4-BE49-F238E27FC236}">
                <a16:creationId xmlns:a16="http://schemas.microsoft.com/office/drawing/2014/main" id="{CD0767A5-5A31-45C4-AB81-026B9DD24789}"/>
              </a:ext>
            </a:extLst>
          </p:cNvPr>
          <p:cNvSpPr/>
          <p:nvPr/>
        </p:nvSpPr>
        <p:spPr>
          <a:xfrm>
            <a:off x="2804599" y="5500384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타원 136">
            <a:extLst>
              <a:ext uri="{FF2B5EF4-FFF2-40B4-BE49-F238E27FC236}">
                <a16:creationId xmlns:a16="http://schemas.microsoft.com/office/drawing/2014/main" id="{BB0887EF-AEC1-49DF-AFD5-344427A509DB}"/>
              </a:ext>
            </a:extLst>
          </p:cNvPr>
          <p:cNvSpPr/>
          <p:nvPr/>
        </p:nvSpPr>
        <p:spPr>
          <a:xfrm>
            <a:off x="3033759" y="5514817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6B094FB3-FDE7-4251-8C3C-E3D2B95C1FCF}"/>
              </a:ext>
            </a:extLst>
          </p:cNvPr>
          <p:cNvGrpSpPr/>
          <p:nvPr/>
        </p:nvGrpSpPr>
        <p:grpSpPr>
          <a:xfrm>
            <a:off x="4237546" y="5481159"/>
            <a:ext cx="1233995" cy="216765"/>
            <a:chOff x="4163731" y="5574859"/>
            <a:chExt cx="1233995" cy="216765"/>
          </a:xfrm>
        </p:grpSpPr>
        <p:sp>
          <p:nvSpPr>
            <p:cNvPr id="140" name="사각형: 둥근 모서리 139">
              <a:extLst>
                <a:ext uri="{FF2B5EF4-FFF2-40B4-BE49-F238E27FC236}">
                  <a16:creationId xmlns:a16="http://schemas.microsoft.com/office/drawing/2014/main" id="{3BA8E31F-A490-4749-AA32-8BDE73D315E6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2023.01.01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55" name="직선 연결선 154">
              <a:extLst>
                <a:ext uri="{FF2B5EF4-FFF2-40B4-BE49-F238E27FC236}">
                  <a16:creationId xmlns:a16="http://schemas.microsoft.com/office/drawing/2014/main" id="{C1F3F5F1-0EEE-46F5-9AF3-ADCEB74D67D3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0" name="그래픽 159" descr="플립 달력">
              <a:extLst>
                <a:ext uri="{FF2B5EF4-FFF2-40B4-BE49-F238E27FC236}">
                  <a16:creationId xmlns:a16="http://schemas.microsoft.com/office/drawing/2014/main" id="{C4A457D5-0CF2-4FCA-B577-E86634159C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118F2320-0571-45C2-A51D-912262EFB73B}"/>
              </a:ext>
            </a:extLst>
          </p:cNvPr>
          <p:cNvGrpSpPr/>
          <p:nvPr/>
        </p:nvGrpSpPr>
        <p:grpSpPr>
          <a:xfrm>
            <a:off x="5678822" y="5481159"/>
            <a:ext cx="1233995" cy="216765"/>
            <a:chOff x="4163731" y="5574859"/>
            <a:chExt cx="1233995" cy="216765"/>
          </a:xfrm>
        </p:grpSpPr>
        <p:sp>
          <p:nvSpPr>
            <p:cNvPr id="165" name="사각형: 둥근 모서리 164">
              <a:extLst>
                <a:ext uri="{FF2B5EF4-FFF2-40B4-BE49-F238E27FC236}">
                  <a16:creationId xmlns:a16="http://schemas.microsoft.com/office/drawing/2014/main" id="{3BB4E2B4-29ED-432F-B398-CB88C8A41440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2023.12.31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FABD9576-3AE4-4EC3-8F98-BAEA109201C6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7" name="그래픽 166" descr="플립 달력">
              <a:extLst>
                <a:ext uri="{FF2B5EF4-FFF2-40B4-BE49-F238E27FC236}">
                  <a16:creationId xmlns:a16="http://schemas.microsoft.com/office/drawing/2014/main" id="{D4F73495-9DC9-4E69-BDC7-D80297A374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168" name="TextBox 167">
            <a:extLst>
              <a:ext uri="{FF2B5EF4-FFF2-40B4-BE49-F238E27FC236}">
                <a16:creationId xmlns:a16="http://schemas.microsoft.com/office/drawing/2014/main" id="{8B9E9498-303E-406B-95AB-C3740F51C97B}"/>
              </a:ext>
            </a:extLst>
          </p:cNvPr>
          <p:cNvSpPr txBox="1"/>
          <p:nvPr/>
        </p:nvSpPr>
        <p:spPr>
          <a:xfrm>
            <a:off x="5484225" y="5472528"/>
            <a:ext cx="19759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>
                <a:solidFill>
                  <a:schemeClr val="tx1">
                    <a:lumMod val="75000"/>
                    <a:lumOff val="25000"/>
                  </a:schemeClr>
                </a:solidFill>
              </a:rPr>
              <a:t>~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8CFF522D-A9E5-48F9-A76B-053124F3A71A}"/>
              </a:ext>
            </a:extLst>
          </p:cNvPr>
          <p:cNvSpPr/>
          <p:nvPr/>
        </p:nvSpPr>
        <p:spPr>
          <a:xfrm>
            <a:off x="2804599" y="6027564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0" name="타원 169">
            <a:extLst>
              <a:ext uri="{FF2B5EF4-FFF2-40B4-BE49-F238E27FC236}">
                <a16:creationId xmlns:a16="http://schemas.microsoft.com/office/drawing/2014/main" id="{E7C52CA9-F8D4-4323-8160-C4D816C15BE1}"/>
              </a:ext>
            </a:extLst>
          </p:cNvPr>
          <p:cNvSpPr/>
          <p:nvPr/>
        </p:nvSpPr>
        <p:spPr>
          <a:xfrm>
            <a:off x="3033759" y="6041997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DBE5B56F-E161-4A95-8CD1-C67E5956E363}"/>
              </a:ext>
            </a:extLst>
          </p:cNvPr>
          <p:cNvSpPr/>
          <p:nvPr/>
        </p:nvSpPr>
        <p:spPr>
          <a:xfrm>
            <a:off x="5266500" y="6477000"/>
            <a:ext cx="962850" cy="248632"/>
          </a:xfrm>
          <a:prstGeom prst="roundRect">
            <a:avLst>
              <a:gd name="adj" fmla="val 5633"/>
            </a:avLst>
          </a:prstGeom>
          <a:solidFill>
            <a:srgbClr val="BB8BE3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가입</a:t>
            </a:r>
            <a:endParaRPr lang="ko-KR" altLang="en-US" sz="700" dirty="0">
              <a:solidFill>
                <a:schemeClr val="bg1"/>
              </a:solidFill>
            </a:endParaRPr>
          </a:p>
        </p:txBody>
      </p:sp>
      <p:sp>
        <p:nvSpPr>
          <p:cNvPr id="175" name="사각형: 둥근 모서리 174">
            <a:extLst>
              <a:ext uri="{FF2B5EF4-FFF2-40B4-BE49-F238E27FC236}">
                <a16:creationId xmlns:a16="http://schemas.microsoft.com/office/drawing/2014/main" id="{8D950AE5-9BE4-406D-A864-5DF0EB03F3E9}"/>
              </a:ext>
            </a:extLst>
          </p:cNvPr>
          <p:cNvSpPr/>
          <p:nvPr/>
        </p:nvSpPr>
        <p:spPr>
          <a:xfrm>
            <a:off x="4237546" y="6477000"/>
            <a:ext cx="962850" cy="248632"/>
          </a:xfrm>
          <a:prstGeom prst="roundRect">
            <a:avLst>
              <a:gd name="adj" fmla="val 5633"/>
            </a:avLst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취소</a:t>
            </a:r>
            <a:endParaRPr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73A1A19-C184-425D-98E0-3F80891A9E1B}"/>
              </a:ext>
            </a:extLst>
          </p:cNvPr>
          <p:cNvSpPr txBox="1"/>
          <p:nvPr/>
        </p:nvSpPr>
        <p:spPr>
          <a:xfrm rot="2691253">
            <a:off x="6405633" y="399690"/>
            <a:ext cx="5667924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레퍼런스</a:t>
            </a:r>
          </a:p>
        </p:txBody>
      </p:sp>
    </p:spTree>
    <p:extLst>
      <p:ext uri="{BB962C8B-B14F-4D97-AF65-F5344CB8AC3E}">
        <p14:creationId xmlns:p14="http://schemas.microsoft.com/office/powerpoint/2010/main" val="24910150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09443A1-07D2-4AFC-AE56-72168AA12353}"/>
              </a:ext>
            </a:extLst>
          </p:cNvPr>
          <p:cNvSpPr txBox="1"/>
          <p:nvPr/>
        </p:nvSpPr>
        <p:spPr>
          <a:xfrm>
            <a:off x="626269" y="0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대시보드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AB109-054D-437B-9DB0-1D950FB233E4}"/>
              </a:ext>
            </a:extLst>
          </p:cNvPr>
          <p:cNvSpPr txBox="1"/>
          <p:nvPr/>
        </p:nvSpPr>
        <p:spPr>
          <a:xfrm>
            <a:off x="626269" y="223838"/>
            <a:ext cx="14573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안성기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FBA65B-3DAA-46C0-BCA9-1FADD0A70EB8}"/>
              </a:ext>
            </a:extLst>
          </p:cNvPr>
          <p:cNvSpPr txBox="1"/>
          <p:nvPr/>
        </p:nvSpPr>
        <p:spPr>
          <a:xfrm>
            <a:off x="2705100" y="0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관리자 대시보드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FBB97C-A91F-4BD6-A887-3E60180A05CD}"/>
              </a:ext>
            </a:extLst>
          </p:cNvPr>
          <p:cNvSpPr txBox="1"/>
          <p:nvPr/>
        </p:nvSpPr>
        <p:spPr>
          <a:xfrm>
            <a:off x="2705100" y="223838"/>
            <a:ext cx="668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경로입력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0A606-4C84-40D1-90C1-0D7B55584545}"/>
              </a:ext>
            </a:extLst>
          </p:cNvPr>
          <p:cNvSpPr txBox="1"/>
          <p:nvPr/>
        </p:nvSpPr>
        <p:spPr>
          <a:xfrm>
            <a:off x="10006806" y="223838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/>
              <a:t>PONADMDBOOOOH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4B8D92-681C-4C27-8E4C-390A3EB99ADD}"/>
              </a:ext>
            </a:extLst>
          </p:cNvPr>
          <p:cNvSpPr txBox="1"/>
          <p:nvPr/>
        </p:nvSpPr>
        <p:spPr>
          <a:xfrm>
            <a:off x="10006806" y="0"/>
            <a:ext cx="218519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피오니키즈</a:t>
            </a:r>
            <a:endParaRPr lang="ko-KR" altLang="en-US" sz="1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416A6-E590-4EF9-B446-056242BE7A05}"/>
              </a:ext>
            </a:extLst>
          </p:cNvPr>
          <p:cNvSpPr txBox="1"/>
          <p:nvPr/>
        </p:nvSpPr>
        <p:spPr>
          <a:xfrm>
            <a:off x="1532920" y="1238718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메뉴명</a:t>
            </a:r>
            <a:endParaRPr lang="ko-KR" altLang="en-US" sz="14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C4BF6FD-E423-4CA6-8A22-73512614ACA3}"/>
              </a:ext>
            </a:extLst>
          </p:cNvPr>
          <p:cNvSpPr/>
          <p:nvPr/>
        </p:nvSpPr>
        <p:spPr>
          <a:xfrm>
            <a:off x="1360794" y="1529504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7D47234-0D8D-465C-939A-BD250A26AFA0}"/>
              </a:ext>
            </a:extLst>
          </p:cNvPr>
          <p:cNvCxnSpPr/>
          <p:nvPr/>
        </p:nvCxnSpPr>
        <p:spPr>
          <a:xfrm>
            <a:off x="1534206" y="1224000"/>
            <a:ext cx="0" cy="563400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9F62E1D-A6C7-4241-85DE-322F2CC68BC5}"/>
              </a:ext>
            </a:extLst>
          </p:cNvPr>
          <p:cNvSpPr/>
          <p:nvPr/>
        </p:nvSpPr>
        <p:spPr>
          <a:xfrm>
            <a:off x="1531277" y="1696440"/>
            <a:ext cx="7674170" cy="450504"/>
          </a:xfrm>
          <a:prstGeom prst="roundRect">
            <a:avLst>
              <a:gd name="adj" fmla="val 6096"/>
            </a:avLst>
          </a:prstGeom>
          <a:solidFill>
            <a:srgbClr val="F9F9F9"/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 err="1">
                <a:solidFill>
                  <a:schemeClr val="tx1"/>
                </a:solidFill>
              </a:rPr>
              <a:t>메뉴설명입니다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4A1580E-09E7-484F-8B0B-5FCF2E22371C}"/>
              </a:ext>
            </a:extLst>
          </p:cNvPr>
          <p:cNvSpPr/>
          <p:nvPr/>
        </p:nvSpPr>
        <p:spPr>
          <a:xfrm>
            <a:off x="7924455" y="1796525"/>
            <a:ext cx="1154837" cy="273147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dirty="0">
                <a:solidFill>
                  <a:schemeClr val="bg1">
                    <a:lumMod val="50000"/>
                  </a:schemeClr>
                </a:solidFill>
              </a:rPr>
              <a:t>상세설명 접기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83C154FA-CBEF-4695-B2A4-2E44B0834379}"/>
              </a:ext>
            </a:extLst>
          </p:cNvPr>
          <p:cNvCxnSpPr>
            <a:cxnSpLocks/>
          </p:cNvCxnSpPr>
          <p:nvPr/>
        </p:nvCxnSpPr>
        <p:spPr>
          <a:xfrm>
            <a:off x="9205446" y="1238718"/>
            <a:ext cx="0" cy="561928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ABD34A8-BE7B-46E1-8185-2E3224152747}"/>
              </a:ext>
            </a:extLst>
          </p:cNvPr>
          <p:cNvSpPr/>
          <p:nvPr/>
        </p:nvSpPr>
        <p:spPr>
          <a:xfrm>
            <a:off x="-27382" y="2674919"/>
            <a:ext cx="1367481" cy="3954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900" b="1" dirty="0"/>
              <a:t> 사용자화면 관리</a:t>
            </a:r>
          </a:p>
        </p:txBody>
      </p:sp>
      <p:sp>
        <p:nvSpPr>
          <p:cNvPr id="37" name="L 도형 36">
            <a:extLst>
              <a:ext uri="{FF2B5EF4-FFF2-40B4-BE49-F238E27FC236}">
                <a16:creationId xmlns:a16="http://schemas.microsoft.com/office/drawing/2014/main" id="{366B23D9-52EA-40A6-A77D-BEF8BBD17540}"/>
              </a:ext>
            </a:extLst>
          </p:cNvPr>
          <p:cNvSpPr/>
          <p:nvPr/>
        </p:nvSpPr>
        <p:spPr>
          <a:xfrm rot="18882919">
            <a:off x="1187944" y="3834849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0066E695-1318-4C20-9DAA-0169D4B8DD3B}"/>
              </a:ext>
            </a:extLst>
          </p:cNvPr>
          <p:cNvGrpSpPr/>
          <p:nvPr/>
        </p:nvGrpSpPr>
        <p:grpSpPr>
          <a:xfrm>
            <a:off x="-27382" y="3070334"/>
            <a:ext cx="1367481" cy="601558"/>
            <a:chOff x="-27382" y="3070334"/>
            <a:chExt cx="1367481" cy="601558"/>
          </a:xfrm>
        </p:grpSpPr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82D40885-B431-4DC4-A48A-DCEDDE09B97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8156" y="3671892"/>
              <a:ext cx="121057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직선 연결선 39">
              <a:extLst>
                <a:ext uri="{FF2B5EF4-FFF2-40B4-BE49-F238E27FC236}">
                  <a16:creationId xmlns:a16="http://schemas.microsoft.com/office/drawing/2014/main" id="{ADC640E6-9956-418A-A443-EF89ED4CDCA1}"/>
                </a:ext>
              </a:extLst>
            </p:cNvPr>
            <p:cNvCxnSpPr/>
            <p:nvPr userDrawn="1"/>
          </p:nvCxnSpPr>
          <p:spPr>
            <a:xfrm>
              <a:off x="0" y="3070334"/>
              <a:ext cx="1340099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4A049B38-03D6-4875-8995-CFB6ADE1C005}"/>
                </a:ext>
              </a:extLst>
            </p:cNvPr>
            <p:cNvSpPr/>
            <p:nvPr userDrawn="1"/>
          </p:nvSpPr>
          <p:spPr>
            <a:xfrm>
              <a:off x="0" y="3070335"/>
              <a:ext cx="1340099" cy="589666"/>
            </a:xfrm>
            <a:prstGeom prst="rect">
              <a:avLst/>
            </a:prstGeom>
            <a:solidFill>
              <a:srgbClr val="A792DC"/>
            </a:solidFill>
            <a:ln w="6350">
              <a:solidFill>
                <a:srgbClr val="DCDCD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6FF87D04-BD6B-422B-B6BA-C2275C5EF3FC}"/>
                </a:ext>
              </a:extLst>
            </p:cNvPr>
            <p:cNvSpPr/>
            <p:nvPr userDrawn="1"/>
          </p:nvSpPr>
          <p:spPr>
            <a:xfrm>
              <a:off x="-27382" y="3134176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57F380"/>
                  </a:solidFill>
                </a:rPr>
                <a:t> </a:t>
              </a:r>
              <a:r>
                <a:rPr lang="ko-KR" altLang="en-US" sz="800" b="1" dirty="0">
                  <a:solidFill>
                    <a:srgbClr val="57F380"/>
                  </a:solidFill>
                </a:rPr>
                <a:t>배너 등록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1ACA81D-80C3-4E9D-974F-94E5CAC6A635}"/>
                </a:ext>
              </a:extLst>
            </p:cNvPr>
            <p:cNvSpPr/>
            <p:nvPr userDrawn="1"/>
          </p:nvSpPr>
          <p:spPr>
            <a:xfrm>
              <a:off x="-27382" y="3377442"/>
              <a:ext cx="1367481" cy="24435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ko-KR" sz="800" b="1" dirty="0">
                  <a:solidFill>
                    <a:srgbClr val="DCDCDC"/>
                  </a:solidFill>
                </a:rPr>
                <a:t> </a:t>
              </a:r>
              <a:r>
                <a:rPr lang="ko-KR" altLang="en-US" sz="800" b="1" dirty="0">
                  <a:solidFill>
                    <a:srgbClr val="DCDCDC"/>
                  </a:solidFill>
                </a:rPr>
                <a:t>배너 조회 </a:t>
              </a:r>
            </a:p>
          </p:txBody>
        </p:sp>
      </p:grpSp>
      <p:sp>
        <p:nvSpPr>
          <p:cNvPr id="44" name="L 도형 43">
            <a:extLst>
              <a:ext uri="{FF2B5EF4-FFF2-40B4-BE49-F238E27FC236}">
                <a16:creationId xmlns:a16="http://schemas.microsoft.com/office/drawing/2014/main" id="{30DB78DB-B2A5-4701-895E-446EEC6F7C48}"/>
              </a:ext>
            </a:extLst>
          </p:cNvPr>
          <p:cNvSpPr/>
          <p:nvPr/>
        </p:nvSpPr>
        <p:spPr>
          <a:xfrm rot="8183059">
            <a:off x="1187944" y="2868050"/>
            <a:ext cx="45719" cy="45719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L 도형 44">
            <a:extLst>
              <a:ext uri="{FF2B5EF4-FFF2-40B4-BE49-F238E27FC236}">
                <a16:creationId xmlns:a16="http://schemas.microsoft.com/office/drawing/2014/main" id="{E2E7C13E-0F5C-4820-9DA3-84BD150F68B8}"/>
              </a:ext>
            </a:extLst>
          </p:cNvPr>
          <p:cNvSpPr/>
          <p:nvPr/>
        </p:nvSpPr>
        <p:spPr>
          <a:xfrm rot="8218724">
            <a:off x="8864219" y="1925239"/>
            <a:ext cx="71912" cy="63551"/>
          </a:xfrm>
          <a:prstGeom prst="corner">
            <a:avLst>
              <a:gd name="adj1" fmla="val 12240"/>
              <a:gd name="adj2" fmla="val 12240"/>
            </a:avLst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E2AF719-867C-4D43-B4A5-EE6EACD9C4E2}"/>
              </a:ext>
            </a:extLst>
          </p:cNvPr>
          <p:cNvSpPr/>
          <p:nvPr/>
        </p:nvSpPr>
        <p:spPr>
          <a:xfrm>
            <a:off x="1531277" y="2152509"/>
            <a:ext cx="7674170" cy="904395"/>
          </a:xfrm>
          <a:prstGeom prst="roundRect">
            <a:avLst>
              <a:gd name="adj" fmla="val 6096"/>
            </a:avLst>
          </a:prstGeom>
          <a:solidFill>
            <a:schemeClr val="bg1">
              <a:lumMod val="95000"/>
            </a:schemeClr>
          </a:solidFill>
          <a:ln w="6350"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tx1"/>
                </a:solidFill>
              </a:rPr>
              <a:t>메뉴상세설명입니다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tx1"/>
                </a:solidFill>
              </a:rPr>
              <a:t>메뉴상세설명입니다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tx1"/>
                </a:solidFill>
              </a:rPr>
              <a:t>메뉴상세설명입니다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tx1"/>
                </a:solidFill>
              </a:rPr>
              <a:t>메뉴상세설명입니다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900" dirty="0" err="1">
                <a:solidFill>
                  <a:schemeClr val="tx1"/>
                </a:solidFill>
              </a:rPr>
              <a:t>메뉴상세설명입니다</a:t>
            </a:r>
            <a:r>
              <a:rPr lang="en-US" altLang="ko-KR" sz="900" dirty="0">
                <a:solidFill>
                  <a:schemeClr val="tx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ko-KR" altLang="en-US" sz="900" dirty="0">
              <a:solidFill>
                <a:schemeClr val="tx1"/>
              </a:solidFill>
            </a:endParaRPr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7108BCE5-76E6-4BC0-9AA1-1E46EAA189E2}"/>
              </a:ext>
            </a:extLst>
          </p:cNvPr>
          <p:cNvGrpSpPr/>
          <p:nvPr/>
        </p:nvGrpSpPr>
        <p:grpSpPr>
          <a:xfrm>
            <a:off x="1534206" y="3493254"/>
            <a:ext cx="1280992" cy="1191183"/>
            <a:chOff x="1534206" y="2590789"/>
            <a:chExt cx="1280992" cy="1676421"/>
          </a:xfrm>
        </p:grpSpPr>
        <p:sp>
          <p:nvSpPr>
            <p:cNvPr id="66" name="사각형: 둥근 모서리 65">
              <a:extLst>
                <a:ext uri="{FF2B5EF4-FFF2-40B4-BE49-F238E27FC236}">
                  <a16:creationId xmlns:a16="http://schemas.microsoft.com/office/drawing/2014/main" id="{1C04C4B4-EFE2-4F21-BEEC-04D551E479E1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ED7C02E-89CD-4C14-9C55-BB71A420F56D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796D91AD-1FB5-4A3D-B0FC-43ADC8961ADC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E94B0243-C5DA-48A2-BB86-216C39897043}"/>
              </a:ext>
            </a:extLst>
          </p:cNvPr>
          <p:cNvSpPr txBox="1"/>
          <p:nvPr/>
        </p:nvSpPr>
        <p:spPr>
          <a:xfrm>
            <a:off x="1534206" y="3543111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543930-1C34-40B5-AC39-66A7C1547440}"/>
              </a:ext>
            </a:extLst>
          </p:cNvPr>
          <p:cNvSpPr txBox="1"/>
          <p:nvPr/>
        </p:nvSpPr>
        <p:spPr>
          <a:xfrm>
            <a:off x="1534206" y="3810287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211023B-F558-4360-8C80-F6FB0A992BC8}"/>
              </a:ext>
            </a:extLst>
          </p:cNvPr>
          <p:cNvSpPr txBox="1"/>
          <p:nvPr/>
        </p:nvSpPr>
        <p:spPr>
          <a:xfrm>
            <a:off x="1534206" y="4106057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AE03A3F-AC5C-4D5F-9BB1-9FA40E223419}"/>
              </a:ext>
            </a:extLst>
          </p:cNvPr>
          <p:cNvSpPr txBox="1"/>
          <p:nvPr/>
        </p:nvSpPr>
        <p:spPr>
          <a:xfrm>
            <a:off x="1534206" y="440115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095F3DAB-4DEB-4990-A4D3-366AE4D4483F}"/>
              </a:ext>
            </a:extLst>
          </p:cNvPr>
          <p:cNvGrpSpPr/>
          <p:nvPr/>
        </p:nvGrpSpPr>
        <p:grpSpPr>
          <a:xfrm>
            <a:off x="2992084" y="3493254"/>
            <a:ext cx="1280992" cy="1191183"/>
            <a:chOff x="1534206" y="2590789"/>
            <a:chExt cx="1280992" cy="1676421"/>
          </a:xfrm>
        </p:grpSpPr>
        <p:sp>
          <p:nvSpPr>
            <p:cNvPr id="74" name="사각형: 둥근 모서리 73">
              <a:extLst>
                <a:ext uri="{FF2B5EF4-FFF2-40B4-BE49-F238E27FC236}">
                  <a16:creationId xmlns:a16="http://schemas.microsoft.com/office/drawing/2014/main" id="{034D959D-B355-4B75-B343-793C741B50F3}"/>
                </a:ext>
              </a:extLst>
            </p:cNvPr>
            <p:cNvSpPr/>
            <p:nvPr/>
          </p:nvSpPr>
          <p:spPr>
            <a:xfrm>
              <a:off x="1534206" y="2590790"/>
              <a:ext cx="1278050" cy="1676419"/>
            </a:xfrm>
            <a:prstGeom prst="roundRect">
              <a:avLst>
                <a:gd name="adj" fmla="val 2020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0504FA2B-ADD4-4439-A2FC-C8F183F10568}"/>
                </a:ext>
              </a:extLst>
            </p:cNvPr>
            <p:cNvSpPr/>
            <p:nvPr/>
          </p:nvSpPr>
          <p:spPr>
            <a:xfrm rot="5400000">
              <a:off x="1924722" y="3376734"/>
              <a:ext cx="1670854" cy="1100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C5B25B73-C030-4584-883A-D3D6BCE4121C}"/>
                </a:ext>
              </a:extLst>
            </p:cNvPr>
            <p:cNvSpPr/>
            <p:nvPr/>
          </p:nvSpPr>
          <p:spPr>
            <a:xfrm rot="5400000">
              <a:off x="2555466" y="2740423"/>
              <a:ext cx="394967" cy="957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rgbClr val="BA8AE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089AD407-86FD-4BDF-BE13-4C9C0596B8EE}"/>
              </a:ext>
            </a:extLst>
          </p:cNvPr>
          <p:cNvSpPr txBox="1"/>
          <p:nvPr/>
        </p:nvSpPr>
        <p:spPr>
          <a:xfrm>
            <a:off x="3003432" y="3543111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95F8003-E160-48B0-A78D-6514C93A13FA}"/>
              </a:ext>
            </a:extLst>
          </p:cNvPr>
          <p:cNvSpPr txBox="1"/>
          <p:nvPr/>
        </p:nvSpPr>
        <p:spPr>
          <a:xfrm>
            <a:off x="3003432" y="3810287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F3EB073-848D-4B9A-91D1-3A3046FA992B}"/>
              </a:ext>
            </a:extLst>
          </p:cNvPr>
          <p:cNvSpPr txBox="1"/>
          <p:nvPr/>
        </p:nvSpPr>
        <p:spPr>
          <a:xfrm>
            <a:off x="3003432" y="4106057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DCA7E3C-C99F-48A9-BDDE-34725EB93FF2}"/>
              </a:ext>
            </a:extLst>
          </p:cNvPr>
          <p:cNvSpPr txBox="1"/>
          <p:nvPr/>
        </p:nvSpPr>
        <p:spPr>
          <a:xfrm>
            <a:off x="3003432" y="4401152"/>
            <a:ext cx="11679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메뉴명</a:t>
            </a:r>
            <a:endParaRPr lang="ko-KR" altLang="en-US" sz="1100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8A55810B-9CFD-41A4-B04B-A7ED3ACD584E}"/>
              </a:ext>
            </a:extLst>
          </p:cNvPr>
          <p:cNvSpPr txBox="1"/>
          <p:nvPr/>
        </p:nvSpPr>
        <p:spPr>
          <a:xfrm>
            <a:off x="1496797" y="3185478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소제목명</a:t>
            </a:r>
            <a:endParaRPr lang="ko-KR" altLang="en-US" sz="1400" dirty="0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15235EAD-08A2-4EB2-9ACD-80EDE4D2D251}"/>
              </a:ext>
            </a:extLst>
          </p:cNvPr>
          <p:cNvSpPr txBox="1"/>
          <p:nvPr/>
        </p:nvSpPr>
        <p:spPr>
          <a:xfrm>
            <a:off x="2952405" y="3185478"/>
            <a:ext cx="1278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소제목명</a:t>
            </a:r>
            <a:r>
              <a:rPr lang="en-US" altLang="ko-KR" sz="1200" dirty="0"/>
              <a:t>2</a:t>
            </a:r>
            <a:endParaRPr lang="ko-KR" altLang="en-US" sz="1400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DAA05EC-ED2B-4E86-8CF7-4E277DB27D12}"/>
              </a:ext>
            </a:extLst>
          </p:cNvPr>
          <p:cNvSpPr txBox="1"/>
          <p:nvPr/>
        </p:nvSpPr>
        <p:spPr>
          <a:xfrm rot="2691253">
            <a:off x="6405633" y="399690"/>
            <a:ext cx="5667924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레퍼런스</a:t>
            </a:r>
          </a:p>
        </p:txBody>
      </p:sp>
    </p:spTree>
    <p:extLst>
      <p:ext uri="{BB962C8B-B14F-4D97-AF65-F5344CB8AC3E}">
        <p14:creationId xmlns:p14="http://schemas.microsoft.com/office/powerpoint/2010/main" val="109912908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76DFCB9-687C-435E-B8D4-0C81DF95FFF1}"/>
              </a:ext>
            </a:extLst>
          </p:cNvPr>
          <p:cNvSpPr txBox="1"/>
          <p:nvPr/>
        </p:nvSpPr>
        <p:spPr>
          <a:xfrm>
            <a:off x="519112" y="579477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테이블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B5567C-6180-42F4-B677-D14A22A079A6}"/>
              </a:ext>
            </a:extLst>
          </p:cNvPr>
          <p:cNvSpPr txBox="1"/>
          <p:nvPr/>
        </p:nvSpPr>
        <p:spPr>
          <a:xfrm>
            <a:off x="519112" y="1495107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6A3311-66A1-4830-B1C3-8220B7D06A30}"/>
              </a:ext>
            </a:extLst>
          </p:cNvPr>
          <p:cNvSpPr txBox="1"/>
          <p:nvPr/>
        </p:nvSpPr>
        <p:spPr>
          <a:xfrm>
            <a:off x="519112" y="2410737"/>
            <a:ext cx="1309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checkbox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AE53E-CF79-4072-8BEB-54AAFBCE725D}"/>
              </a:ext>
            </a:extLst>
          </p:cNvPr>
          <p:cNvSpPr txBox="1"/>
          <p:nvPr/>
        </p:nvSpPr>
        <p:spPr>
          <a:xfrm>
            <a:off x="519112" y="3326367"/>
            <a:ext cx="116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selectbox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FD5EE5-702E-4E63-BE56-54D1D62319EB}"/>
              </a:ext>
            </a:extLst>
          </p:cNvPr>
          <p:cNvSpPr txBox="1"/>
          <p:nvPr/>
        </p:nvSpPr>
        <p:spPr>
          <a:xfrm>
            <a:off x="519112" y="4330479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radio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EBECF-9CA3-40B0-8A46-39752EE58774}"/>
              </a:ext>
            </a:extLst>
          </p:cNvPr>
          <p:cNvSpPr txBox="1"/>
          <p:nvPr/>
        </p:nvSpPr>
        <p:spPr>
          <a:xfrm>
            <a:off x="519112" y="5157627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tab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8BFAE6-6B30-457F-A042-0D4EAAA2D9E2}"/>
              </a:ext>
            </a:extLst>
          </p:cNvPr>
          <p:cNvSpPr txBox="1"/>
          <p:nvPr/>
        </p:nvSpPr>
        <p:spPr>
          <a:xfrm>
            <a:off x="519112" y="6073259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button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BFA7F8-A540-4A65-8980-93FA39406C45}"/>
              </a:ext>
            </a:extLst>
          </p:cNvPr>
          <p:cNvSpPr txBox="1"/>
          <p:nvPr/>
        </p:nvSpPr>
        <p:spPr>
          <a:xfrm>
            <a:off x="6253162" y="579477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button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017733-A7DA-4A79-B6DC-477B0CB088AD}"/>
              </a:ext>
            </a:extLst>
          </p:cNvPr>
          <p:cNvSpPr txBox="1"/>
          <p:nvPr/>
        </p:nvSpPr>
        <p:spPr>
          <a:xfrm>
            <a:off x="6253162" y="1495107"/>
            <a:ext cx="145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disabled</a:t>
            </a:r>
          </a:p>
          <a:p>
            <a:r>
              <a:rPr lang="en-US" altLang="ko-KR" dirty="0"/>
              <a:t>input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CEEFC-DFBE-43E5-AA92-211B0430EFB1}"/>
              </a:ext>
            </a:extLst>
          </p:cNvPr>
          <p:cNvSpPr txBox="1"/>
          <p:nvPr/>
        </p:nvSpPr>
        <p:spPr>
          <a:xfrm>
            <a:off x="6253162" y="2410737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button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2D12E4-D66A-4E2A-8C7C-4B0F31078C03}"/>
              </a:ext>
            </a:extLst>
          </p:cNvPr>
          <p:cNvSpPr txBox="1"/>
          <p:nvPr/>
        </p:nvSpPr>
        <p:spPr>
          <a:xfrm>
            <a:off x="6253162" y="3326367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소제목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E194A6-012B-41B3-B29E-947625B6806D}"/>
              </a:ext>
            </a:extLst>
          </p:cNvPr>
          <p:cNvSpPr txBox="1"/>
          <p:nvPr/>
        </p:nvSpPr>
        <p:spPr>
          <a:xfrm>
            <a:off x="6253162" y="4241997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필수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29007B-FA28-46EA-B028-B906C22B6194}"/>
              </a:ext>
            </a:extLst>
          </p:cNvPr>
          <p:cNvSpPr txBox="1"/>
          <p:nvPr/>
        </p:nvSpPr>
        <p:spPr>
          <a:xfrm>
            <a:off x="6253162" y="5157627"/>
            <a:ext cx="923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Box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7A6FCF-7FD1-4B58-B78D-0EDC77AAA320}"/>
              </a:ext>
            </a:extLst>
          </p:cNvPr>
          <p:cNvSpPr txBox="1"/>
          <p:nvPr/>
        </p:nvSpPr>
        <p:spPr>
          <a:xfrm>
            <a:off x="6253162" y="6073259"/>
            <a:ext cx="92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small </a:t>
            </a:r>
            <a:r>
              <a:rPr lang="ko-KR" altLang="en-US" dirty="0"/>
              <a:t>문구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D4B559D-4ED5-40D5-B41C-CBDB8F96A5B1}"/>
              </a:ext>
            </a:extLst>
          </p:cNvPr>
          <p:cNvSpPr/>
          <p:nvPr/>
        </p:nvSpPr>
        <p:spPr>
          <a:xfrm>
            <a:off x="1813559" y="4227986"/>
            <a:ext cx="1017270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Y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EBBCE0E-C52B-4621-9434-388999D04DA9}"/>
              </a:ext>
            </a:extLst>
          </p:cNvPr>
          <p:cNvSpPr/>
          <p:nvPr/>
        </p:nvSpPr>
        <p:spPr>
          <a:xfrm>
            <a:off x="2830829" y="4227986"/>
            <a:ext cx="1017270" cy="245069"/>
          </a:xfrm>
          <a:prstGeom prst="roundRect">
            <a:avLst>
              <a:gd name="adj" fmla="val 2375"/>
            </a:avLst>
          </a:prstGeom>
          <a:solidFill>
            <a:srgbClr val="BA8AE3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N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F95B3B1-4066-47FC-9759-274E5799F93D}"/>
              </a:ext>
            </a:extLst>
          </p:cNvPr>
          <p:cNvSpPr/>
          <p:nvPr/>
        </p:nvSpPr>
        <p:spPr>
          <a:xfrm>
            <a:off x="1813559" y="4547891"/>
            <a:ext cx="1017270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선택</a:t>
            </a:r>
            <a:r>
              <a:rPr lang="en-US" altLang="ko-KR" sz="1200" dirty="0">
                <a:solidFill>
                  <a:schemeClr val="tx1"/>
                </a:solidFill>
              </a:rPr>
              <a:t>1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BEF4AADA-4C7D-4DBA-B6BB-56AE03DCDDFF}"/>
              </a:ext>
            </a:extLst>
          </p:cNvPr>
          <p:cNvSpPr/>
          <p:nvPr/>
        </p:nvSpPr>
        <p:spPr>
          <a:xfrm>
            <a:off x="2830829" y="4547891"/>
            <a:ext cx="1017270" cy="245069"/>
          </a:xfrm>
          <a:prstGeom prst="roundRect">
            <a:avLst>
              <a:gd name="adj" fmla="val 2375"/>
            </a:avLst>
          </a:prstGeom>
          <a:solidFill>
            <a:srgbClr val="BA8AE3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선택</a:t>
            </a:r>
            <a:r>
              <a:rPr lang="en-US" altLang="ko-KR" sz="1200" dirty="0">
                <a:solidFill>
                  <a:schemeClr val="bg1"/>
                </a:solidFill>
              </a:rPr>
              <a:t>2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FB68BEAB-0338-4E5D-AF3D-8E13E9E8AEC6}"/>
              </a:ext>
            </a:extLst>
          </p:cNvPr>
          <p:cNvSpPr/>
          <p:nvPr/>
        </p:nvSpPr>
        <p:spPr>
          <a:xfrm>
            <a:off x="3848099" y="4547891"/>
            <a:ext cx="1017270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선택</a:t>
            </a:r>
            <a:r>
              <a:rPr lang="en-US" altLang="ko-KR" sz="1200" dirty="0">
                <a:solidFill>
                  <a:schemeClr val="tx1"/>
                </a:solidFill>
              </a:rPr>
              <a:t>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28C3023A-CCB2-45DD-81F2-557C5AC3732F}"/>
              </a:ext>
            </a:extLst>
          </p:cNvPr>
          <p:cNvSpPr/>
          <p:nvPr/>
        </p:nvSpPr>
        <p:spPr>
          <a:xfrm>
            <a:off x="4865369" y="4547891"/>
            <a:ext cx="1017270" cy="245069"/>
          </a:xfrm>
          <a:prstGeom prst="roundRect">
            <a:avLst>
              <a:gd name="adj" fmla="val 2375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선택</a:t>
            </a:r>
            <a:r>
              <a:rPr lang="en-US" altLang="ko-KR" sz="1200" dirty="0">
                <a:solidFill>
                  <a:schemeClr val="tx1"/>
                </a:solidFill>
              </a:rPr>
              <a:t>4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1E6C3C93-BBF4-4E91-AB64-C643B0BEC636}"/>
              </a:ext>
            </a:extLst>
          </p:cNvPr>
          <p:cNvSpPr/>
          <p:nvPr/>
        </p:nvSpPr>
        <p:spPr>
          <a:xfrm>
            <a:off x="1828800" y="1499177"/>
            <a:ext cx="1017270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C948F7B-21AA-4623-B640-9F09FE71F45B}"/>
              </a:ext>
            </a:extLst>
          </p:cNvPr>
          <p:cNvSpPr/>
          <p:nvPr/>
        </p:nvSpPr>
        <p:spPr>
          <a:xfrm>
            <a:off x="7602057" y="1495107"/>
            <a:ext cx="1017270" cy="245069"/>
          </a:xfrm>
          <a:prstGeom prst="roundRect">
            <a:avLst>
              <a:gd name="adj" fmla="val 8853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B5426104-3485-4720-A751-D22C43E51132}"/>
              </a:ext>
            </a:extLst>
          </p:cNvPr>
          <p:cNvSpPr/>
          <p:nvPr/>
        </p:nvSpPr>
        <p:spPr>
          <a:xfrm>
            <a:off x="1828800" y="1796800"/>
            <a:ext cx="2018914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1FE1298-7229-4A4E-AEF2-3E5CC6343D65}"/>
              </a:ext>
            </a:extLst>
          </p:cNvPr>
          <p:cNvSpPr/>
          <p:nvPr/>
        </p:nvSpPr>
        <p:spPr>
          <a:xfrm>
            <a:off x="7602057" y="1818272"/>
            <a:ext cx="2018914" cy="245069"/>
          </a:xfrm>
          <a:prstGeom prst="roundRect">
            <a:avLst>
              <a:gd name="adj" fmla="val 8853"/>
            </a:avLst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BD61B794-444D-4755-B23E-BCD3EBEDC08D}"/>
              </a:ext>
            </a:extLst>
          </p:cNvPr>
          <p:cNvSpPr/>
          <p:nvPr/>
        </p:nvSpPr>
        <p:spPr>
          <a:xfrm>
            <a:off x="8293239" y="4330479"/>
            <a:ext cx="2146909" cy="245069"/>
          </a:xfrm>
          <a:prstGeom prst="roundRect">
            <a:avLst>
              <a:gd name="adj" fmla="val 8853"/>
            </a:avLst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AFF6384-A548-44DF-A8C7-B51C6103AC24}"/>
              </a:ext>
            </a:extLst>
          </p:cNvPr>
          <p:cNvGrpSpPr/>
          <p:nvPr/>
        </p:nvGrpSpPr>
        <p:grpSpPr>
          <a:xfrm>
            <a:off x="7613950" y="4270076"/>
            <a:ext cx="673752" cy="277815"/>
            <a:chOff x="7613950" y="4270076"/>
            <a:chExt cx="673752" cy="277815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27EFBE0-3E6B-461A-90AC-F5583D76ABB8}"/>
                </a:ext>
              </a:extLst>
            </p:cNvPr>
            <p:cNvSpPr txBox="1"/>
            <p:nvPr/>
          </p:nvSpPr>
          <p:spPr>
            <a:xfrm>
              <a:off x="7613950" y="4293975"/>
              <a:ext cx="67375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50" dirty="0"/>
                <a:t>필수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4AC392B-715F-4A38-9754-1FAE830FF96A}"/>
                </a:ext>
              </a:extLst>
            </p:cNvPr>
            <p:cNvSpPr txBox="1"/>
            <p:nvPr/>
          </p:nvSpPr>
          <p:spPr>
            <a:xfrm>
              <a:off x="7917181" y="4270076"/>
              <a:ext cx="27123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FF0000"/>
                  </a:solidFill>
                </a:rPr>
                <a:t>*</a:t>
              </a: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5ED3994-9319-448E-AF41-4DA9B64165EF}"/>
              </a:ext>
            </a:extLst>
          </p:cNvPr>
          <p:cNvSpPr txBox="1"/>
          <p:nvPr/>
        </p:nvSpPr>
        <p:spPr>
          <a:xfrm>
            <a:off x="7334539" y="6296396"/>
            <a:ext cx="292980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영문 </a:t>
            </a:r>
            <a:r>
              <a:rPr lang="en-US" altLang="ko-KR" sz="700" dirty="0"/>
              <a:t>(</a:t>
            </a:r>
            <a:r>
              <a:rPr lang="ko-KR" altLang="en-US" sz="700" dirty="0"/>
              <a:t>대소문자 구분</a:t>
            </a:r>
            <a:r>
              <a:rPr lang="en-US" altLang="ko-KR" sz="700" dirty="0"/>
              <a:t>), </a:t>
            </a:r>
            <a:r>
              <a:rPr lang="ko-KR" altLang="en-US" sz="700" dirty="0"/>
              <a:t>숫자</a:t>
            </a:r>
            <a:r>
              <a:rPr lang="en-US" altLang="ko-KR" sz="700" dirty="0"/>
              <a:t>, </a:t>
            </a:r>
            <a:r>
              <a:rPr lang="ko-KR" altLang="en-US" sz="700" dirty="0"/>
              <a:t>특수문자를 포함하여 최소 </a:t>
            </a:r>
            <a:r>
              <a:rPr lang="en-US" altLang="ko-KR" sz="700" dirty="0"/>
              <a:t>8</a:t>
            </a:r>
            <a:r>
              <a:rPr lang="ko-KR" altLang="en-US" sz="700" dirty="0"/>
              <a:t>자리로 구성</a:t>
            </a: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185B40DB-E04F-41A5-9AE4-6607BE206307}"/>
              </a:ext>
            </a:extLst>
          </p:cNvPr>
          <p:cNvSpPr/>
          <p:nvPr/>
        </p:nvSpPr>
        <p:spPr>
          <a:xfrm>
            <a:off x="1685925" y="6132346"/>
            <a:ext cx="2396837" cy="328100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14B2D32A-9208-45EA-846E-B55E6B4E6ED9}"/>
              </a:ext>
            </a:extLst>
          </p:cNvPr>
          <p:cNvSpPr/>
          <p:nvPr/>
        </p:nvSpPr>
        <p:spPr>
          <a:xfrm>
            <a:off x="7420908" y="2451969"/>
            <a:ext cx="2018915" cy="328100"/>
          </a:xfrm>
          <a:prstGeom prst="roundRect">
            <a:avLst/>
          </a:prstGeom>
          <a:solidFill>
            <a:srgbClr val="BB8BE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가입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091FBA6C-0218-48CC-9F41-96C313C89647}"/>
              </a:ext>
            </a:extLst>
          </p:cNvPr>
          <p:cNvSpPr/>
          <p:nvPr/>
        </p:nvSpPr>
        <p:spPr>
          <a:xfrm>
            <a:off x="9549583" y="2445581"/>
            <a:ext cx="1176082" cy="32810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</a:rPr>
              <a:t>닫기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36F5E6B-E535-44BD-8752-DE321FF60CE2}"/>
              </a:ext>
            </a:extLst>
          </p:cNvPr>
          <p:cNvSpPr/>
          <p:nvPr/>
        </p:nvSpPr>
        <p:spPr>
          <a:xfrm>
            <a:off x="7613950" y="4745500"/>
            <a:ext cx="3078814" cy="114963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B33C926-D531-4ED5-BAEB-4076EF4A03B4}"/>
              </a:ext>
            </a:extLst>
          </p:cNvPr>
          <p:cNvSpPr/>
          <p:nvPr/>
        </p:nvSpPr>
        <p:spPr>
          <a:xfrm>
            <a:off x="1360800" y="1651717"/>
            <a:ext cx="8024500" cy="29069"/>
          </a:xfrm>
          <a:prstGeom prst="rect">
            <a:avLst/>
          </a:prstGeom>
          <a:solidFill>
            <a:srgbClr val="BA8AE3"/>
          </a:solidFill>
          <a:ln>
            <a:solidFill>
              <a:srgbClr val="BA8A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D89B484-D12C-4D76-87B2-3E8F8E934F4A}"/>
              </a:ext>
            </a:extLst>
          </p:cNvPr>
          <p:cNvSpPr/>
          <p:nvPr/>
        </p:nvSpPr>
        <p:spPr>
          <a:xfrm>
            <a:off x="7372084" y="2932568"/>
            <a:ext cx="1361424" cy="34910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가입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562EAA3-3DE4-459C-8F50-412E5B25DAAF}"/>
              </a:ext>
            </a:extLst>
          </p:cNvPr>
          <p:cNvSpPr txBox="1"/>
          <p:nvPr/>
        </p:nvSpPr>
        <p:spPr>
          <a:xfrm rot="2691253">
            <a:off x="9051866" y="-923778"/>
            <a:ext cx="5667924" cy="144655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sz="8800" dirty="0"/>
              <a:t>레퍼런스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D97F736-1382-4E68-8DCC-A14373B9824A}"/>
              </a:ext>
            </a:extLst>
          </p:cNvPr>
          <p:cNvSpPr/>
          <p:nvPr/>
        </p:nvSpPr>
        <p:spPr>
          <a:xfrm>
            <a:off x="2128260" y="4968151"/>
            <a:ext cx="428201" cy="215425"/>
          </a:xfrm>
          <a:prstGeom prst="roundRect">
            <a:avLst>
              <a:gd name="adj" fmla="val 50000"/>
            </a:avLst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A70AFA07-D058-4DCE-8C29-D10153098544}"/>
              </a:ext>
            </a:extLst>
          </p:cNvPr>
          <p:cNvSpPr/>
          <p:nvPr/>
        </p:nvSpPr>
        <p:spPr>
          <a:xfrm>
            <a:off x="2143871" y="4982584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245109CB-2A6D-44FD-8F36-D314D5B7D761}"/>
              </a:ext>
            </a:extLst>
          </p:cNvPr>
          <p:cNvSpPr/>
          <p:nvPr/>
        </p:nvSpPr>
        <p:spPr>
          <a:xfrm>
            <a:off x="2758630" y="4968151"/>
            <a:ext cx="428201" cy="215425"/>
          </a:xfrm>
          <a:prstGeom prst="roundRect">
            <a:avLst>
              <a:gd name="adj" fmla="val 50000"/>
            </a:avLst>
          </a:prstGeom>
          <a:solidFill>
            <a:srgbClr val="BA8AE3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71374AEA-D04B-4060-87DA-98C6FF4B2F52}"/>
              </a:ext>
            </a:extLst>
          </p:cNvPr>
          <p:cNvSpPr/>
          <p:nvPr/>
        </p:nvSpPr>
        <p:spPr>
          <a:xfrm>
            <a:off x="2987790" y="4982584"/>
            <a:ext cx="186558" cy="186558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019BFFFF-F8E3-4DF7-BA70-39229CB3AF38}"/>
              </a:ext>
            </a:extLst>
          </p:cNvPr>
          <p:cNvGrpSpPr/>
          <p:nvPr/>
        </p:nvGrpSpPr>
        <p:grpSpPr>
          <a:xfrm>
            <a:off x="3066177" y="2966865"/>
            <a:ext cx="1233995" cy="216765"/>
            <a:chOff x="4163731" y="5574859"/>
            <a:chExt cx="1233995" cy="216765"/>
          </a:xfrm>
        </p:grpSpPr>
        <p:sp>
          <p:nvSpPr>
            <p:cNvPr id="56" name="사각형: 둥근 모서리 55">
              <a:extLst>
                <a:ext uri="{FF2B5EF4-FFF2-40B4-BE49-F238E27FC236}">
                  <a16:creationId xmlns:a16="http://schemas.microsoft.com/office/drawing/2014/main" id="{82D257E9-D58D-438E-9C30-7E87BD077A10}"/>
                </a:ext>
              </a:extLst>
            </p:cNvPr>
            <p:cNvSpPr/>
            <p:nvPr/>
          </p:nvSpPr>
          <p:spPr>
            <a:xfrm>
              <a:off x="4163731" y="5574859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1">
                      <a:lumMod val="75000"/>
                    </a:schemeClr>
                  </a:solidFill>
                </a:rPr>
                <a:t>2023.01.01</a:t>
              </a:r>
              <a:endParaRPr lang="ko-KR" altLang="en-US" sz="800" dirty="0">
                <a:solidFill>
                  <a:schemeClr val="bg1">
                    <a:lumMod val="75000"/>
                  </a:schemeClr>
                </a:solidFill>
              </a:endParaRPr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F512AA20-DA63-440E-933D-090674162D89}"/>
                </a:ext>
              </a:extLst>
            </p:cNvPr>
            <p:cNvCxnSpPr>
              <a:cxnSpLocks/>
            </p:cNvCxnSpPr>
            <p:nvPr/>
          </p:nvCxnSpPr>
          <p:spPr>
            <a:xfrm>
              <a:off x="5192685" y="5574859"/>
              <a:ext cx="0" cy="216765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그래픽 57" descr="플립 달력">
              <a:extLst>
                <a:ext uri="{FF2B5EF4-FFF2-40B4-BE49-F238E27FC236}">
                  <a16:creationId xmlns:a16="http://schemas.microsoft.com/office/drawing/2014/main" id="{27BA7435-3DD4-4884-AE7F-4CD917C98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33510" y="5621545"/>
              <a:ext cx="123391" cy="123391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FAEC3762-E1E7-4930-9CB1-5AF422174524}"/>
              </a:ext>
            </a:extLst>
          </p:cNvPr>
          <p:cNvSpPr txBox="1"/>
          <p:nvPr/>
        </p:nvSpPr>
        <p:spPr>
          <a:xfrm>
            <a:off x="2413841" y="2898966"/>
            <a:ext cx="1166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달력</a:t>
            </a:r>
            <a:endParaRPr lang="ko-KR" altLang="en-US" dirty="0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8391379C-4C84-4AC1-B20F-057160FF6847}"/>
              </a:ext>
            </a:extLst>
          </p:cNvPr>
          <p:cNvSpPr/>
          <p:nvPr/>
        </p:nvSpPr>
        <p:spPr>
          <a:xfrm>
            <a:off x="9385300" y="337854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0070C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수정</a:t>
            </a: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3AA206C6-9484-495B-B712-5956E493A2B7}"/>
              </a:ext>
            </a:extLst>
          </p:cNvPr>
          <p:cNvSpPr/>
          <p:nvPr/>
        </p:nvSpPr>
        <p:spPr>
          <a:xfrm>
            <a:off x="9833646" y="3373611"/>
            <a:ext cx="456100" cy="245069"/>
          </a:xfrm>
          <a:prstGeom prst="roundRect">
            <a:avLst/>
          </a:prstGeom>
          <a:solidFill>
            <a:srgbClr val="C00000"/>
          </a:solidFill>
          <a:ln w="9525"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삭제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4414F0C-8987-4B4B-8500-ACBC3A75CBAC}"/>
              </a:ext>
            </a:extLst>
          </p:cNvPr>
          <p:cNvSpPr/>
          <p:nvPr/>
        </p:nvSpPr>
        <p:spPr>
          <a:xfrm>
            <a:off x="8936954" y="3378542"/>
            <a:ext cx="415421" cy="235209"/>
          </a:xfrm>
          <a:prstGeom prst="roundRect">
            <a:avLst>
              <a:gd name="adj" fmla="val 17680"/>
            </a:avLst>
          </a:prstGeom>
          <a:solidFill>
            <a:srgbClr val="92D050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1"/>
                </a:solidFill>
              </a:rPr>
              <a:t>승인</a:t>
            </a:r>
          </a:p>
        </p:txBody>
      </p: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E7A147B1-6C5A-4ACA-9973-05FDB2D73E24}"/>
              </a:ext>
            </a:extLst>
          </p:cNvPr>
          <p:cNvGrpSpPr/>
          <p:nvPr/>
        </p:nvGrpSpPr>
        <p:grpSpPr>
          <a:xfrm>
            <a:off x="2861136" y="789522"/>
            <a:ext cx="1233995" cy="216765"/>
            <a:chOff x="2804599" y="2467855"/>
            <a:chExt cx="1233995" cy="216765"/>
          </a:xfrm>
        </p:grpSpPr>
        <p:sp>
          <p:nvSpPr>
            <p:cNvPr id="60" name="사각형: 둥근 모서리 59">
              <a:extLst>
                <a:ext uri="{FF2B5EF4-FFF2-40B4-BE49-F238E27FC236}">
                  <a16:creationId xmlns:a16="http://schemas.microsoft.com/office/drawing/2014/main" id="{F17AB145-3646-4DB2-90FD-B3CCB4C38565}"/>
                </a:ext>
              </a:extLst>
            </p:cNvPr>
            <p:cNvSpPr/>
            <p:nvPr/>
          </p:nvSpPr>
          <p:spPr>
            <a:xfrm>
              <a:off x="2804599" y="2467855"/>
              <a:ext cx="1233995" cy="216765"/>
            </a:xfrm>
            <a:prstGeom prst="roundRect">
              <a:avLst>
                <a:gd name="adj" fmla="val 4583"/>
              </a:avLst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메인클래스영역</a:t>
              </a:r>
              <a:endPara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61" name="이등변 삼각형 60">
              <a:extLst>
                <a:ext uri="{FF2B5EF4-FFF2-40B4-BE49-F238E27FC236}">
                  <a16:creationId xmlns:a16="http://schemas.microsoft.com/office/drawing/2014/main" id="{572BC371-320B-4897-B9E4-6C2B60D133FC}"/>
                </a:ext>
              </a:extLst>
            </p:cNvPr>
            <p:cNvSpPr/>
            <p:nvPr/>
          </p:nvSpPr>
          <p:spPr>
            <a:xfrm rot="10800000">
              <a:off x="3921917" y="2555169"/>
              <a:ext cx="85723" cy="52295"/>
            </a:xfrm>
            <a:prstGeom prst="triangl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049686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PWOa7bLCMN/NfWse0OkDrDXWtXjrMvC+/KEnGxnzoq0=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ZU/W0IqlvXPkJ37/hSWg5jSIFh0KZmI7sT1syyiYH8=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xscEFkRiZvbxLfN1YzQGPp4nKBgtuPrjp3QiTCcMWwM=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B3bqgv5ghGJknk/m+/9EdPMDkanH9eNosaoBtCx42Q=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IDSg7uxH1Z/iSOkBSMZyie/SGkHlLE2okQSpqFhp1Ac=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SETTINGSHASH" val="srURmXEkznL8vM+dIgmFWecIsYkRz2E8ifMc9jRVOog=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000"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6326</TotalTime>
  <Words>5397</Words>
  <Application>Microsoft Office PowerPoint</Application>
  <PresentationFormat>와이드스크린</PresentationFormat>
  <Paragraphs>2539</Paragraphs>
  <Slides>56</Slides>
  <Notes>49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1" baseType="lpstr">
      <vt:lpstr>돋움</vt:lpstr>
      <vt:lpstr>맑은 고딕</vt:lpstr>
      <vt:lpstr>Arial</vt:lpstr>
      <vt:lpstr>Segoe UI</vt:lpstr>
      <vt:lpstr>Office 테마</vt:lpstr>
      <vt:lpstr>PONKIDS-화면설계서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안성기</dc:creator>
  <cp:lastModifiedBy>안성기</cp:lastModifiedBy>
  <cp:revision>188</cp:revision>
  <dcterms:created xsi:type="dcterms:W3CDTF">2023-09-24T09:07:16Z</dcterms:created>
  <dcterms:modified xsi:type="dcterms:W3CDTF">2023-11-09T23:25:26Z</dcterms:modified>
</cp:coreProperties>
</file>